
<file path=[Content_Types].xml><?xml version="1.0" encoding="utf-8"?>
<Types xmlns="http://schemas.openxmlformats.org/package/2006/content-types">
  <Default Extension="png" ContentType="image/png"/>
  <Default Extension="emf" ContentType="image/x-emf"/>
  <Default Extension="xls" ContentType="application/vnd.ms-excel"/>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56" r:id="rId2"/>
    <p:sldId id="294" r:id="rId3"/>
    <p:sldId id="298" r:id="rId4"/>
    <p:sldId id="274" r:id="rId5"/>
    <p:sldId id="280" r:id="rId6"/>
    <p:sldId id="260" r:id="rId7"/>
    <p:sldId id="289" r:id="rId8"/>
    <p:sldId id="299" r:id="rId9"/>
    <p:sldId id="285" r:id="rId10"/>
    <p:sldId id="300" r:id="rId11"/>
    <p:sldId id="301" r:id="rId12"/>
    <p:sldId id="273" r:id="rId13"/>
    <p:sldId id="290" r:id="rId14"/>
    <p:sldId id="293" r:id="rId15"/>
    <p:sldId id="297" r:id="rId16"/>
    <p:sldId id="291" r:id="rId17"/>
    <p:sldId id="292" r:id="rId18"/>
    <p:sldId id="302" r:id="rId19"/>
    <p:sldId id="257" r:id="rId20"/>
    <p:sldId id="258" r:id="rId21"/>
    <p:sldId id="259" r:id="rId22"/>
    <p:sldId id="272" r:id="rId23"/>
    <p:sldId id="264" r:id="rId24"/>
    <p:sldId id="275" r:id="rId25"/>
    <p:sldId id="281" r:id="rId26"/>
    <p:sldId id="288" r:id="rId27"/>
    <p:sldId id="296" r:id="rId28"/>
    <p:sldId id="282" r:id="rId29"/>
    <p:sldId id="295" r:id="rId30"/>
  </p:sldIdLst>
  <p:sldSz cx="9144000" cy="5715000" type="screen16x1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88632" autoAdjust="0"/>
  </p:normalViewPr>
  <p:slideViewPr>
    <p:cSldViewPr snapToGrid="0">
      <p:cViewPr>
        <p:scale>
          <a:sx n="80" d="100"/>
          <a:sy n="80" d="100"/>
        </p:scale>
        <p:origin x="-1080" y="-162"/>
      </p:cViewPr>
      <p:guideLst>
        <p:guide orient="horz" pos="180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t>Percent </a:t>
            </a:r>
            <a:r>
              <a:rPr lang="en-US" dirty="0" smtClean="0"/>
              <a:t>Contribution to Gross Domestic</a:t>
            </a:r>
            <a:r>
              <a:rPr lang="en-US" baseline="0" dirty="0" smtClean="0"/>
              <a:t> Product</a:t>
            </a:r>
            <a:endParaRPr lang="en-US" dirty="0"/>
          </a:p>
        </c:rich>
      </c:tx>
      <c:layout/>
      <c:overlay val="0"/>
    </c:title>
    <c:autoTitleDeleted val="0"/>
    <c:plotArea>
      <c:layout/>
      <c:pieChart>
        <c:varyColors val="1"/>
        <c:ser>
          <c:idx val="0"/>
          <c:order val="0"/>
          <c:tx>
            <c:strRef>
              <c:f>Sheet1!$B$1</c:f>
              <c:strCache>
                <c:ptCount val="1"/>
                <c:pt idx="0">
                  <c:v>Percent Contribution</c:v>
                </c:pt>
              </c:strCache>
            </c:strRef>
          </c:tx>
          <c:explosion val="25"/>
          <c:dLbls>
            <c:dLblPos val="outEnd"/>
            <c:showLegendKey val="0"/>
            <c:showVal val="0"/>
            <c:showCatName val="1"/>
            <c:showSerName val="0"/>
            <c:showPercent val="1"/>
            <c:showBubbleSize val="0"/>
            <c:separator>, </c:separator>
            <c:showLeaderLines val="1"/>
          </c:dLbls>
          <c:cat>
            <c:strRef>
              <c:f>Sheet1!$A$2:$A$3</c:f>
              <c:strCache>
                <c:ptCount val="2"/>
                <c:pt idx="0">
                  <c:v>Technology</c:v>
                </c:pt>
                <c:pt idx="1">
                  <c:v>All other factors</c:v>
                </c:pt>
              </c:strCache>
            </c:strRef>
          </c:cat>
          <c:val>
            <c:numRef>
              <c:f>Sheet1!$B$2:$B$3</c:f>
              <c:numCache>
                <c:formatCode>General</c:formatCode>
                <c:ptCount val="2"/>
                <c:pt idx="0">
                  <c:v>80</c:v>
                </c:pt>
                <c:pt idx="1">
                  <c:v>20</c:v>
                </c:pt>
              </c:numCache>
            </c:numRef>
          </c:val>
        </c:ser>
        <c:dLbls>
          <c:showLegendKey val="0"/>
          <c:showVal val="1"/>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371B40-932D-4D58-B0FA-03B0822BBA63}" type="doc">
      <dgm:prSet loTypeId="urn:microsoft.com/office/officeart/2005/8/layout/vList3" loCatId="list" qsTypeId="urn:microsoft.com/office/officeart/2005/8/quickstyle/simple1" qsCatId="simple" csTypeId="urn:microsoft.com/office/officeart/2005/8/colors/colorful1" csCatId="colorful" phldr="1"/>
      <dgm:spPr/>
    </dgm:pt>
    <dgm:pt modelId="{B0F4FFAA-AA80-445E-9016-4F8EF966E383}">
      <dgm:prSet phldrT="[Text]"/>
      <dgm:spPr/>
      <dgm:t>
        <a:bodyPr/>
        <a:lstStyle/>
        <a:p>
          <a:pPr algn="l"/>
          <a:r>
            <a:rPr lang="en-US" dirty="0" smtClean="0"/>
            <a:t>Significance and Importance</a:t>
          </a:r>
          <a:endParaRPr lang="en-US" dirty="0"/>
        </a:p>
      </dgm:t>
    </dgm:pt>
    <dgm:pt modelId="{161FD2C6-F8FE-472D-9C6C-A8F193FE86F0}" type="parTrans" cxnId="{B2D42D45-5E15-49C7-AE4A-85505E72454B}">
      <dgm:prSet/>
      <dgm:spPr/>
      <dgm:t>
        <a:bodyPr/>
        <a:lstStyle/>
        <a:p>
          <a:pPr algn="l"/>
          <a:endParaRPr lang="en-US"/>
        </a:p>
      </dgm:t>
    </dgm:pt>
    <dgm:pt modelId="{FAE80C6E-058E-4391-B0E3-CA25846C12CF}" type="sibTrans" cxnId="{B2D42D45-5E15-49C7-AE4A-85505E72454B}">
      <dgm:prSet/>
      <dgm:spPr/>
      <dgm:t>
        <a:bodyPr/>
        <a:lstStyle/>
        <a:p>
          <a:pPr algn="l"/>
          <a:endParaRPr lang="en-US"/>
        </a:p>
      </dgm:t>
    </dgm:pt>
    <dgm:pt modelId="{73451015-89A9-4506-B6A1-A52EDA752F1D}">
      <dgm:prSet phldrT="[Text]"/>
      <dgm:spPr/>
      <dgm:t>
        <a:bodyPr/>
        <a:lstStyle/>
        <a:p>
          <a:pPr algn="l"/>
          <a:r>
            <a:rPr lang="en-US" dirty="0" smtClean="0"/>
            <a:t>Research Questions and Hypotheses</a:t>
          </a:r>
          <a:endParaRPr lang="en-US" dirty="0"/>
        </a:p>
      </dgm:t>
    </dgm:pt>
    <dgm:pt modelId="{F1BE5A06-786B-4A3F-8FD7-B37CEC279176}" type="parTrans" cxnId="{62ABA70E-5B6E-4069-B47A-DC65F48F48CB}">
      <dgm:prSet/>
      <dgm:spPr/>
      <dgm:t>
        <a:bodyPr/>
        <a:lstStyle/>
        <a:p>
          <a:pPr algn="l"/>
          <a:endParaRPr lang="en-US"/>
        </a:p>
      </dgm:t>
    </dgm:pt>
    <dgm:pt modelId="{5627F2F0-4B45-4A01-AE4E-B1CB295E781E}" type="sibTrans" cxnId="{62ABA70E-5B6E-4069-B47A-DC65F48F48CB}">
      <dgm:prSet/>
      <dgm:spPr/>
      <dgm:t>
        <a:bodyPr/>
        <a:lstStyle/>
        <a:p>
          <a:pPr algn="l"/>
          <a:endParaRPr lang="en-US"/>
        </a:p>
      </dgm:t>
    </dgm:pt>
    <dgm:pt modelId="{75099817-D799-4D08-8D69-0234AF84D1FF}">
      <dgm:prSet phldrT="[Text]"/>
      <dgm:spPr/>
      <dgm:t>
        <a:bodyPr/>
        <a:lstStyle/>
        <a:p>
          <a:pPr algn="l"/>
          <a:r>
            <a:rPr lang="en-US" dirty="0" smtClean="0"/>
            <a:t>Literature Review</a:t>
          </a:r>
        </a:p>
      </dgm:t>
    </dgm:pt>
    <dgm:pt modelId="{C02AD437-CFD9-4E1A-B813-673FA16D4FF3}" type="parTrans" cxnId="{D718B188-BD93-4199-BC4E-FB01E2F269C8}">
      <dgm:prSet/>
      <dgm:spPr/>
      <dgm:t>
        <a:bodyPr/>
        <a:lstStyle/>
        <a:p>
          <a:pPr algn="l"/>
          <a:endParaRPr lang="en-US"/>
        </a:p>
      </dgm:t>
    </dgm:pt>
    <dgm:pt modelId="{170E5D74-100F-43DA-95A7-8BA8367E1240}" type="sibTrans" cxnId="{D718B188-BD93-4199-BC4E-FB01E2F269C8}">
      <dgm:prSet/>
      <dgm:spPr/>
      <dgm:t>
        <a:bodyPr/>
        <a:lstStyle/>
        <a:p>
          <a:pPr algn="l"/>
          <a:endParaRPr lang="en-US"/>
        </a:p>
      </dgm:t>
    </dgm:pt>
    <dgm:pt modelId="{EC7309A0-CF9B-44BE-B725-DF03D6D7BBC7}">
      <dgm:prSet phldrT="[Text]"/>
      <dgm:spPr/>
      <dgm:t>
        <a:bodyPr/>
        <a:lstStyle/>
        <a:p>
          <a:pPr algn="l"/>
          <a:r>
            <a:rPr lang="en-US" dirty="0" smtClean="0"/>
            <a:t>Methodology and Data</a:t>
          </a:r>
        </a:p>
      </dgm:t>
    </dgm:pt>
    <dgm:pt modelId="{EC92C729-8B65-4284-846A-6BE2199EB0BA}" type="parTrans" cxnId="{845A299F-67BC-4E60-B130-BF1B0872FEC9}">
      <dgm:prSet/>
      <dgm:spPr/>
      <dgm:t>
        <a:bodyPr/>
        <a:lstStyle/>
        <a:p>
          <a:pPr algn="l"/>
          <a:endParaRPr lang="en-US"/>
        </a:p>
      </dgm:t>
    </dgm:pt>
    <dgm:pt modelId="{F6BD6611-2AFA-4626-9432-28F22D51E3A2}" type="sibTrans" cxnId="{845A299F-67BC-4E60-B130-BF1B0872FEC9}">
      <dgm:prSet/>
      <dgm:spPr/>
      <dgm:t>
        <a:bodyPr/>
        <a:lstStyle/>
        <a:p>
          <a:pPr algn="l"/>
          <a:endParaRPr lang="en-US"/>
        </a:p>
      </dgm:t>
    </dgm:pt>
    <dgm:pt modelId="{7872EC56-464A-4AF7-A325-D8C04EC15CBC}">
      <dgm:prSet phldrT="[Text]"/>
      <dgm:spPr/>
      <dgm:t>
        <a:bodyPr/>
        <a:lstStyle/>
        <a:p>
          <a:pPr algn="l"/>
          <a:r>
            <a:rPr lang="en-US" dirty="0" smtClean="0"/>
            <a:t>Analysis</a:t>
          </a:r>
        </a:p>
      </dgm:t>
    </dgm:pt>
    <dgm:pt modelId="{5223AF15-77CC-4833-A5B1-731787DEF8BC}" type="parTrans" cxnId="{A9053817-889B-467E-BDFD-D479F2C8510D}">
      <dgm:prSet/>
      <dgm:spPr/>
      <dgm:t>
        <a:bodyPr/>
        <a:lstStyle/>
        <a:p>
          <a:pPr algn="l"/>
          <a:endParaRPr lang="en-US"/>
        </a:p>
      </dgm:t>
    </dgm:pt>
    <dgm:pt modelId="{39CAC057-C6C0-41D1-853D-7DBCF402493A}" type="sibTrans" cxnId="{A9053817-889B-467E-BDFD-D479F2C8510D}">
      <dgm:prSet/>
      <dgm:spPr/>
      <dgm:t>
        <a:bodyPr/>
        <a:lstStyle/>
        <a:p>
          <a:pPr algn="l"/>
          <a:endParaRPr lang="en-US"/>
        </a:p>
      </dgm:t>
    </dgm:pt>
    <dgm:pt modelId="{A62087BD-95E8-425C-AA08-2E3F5CB6E8F1}">
      <dgm:prSet phldrT="[Text]"/>
      <dgm:spPr/>
      <dgm:t>
        <a:bodyPr/>
        <a:lstStyle/>
        <a:p>
          <a:pPr algn="l"/>
          <a:r>
            <a:rPr lang="en-US" dirty="0" smtClean="0"/>
            <a:t>Limitations and Future Study</a:t>
          </a:r>
        </a:p>
      </dgm:t>
    </dgm:pt>
    <dgm:pt modelId="{A43B6C2D-897D-49E0-A48B-97FA0D2A46F0}" type="parTrans" cxnId="{AE336CEC-CD39-4D7E-B2DA-30AE65E59D35}">
      <dgm:prSet/>
      <dgm:spPr/>
      <dgm:t>
        <a:bodyPr/>
        <a:lstStyle/>
        <a:p>
          <a:pPr algn="l"/>
          <a:endParaRPr lang="en-US"/>
        </a:p>
      </dgm:t>
    </dgm:pt>
    <dgm:pt modelId="{E644DF36-F9C1-4FA2-AA54-CE524DDC1E5C}" type="sibTrans" cxnId="{AE336CEC-CD39-4D7E-B2DA-30AE65E59D35}">
      <dgm:prSet/>
      <dgm:spPr/>
      <dgm:t>
        <a:bodyPr/>
        <a:lstStyle/>
        <a:p>
          <a:pPr algn="l"/>
          <a:endParaRPr lang="en-US"/>
        </a:p>
      </dgm:t>
    </dgm:pt>
    <dgm:pt modelId="{9B4EC237-8822-4BBB-8CEA-053275063984}">
      <dgm:prSet phldrT="[Text]"/>
      <dgm:spPr/>
      <dgm:t>
        <a:bodyPr/>
        <a:lstStyle/>
        <a:p>
          <a:pPr algn="l"/>
          <a:r>
            <a:rPr lang="en-US" dirty="0" smtClean="0"/>
            <a:t>Open Discussion</a:t>
          </a:r>
        </a:p>
      </dgm:t>
    </dgm:pt>
    <dgm:pt modelId="{0E4DD1AD-A666-4612-8D23-B5D80390E8FE}" type="parTrans" cxnId="{BC6251F1-B4B1-4418-8CC3-1C322C59228C}">
      <dgm:prSet/>
      <dgm:spPr/>
      <dgm:t>
        <a:bodyPr/>
        <a:lstStyle/>
        <a:p>
          <a:pPr algn="l"/>
          <a:endParaRPr lang="en-US"/>
        </a:p>
      </dgm:t>
    </dgm:pt>
    <dgm:pt modelId="{39D612C0-AB2B-428F-B37B-99B621CBC2B2}" type="sibTrans" cxnId="{BC6251F1-B4B1-4418-8CC3-1C322C59228C}">
      <dgm:prSet/>
      <dgm:spPr/>
      <dgm:t>
        <a:bodyPr/>
        <a:lstStyle/>
        <a:p>
          <a:pPr algn="l"/>
          <a:endParaRPr lang="en-US"/>
        </a:p>
      </dgm:t>
    </dgm:pt>
    <dgm:pt modelId="{8D140726-B931-40D6-BB1B-B3F0A3626004}" type="pres">
      <dgm:prSet presAssocID="{E8371B40-932D-4D58-B0FA-03B0822BBA63}" presName="linearFlow" presStyleCnt="0">
        <dgm:presLayoutVars>
          <dgm:dir/>
          <dgm:resizeHandles val="exact"/>
        </dgm:presLayoutVars>
      </dgm:prSet>
      <dgm:spPr/>
    </dgm:pt>
    <dgm:pt modelId="{D9699B56-162B-48E0-A329-1EB01432F92C}" type="pres">
      <dgm:prSet presAssocID="{B0F4FFAA-AA80-445E-9016-4F8EF966E383}" presName="composite" presStyleCnt="0"/>
      <dgm:spPr/>
    </dgm:pt>
    <dgm:pt modelId="{6965332F-1952-481F-843C-8D6A4017949F}" type="pres">
      <dgm:prSet presAssocID="{B0F4FFAA-AA80-445E-9016-4F8EF966E383}" presName="imgShp" presStyleLbl="fgImgPlace1" presStyleIdx="0" presStyleCnt="7"/>
      <dgm:spPr/>
    </dgm:pt>
    <dgm:pt modelId="{90DF574F-C00C-419E-B294-5B62392995ED}" type="pres">
      <dgm:prSet presAssocID="{B0F4FFAA-AA80-445E-9016-4F8EF966E383}" presName="txShp" presStyleLbl="node1" presStyleIdx="0" presStyleCnt="7">
        <dgm:presLayoutVars>
          <dgm:bulletEnabled val="1"/>
        </dgm:presLayoutVars>
      </dgm:prSet>
      <dgm:spPr/>
      <dgm:t>
        <a:bodyPr/>
        <a:lstStyle/>
        <a:p>
          <a:endParaRPr lang="en-US"/>
        </a:p>
      </dgm:t>
    </dgm:pt>
    <dgm:pt modelId="{1B1F9459-3F38-48DE-85BF-8AA2BD174032}" type="pres">
      <dgm:prSet presAssocID="{FAE80C6E-058E-4391-B0E3-CA25846C12CF}" presName="spacing" presStyleCnt="0"/>
      <dgm:spPr/>
    </dgm:pt>
    <dgm:pt modelId="{0C2F101E-6C65-4DDF-BCBC-6CDAE1256EB3}" type="pres">
      <dgm:prSet presAssocID="{75099817-D799-4D08-8D69-0234AF84D1FF}" presName="composite" presStyleCnt="0"/>
      <dgm:spPr/>
    </dgm:pt>
    <dgm:pt modelId="{41043DCC-E95D-45E8-A50A-2765152EF6D5}" type="pres">
      <dgm:prSet presAssocID="{75099817-D799-4D08-8D69-0234AF84D1FF}" presName="imgShp" presStyleLbl="fgImgPlace1" presStyleIdx="1" presStyleCnt="7"/>
      <dgm:spPr/>
    </dgm:pt>
    <dgm:pt modelId="{89BEEAC4-E6ED-4176-A3A0-0FC265993473}" type="pres">
      <dgm:prSet presAssocID="{75099817-D799-4D08-8D69-0234AF84D1FF}" presName="txShp" presStyleLbl="node1" presStyleIdx="1" presStyleCnt="7">
        <dgm:presLayoutVars>
          <dgm:bulletEnabled val="1"/>
        </dgm:presLayoutVars>
      </dgm:prSet>
      <dgm:spPr/>
      <dgm:t>
        <a:bodyPr/>
        <a:lstStyle/>
        <a:p>
          <a:endParaRPr lang="en-US"/>
        </a:p>
      </dgm:t>
    </dgm:pt>
    <dgm:pt modelId="{50B09700-1528-4669-AFEB-3FDFE9EBF898}" type="pres">
      <dgm:prSet presAssocID="{170E5D74-100F-43DA-95A7-8BA8367E1240}" presName="spacing" presStyleCnt="0"/>
      <dgm:spPr/>
    </dgm:pt>
    <dgm:pt modelId="{CEBDAE1C-A04B-4A1B-BE45-2836AE5B458F}" type="pres">
      <dgm:prSet presAssocID="{73451015-89A9-4506-B6A1-A52EDA752F1D}" presName="composite" presStyleCnt="0"/>
      <dgm:spPr/>
    </dgm:pt>
    <dgm:pt modelId="{36AFC75F-A2DE-4365-8B77-BD5E3C0C770E}" type="pres">
      <dgm:prSet presAssocID="{73451015-89A9-4506-B6A1-A52EDA752F1D}" presName="imgShp" presStyleLbl="fgImgPlace1" presStyleIdx="2" presStyleCnt="7"/>
      <dgm:spPr/>
    </dgm:pt>
    <dgm:pt modelId="{9A83C161-7CE7-4FBE-A65B-AA864FAF26B5}" type="pres">
      <dgm:prSet presAssocID="{73451015-89A9-4506-B6A1-A52EDA752F1D}" presName="txShp" presStyleLbl="node1" presStyleIdx="2" presStyleCnt="7">
        <dgm:presLayoutVars>
          <dgm:bulletEnabled val="1"/>
        </dgm:presLayoutVars>
      </dgm:prSet>
      <dgm:spPr/>
      <dgm:t>
        <a:bodyPr/>
        <a:lstStyle/>
        <a:p>
          <a:endParaRPr lang="en-US"/>
        </a:p>
      </dgm:t>
    </dgm:pt>
    <dgm:pt modelId="{90FC40C4-3A9A-44FA-AA78-8F56E653007C}" type="pres">
      <dgm:prSet presAssocID="{5627F2F0-4B45-4A01-AE4E-B1CB295E781E}" presName="spacing" presStyleCnt="0"/>
      <dgm:spPr/>
    </dgm:pt>
    <dgm:pt modelId="{9DAD99BA-8144-4836-98DA-2412C87BE33F}" type="pres">
      <dgm:prSet presAssocID="{EC7309A0-CF9B-44BE-B725-DF03D6D7BBC7}" presName="composite" presStyleCnt="0"/>
      <dgm:spPr/>
    </dgm:pt>
    <dgm:pt modelId="{5B18C8C6-A1CA-45A7-9C87-F683F0C663F3}" type="pres">
      <dgm:prSet presAssocID="{EC7309A0-CF9B-44BE-B725-DF03D6D7BBC7}" presName="imgShp" presStyleLbl="fgImgPlace1" presStyleIdx="3" presStyleCnt="7"/>
      <dgm:spPr/>
    </dgm:pt>
    <dgm:pt modelId="{2612E7C1-5E4D-4B07-A5A4-1C7C1EF6A566}" type="pres">
      <dgm:prSet presAssocID="{EC7309A0-CF9B-44BE-B725-DF03D6D7BBC7}" presName="txShp" presStyleLbl="node1" presStyleIdx="3" presStyleCnt="7">
        <dgm:presLayoutVars>
          <dgm:bulletEnabled val="1"/>
        </dgm:presLayoutVars>
      </dgm:prSet>
      <dgm:spPr/>
      <dgm:t>
        <a:bodyPr/>
        <a:lstStyle/>
        <a:p>
          <a:endParaRPr lang="en-US"/>
        </a:p>
      </dgm:t>
    </dgm:pt>
    <dgm:pt modelId="{F177E6C5-1DE3-4DFE-940A-41800FD2E86A}" type="pres">
      <dgm:prSet presAssocID="{F6BD6611-2AFA-4626-9432-28F22D51E3A2}" presName="spacing" presStyleCnt="0"/>
      <dgm:spPr/>
    </dgm:pt>
    <dgm:pt modelId="{436B3A7C-485D-4FD6-BC68-10F43CA476F1}" type="pres">
      <dgm:prSet presAssocID="{7872EC56-464A-4AF7-A325-D8C04EC15CBC}" presName="composite" presStyleCnt="0"/>
      <dgm:spPr/>
    </dgm:pt>
    <dgm:pt modelId="{F713E425-6E59-482E-AFB2-1B507E620CC6}" type="pres">
      <dgm:prSet presAssocID="{7872EC56-464A-4AF7-A325-D8C04EC15CBC}" presName="imgShp" presStyleLbl="fgImgPlace1" presStyleIdx="4" presStyleCnt="7"/>
      <dgm:spPr/>
    </dgm:pt>
    <dgm:pt modelId="{E74D4CFD-B51F-4EF3-BA49-144E2D33D50E}" type="pres">
      <dgm:prSet presAssocID="{7872EC56-464A-4AF7-A325-D8C04EC15CBC}" presName="txShp" presStyleLbl="node1" presStyleIdx="4" presStyleCnt="7">
        <dgm:presLayoutVars>
          <dgm:bulletEnabled val="1"/>
        </dgm:presLayoutVars>
      </dgm:prSet>
      <dgm:spPr/>
      <dgm:t>
        <a:bodyPr/>
        <a:lstStyle/>
        <a:p>
          <a:endParaRPr lang="en-US"/>
        </a:p>
      </dgm:t>
    </dgm:pt>
    <dgm:pt modelId="{450592A2-55D1-4C81-A7E4-BE3ED7CEB4B2}" type="pres">
      <dgm:prSet presAssocID="{39CAC057-C6C0-41D1-853D-7DBCF402493A}" presName="spacing" presStyleCnt="0"/>
      <dgm:spPr/>
    </dgm:pt>
    <dgm:pt modelId="{BF695DB1-FBA8-46F2-8FD7-6832BCA30B2A}" type="pres">
      <dgm:prSet presAssocID="{A62087BD-95E8-425C-AA08-2E3F5CB6E8F1}" presName="composite" presStyleCnt="0"/>
      <dgm:spPr/>
    </dgm:pt>
    <dgm:pt modelId="{DAE632EB-9F97-4011-9001-B1C353BB1361}" type="pres">
      <dgm:prSet presAssocID="{A62087BD-95E8-425C-AA08-2E3F5CB6E8F1}" presName="imgShp" presStyleLbl="fgImgPlace1" presStyleIdx="5" presStyleCnt="7"/>
      <dgm:spPr/>
    </dgm:pt>
    <dgm:pt modelId="{6AA00FE8-242B-4888-A53F-D09E1E67898D}" type="pres">
      <dgm:prSet presAssocID="{A62087BD-95E8-425C-AA08-2E3F5CB6E8F1}" presName="txShp" presStyleLbl="node1" presStyleIdx="5" presStyleCnt="7">
        <dgm:presLayoutVars>
          <dgm:bulletEnabled val="1"/>
        </dgm:presLayoutVars>
      </dgm:prSet>
      <dgm:spPr/>
      <dgm:t>
        <a:bodyPr/>
        <a:lstStyle/>
        <a:p>
          <a:endParaRPr lang="en-US"/>
        </a:p>
      </dgm:t>
    </dgm:pt>
    <dgm:pt modelId="{DED85768-F284-486F-8B05-8A2ED3B7FDB9}" type="pres">
      <dgm:prSet presAssocID="{E644DF36-F9C1-4FA2-AA54-CE524DDC1E5C}" presName="spacing" presStyleCnt="0"/>
      <dgm:spPr/>
    </dgm:pt>
    <dgm:pt modelId="{1F3C1739-0F6E-4653-8A51-4EDC3E3E9587}" type="pres">
      <dgm:prSet presAssocID="{9B4EC237-8822-4BBB-8CEA-053275063984}" presName="composite" presStyleCnt="0"/>
      <dgm:spPr/>
    </dgm:pt>
    <dgm:pt modelId="{F5FF08DC-DB0C-4B35-B1F2-CF437C4987AF}" type="pres">
      <dgm:prSet presAssocID="{9B4EC237-8822-4BBB-8CEA-053275063984}" presName="imgShp" presStyleLbl="fgImgPlace1" presStyleIdx="6" presStyleCnt="7"/>
      <dgm:spPr/>
    </dgm:pt>
    <dgm:pt modelId="{1EAD7040-8FDD-4828-AED6-4F3F2F03D583}" type="pres">
      <dgm:prSet presAssocID="{9B4EC237-8822-4BBB-8CEA-053275063984}" presName="txShp" presStyleLbl="node1" presStyleIdx="6" presStyleCnt="7">
        <dgm:presLayoutVars>
          <dgm:bulletEnabled val="1"/>
        </dgm:presLayoutVars>
      </dgm:prSet>
      <dgm:spPr/>
      <dgm:t>
        <a:bodyPr/>
        <a:lstStyle/>
        <a:p>
          <a:endParaRPr lang="en-US"/>
        </a:p>
      </dgm:t>
    </dgm:pt>
  </dgm:ptLst>
  <dgm:cxnLst>
    <dgm:cxn modelId="{9EF1AF8A-F47F-45CD-AF66-B006ADA4B6C5}" type="presOf" srcId="{73451015-89A9-4506-B6A1-A52EDA752F1D}" destId="{9A83C161-7CE7-4FBE-A65B-AA864FAF26B5}" srcOrd="0" destOrd="0" presId="urn:microsoft.com/office/officeart/2005/8/layout/vList3"/>
    <dgm:cxn modelId="{B2D42D45-5E15-49C7-AE4A-85505E72454B}" srcId="{E8371B40-932D-4D58-B0FA-03B0822BBA63}" destId="{B0F4FFAA-AA80-445E-9016-4F8EF966E383}" srcOrd="0" destOrd="0" parTransId="{161FD2C6-F8FE-472D-9C6C-A8F193FE86F0}" sibTransId="{FAE80C6E-058E-4391-B0E3-CA25846C12CF}"/>
    <dgm:cxn modelId="{D718B188-BD93-4199-BC4E-FB01E2F269C8}" srcId="{E8371B40-932D-4D58-B0FA-03B0822BBA63}" destId="{75099817-D799-4D08-8D69-0234AF84D1FF}" srcOrd="1" destOrd="0" parTransId="{C02AD437-CFD9-4E1A-B813-673FA16D4FF3}" sibTransId="{170E5D74-100F-43DA-95A7-8BA8367E1240}"/>
    <dgm:cxn modelId="{62ABA70E-5B6E-4069-B47A-DC65F48F48CB}" srcId="{E8371B40-932D-4D58-B0FA-03B0822BBA63}" destId="{73451015-89A9-4506-B6A1-A52EDA752F1D}" srcOrd="2" destOrd="0" parTransId="{F1BE5A06-786B-4A3F-8FD7-B37CEC279176}" sibTransId="{5627F2F0-4B45-4A01-AE4E-B1CB295E781E}"/>
    <dgm:cxn modelId="{55505B2C-A05F-4FD6-9BD6-E6EDC81C0CC7}" type="presOf" srcId="{B0F4FFAA-AA80-445E-9016-4F8EF966E383}" destId="{90DF574F-C00C-419E-B294-5B62392995ED}" srcOrd="0" destOrd="0" presId="urn:microsoft.com/office/officeart/2005/8/layout/vList3"/>
    <dgm:cxn modelId="{6A5D3F3E-2589-45C4-820F-F344193BB59B}" type="presOf" srcId="{EC7309A0-CF9B-44BE-B725-DF03D6D7BBC7}" destId="{2612E7C1-5E4D-4B07-A5A4-1C7C1EF6A566}" srcOrd="0" destOrd="0" presId="urn:microsoft.com/office/officeart/2005/8/layout/vList3"/>
    <dgm:cxn modelId="{E07C89D6-682A-43A4-A7A8-90604C17B076}" type="presOf" srcId="{E8371B40-932D-4D58-B0FA-03B0822BBA63}" destId="{8D140726-B931-40D6-BB1B-B3F0A3626004}" srcOrd="0" destOrd="0" presId="urn:microsoft.com/office/officeart/2005/8/layout/vList3"/>
    <dgm:cxn modelId="{7E33ED63-3D87-4751-B366-8B0EE3CB8609}" type="presOf" srcId="{75099817-D799-4D08-8D69-0234AF84D1FF}" destId="{89BEEAC4-E6ED-4176-A3A0-0FC265993473}" srcOrd="0" destOrd="0" presId="urn:microsoft.com/office/officeart/2005/8/layout/vList3"/>
    <dgm:cxn modelId="{845A299F-67BC-4E60-B130-BF1B0872FEC9}" srcId="{E8371B40-932D-4D58-B0FA-03B0822BBA63}" destId="{EC7309A0-CF9B-44BE-B725-DF03D6D7BBC7}" srcOrd="3" destOrd="0" parTransId="{EC92C729-8B65-4284-846A-6BE2199EB0BA}" sibTransId="{F6BD6611-2AFA-4626-9432-28F22D51E3A2}"/>
    <dgm:cxn modelId="{0EABE6AF-14E9-449F-BD30-1DCC078B80CF}" type="presOf" srcId="{A62087BD-95E8-425C-AA08-2E3F5CB6E8F1}" destId="{6AA00FE8-242B-4888-A53F-D09E1E67898D}" srcOrd="0" destOrd="0" presId="urn:microsoft.com/office/officeart/2005/8/layout/vList3"/>
    <dgm:cxn modelId="{25834EAF-E348-4D3A-A65E-46864A676B0E}" type="presOf" srcId="{7872EC56-464A-4AF7-A325-D8C04EC15CBC}" destId="{E74D4CFD-B51F-4EF3-BA49-144E2D33D50E}" srcOrd="0" destOrd="0" presId="urn:microsoft.com/office/officeart/2005/8/layout/vList3"/>
    <dgm:cxn modelId="{57A1A3C5-4E2B-4339-A314-7C18622E4D98}" type="presOf" srcId="{9B4EC237-8822-4BBB-8CEA-053275063984}" destId="{1EAD7040-8FDD-4828-AED6-4F3F2F03D583}" srcOrd="0" destOrd="0" presId="urn:microsoft.com/office/officeart/2005/8/layout/vList3"/>
    <dgm:cxn modelId="{AE336CEC-CD39-4D7E-B2DA-30AE65E59D35}" srcId="{E8371B40-932D-4D58-B0FA-03B0822BBA63}" destId="{A62087BD-95E8-425C-AA08-2E3F5CB6E8F1}" srcOrd="5" destOrd="0" parTransId="{A43B6C2D-897D-49E0-A48B-97FA0D2A46F0}" sibTransId="{E644DF36-F9C1-4FA2-AA54-CE524DDC1E5C}"/>
    <dgm:cxn modelId="{A9053817-889B-467E-BDFD-D479F2C8510D}" srcId="{E8371B40-932D-4D58-B0FA-03B0822BBA63}" destId="{7872EC56-464A-4AF7-A325-D8C04EC15CBC}" srcOrd="4" destOrd="0" parTransId="{5223AF15-77CC-4833-A5B1-731787DEF8BC}" sibTransId="{39CAC057-C6C0-41D1-853D-7DBCF402493A}"/>
    <dgm:cxn modelId="{BC6251F1-B4B1-4418-8CC3-1C322C59228C}" srcId="{E8371B40-932D-4D58-B0FA-03B0822BBA63}" destId="{9B4EC237-8822-4BBB-8CEA-053275063984}" srcOrd="6" destOrd="0" parTransId="{0E4DD1AD-A666-4612-8D23-B5D80390E8FE}" sibTransId="{39D612C0-AB2B-428F-B37B-99B621CBC2B2}"/>
    <dgm:cxn modelId="{8D3A54AB-7538-41A7-9347-5FA641DA684E}" type="presParOf" srcId="{8D140726-B931-40D6-BB1B-B3F0A3626004}" destId="{D9699B56-162B-48E0-A329-1EB01432F92C}" srcOrd="0" destOrd="0" presId="urn:microsoft.com/office/officeart/2005/8/layout/vList3"/>
    <dgm:cxn modelId="{70934D8E-CFAE-4C31-8693-1D6CA5A2D018}" type="presParOf" srcId="{D9699B56-162B-48E0-A329-1EB01432F92C}" destId="{6965332F-1952-481F-843C-8D6A4017949F}" srcOrd="0" destOrd="0" presId="urn:microsoft.com/office/officeart/2005/8/layout/vList3"/>
    <dgm:cxn modelId="{8D8D72BB-CA01-44F2-8946-A66A9A04446F}" type="presParOf" srcId="{D9699B56-162B-48E0-A329-1EB01432F92C}" destId="{90DF574F-C00C-419E-B294-5B62392995ED}" srcOrd="1" destOrd="0" presId="urn:microsoft.com/office/officeart/2005/8/layout/vList3"/>
    <dgm:cxn modelId="{B7455723-DF52-47F6-9F86-B02AE97B6649}" type="presParOf" srcId="{8D140726-B931-40D6-BB1B-B3F0A3626004}" destId="{1B1F9459-3F38-48DE-85BF-8AA2BD174032}" srcOrd="1" destOrd="0" presId="urn:microsoft.com/office/officeart/2005/8/layout/vList3"/>
    <dgm:cxn modelId="{F21BAF03-20CF-4687-87BF-E50913CD2CA7}" type="presParOf" srcId="{8D140726-B931-40D6-BB1B-B3F0A3626004}" destId="{0C2F101E-6C65-4DDF-BCBC-6CDAE1256EB3}" srcOrd="2" destOrd="0" presId="urn:microsoft.com/office/officeart/2005/8/layout/vList3"/>
    <dgm:cxn modelId="{A4EDD6BF-4CA5-4236-A79A-E57A67C1B6EC}" type="presParOf" srcId="{0C2F101E-6C65-4DDF-BCBC-6CDAE1256EB3}" destId="{41043DCC-E95D-45E8-A50A-2765152EF6D5}" srcOrd="0" destOrd="0" presId="urn:microsoft.com/office/officeart/2005/8/layout/vList3"/>
    <dgm:cxn modelId="{BF2BBA51-DAC6-413C-A5CD-D2976FD81A87}" type="presParOf" srcId="{0C2F101E-6C65-4DDF-BCBC-6CDAE1256EB3}" destId="{89BEEAC4-E6ED-4176-A3A0-0FC265993473}" srcOrd="1" destOrd="0" presId="urn:microsoft.com/office/officeart/2005/8/layout/vList3"/>
    <dgm:cxn modelId="{D5DECC4E-A507-4742-B5FB-077B9C5C7145}" type="presParOf" srcId="{8D140726-B931-40D6-BB1B-B3F0A3626004}" destId="{50B09700-1528-4669-AFEB-3FDFE9EBF898}" srcOrd="3" destOrd="0" presId="urn:microsoft.com/office/officeart/2005/8/layout/vList3"/>
    <dgm:cxn modelId="{44A4A001-896F-4E0F-A658-CE9642E68588}" type="presParOf" srcId="{8D140726-B931-40D6-BB1B-B3F0A3626004}" destId="{CEBDAE1C-A04B-4A1B-BE45-2836AE5B458F}" srcOrd="4" destOrd="0" presId="urn:microsoft.com/office/officeart/2005/8/layout/vList3"/>
    <dgm:cxn modelId="{D077E8B9-2108-48EC-970B-306EA97FF5BA}" type="presParOf" srcId="{CEBDAE1C-A04B-4A1B-BE45-2836AE5B458F}" destId="{36AFC75F-A2DE-4365-8B77-BD5E3C0C770E}" srcOrd="0" destOrd="0" presId="urn:microsoft.com/office/officeart/2005/8/layout/vList3"/>
    <dgm:cxn modelId="{623EF30C-6D88-45D4-889A-1111A0BC9C22}" type="presParOf" srcId="{CEBDAE1C-A04B-4A1B-BE45-2836AE5B458F}" destId="{9A83C161-7CE7-4FBE-A65B-AA864FAF26B5}" srcOrd="1" destOrd="0" presId="urn:microsoft.com/office/officeart/2005/8/layout/vList3"/>
    <dgm:cxn modelId="{D1DD7BD3-47E2-4DD5-B682-52C73B09E147}" type="presParOf" srcId="{8D140726-B931-40D6-BB1B-B3F0A3626004}" destId="{90FC40C4-3A9A-44FA-AA78-8F56E653007C}" srcOrd="5" destOrd="0" presId="urn:microsoft.com/office/officeart/2005/8/layout/vList3"/>
    <dgm:cxn modelId="{CD55340D-6DC1-4D94-9EA3-F6F0B9EA3B5B}" type="presParOf" srcId="{8D140726-B931-40D6-BB1B-B3F0A3626004}" destId="{9DAD99BA-8144-4836-98DA-2412C87BE33F}" srcOrd="6" destOrd="0" presId="urn:microsoft.com/office/officeart/2005/8/layout/vList3"/>
    <dgm:cxn modelId="{7607F850-AF95-481D-9AB9-3732F281F5DB}" type="presParOf" srcId="{9DAD99BA-8144-4836-98DA-2412C87BE33F}" destId="{5B18C8C6-A1CA-45A7-9C87-F683F0C663F3}" srcOrd="0" destOrd="0" presId="urn:microsoft.com/office/officeart/2005/8/layout/vList3"/>
    <dgm:cxn modelId="{C849E3E8-BFFC-477F-8CDF-2362CE981153}" type="presParOf" srcId="{9DAD99BA-8144-4836-98DA-2412C87BE33F}" destId="{2612E7C1-5E4D-4B07-A5A4-1C7C1EF6A566}" srcOrd="1" destOrd="0" presId="urn:microsoft.com/office/officeart/2005/8/layout/vList3"/>
    <dgm:cxn modelId="{30873C6E-807D-4422-9AA5-DFE672DC166C}" type="presParOf" srcId="{8D140726-B931-40D6-BB1B-B3F0A3626004}" destId="{F177E6C5-1DE3-4DFE-940A-41800FD2E86A}" srcOrd="7" destOrd="0" presId="urn:microsoft.com/office/officeart/2005/8/layout/vList3"/>
    <dgm:cxn modelId="{1C1D8F17-4741-4018-96E6-B3F438212672}" type="presParOf" srcId="{8D140726-B931-40D6-BB1B-B3F0A3626004}" destId="{436B3A7C-485D-4FD6-BC68-10F43CA476F1}" srcOrd="8" destOrd="0" presId="urn:microsoft.com/office/officeart/2005/8/layout/vList3"/>
    <dgm:cxn modelId="{5AB8AB28-EB9D-4AA7-ABF1-407CE64240DA}" type="presParOf" srcId="{436B3A7C-485D-4FD6-BC68-10F43CA476F1}" destId="{F713E425-6E59-482E-AFB2-1B507E620CC6}" srcOrd="0" destOrd="0" presId="urn:microsoft.com/office/officeart/2005/8/layout/vList3"/>
    <dgm:cxn modelId="{9570B1D5-526F-48A4-B05D-9763C0CD3791}" type="presParOf" srcId="{436B3A7C-485D-4FD6-BC68-10F43CA476F1}" destId="{E74D4CFD-B51F-4EF3-BA49-144E2D33D50E}" srcOrd="1" destOrd="0" presId="urn:microsoft.com/office/officeart/2005/8/layout/vList3"/>
    <dgm:cxn modelId="{7A407F0D-5D11-4F6B-8D7C-F4570F487A6C}" type="presParOf" srcId="{8D140726-B931-40D6-BB1B-B3F0A3626004}" destId="{450592A2-55D1-4C81-A7E4-BE3ED7CEB4B2}" srcOrd="9" destOrd="0" presId="urn:microsoft.com/office/officeart/2005/8/layout/vList3"/>
    <dgm:cxn modelId="{710B4DFE-72D2-4590-A75A-428E5F85D999}" type="presParOf" srcId="{8D140726-B931-40D6-BB1B-B3F0A3626004}" destId="{BF695DB1-FBA8-46F2-8FD7-6832BCA30B2A}" srcOrd="10" destOrd="0" presId="urn:microsoft.com/office/officeart/2005/8/layout/vList3"/>
    <dgm:cxn modelId="{B69BF7B9-C73C-439C-91B7-92F198B163E8}" type="presParOf" srcId="{BF695DB1-FBA8-46F2-8FD7-6832BCA30B2A}" destId="{DAE632EB-9F97-4011-9001-B1C353BB1361}" srcOrd="0" destOrd="0" presId="urn:microsoft.com/office/officeart/2005/8/layout/vList3"/>
    <dgm:cxn modelId="{E460B0FF-9F63-4249-85DF-298A0ACF8735}" type="presParOf" srcId="{BF695DB1-FBA8-46F2-8FD7-6832BCA30B2A}" destId="{6AA00FE8-242B-4888-A53F-D09E1E67898D}" srcOrd="1" destOrd="0" presId="urn:microsoft.com/office/officeart/2005/8/layout/vList3"/>
    <dgm:cxn modelId="{E0E600FF-3F85-4BF6-8F6A-8B3FF12C5C72}" type="presParOf" srcId="{8D140726-B931-40D6-BB1B-B3F0A3626004}" destId="{DED85768-F284-486F-8B05-8A2ED3B7FDB9}" srcOrd="11" destOrd="0" presId="urn:microsoft.com/office/officeart/2005/8/layout/vList3"/>
    <dgm:cxn modelId="{1F13126C-1C61-4F30-AAF5-48B79D80B127}" type="presParOf" srcId="{8D140726-B931-40D6-BB1B-B3F0A3626004}" destId="{1F3C1739-0F6E-4653-8A51-4EDC3E3E9587}" srcOrd="12" destOrd="0" presId="urn:microsoft.com/office/officeart/2005/8/layout/vList3"/>
    <dgm:cxn modelId="{FBEC63D7-52B7-4894-BA03-9FBCE2E25DD0}" type="presParOf" srcId="{1F3C1739-0F6E-4653-8A51-4EDC3E3E9587}" destId="{F5FF08DC-DB0C-4B35-B1F2-CF437C4987AF}" srcOrd="0" destOrd="0" presId="urn:microsoft.com/office/officeart/2005/8/layout/vList3"/>
    <dgm:cxn modelId="{3407EA83-D653-4579-AD10-3D279F0AB053}" type="presParOf" srcId="{1F3C1739-0F6E-4653-8A51-4EDC3E3E9587}" destId="{1EAD7040-8FDD-4828-AED6-4F3F2F03D583}"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dgm:spPr/>
      <dgm:t>
        <a:bodyPr/>
        <a:lstStyle/>
        <a:p>
          <a:r>
            <a:rPr lang="en-US" dirty="0" smtClean="0"/>
            <a:t>Construct</a:t>
          </a:r>
          <a:endParaRPr lang="en-US"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dgm:spPr/>
      <dgm:t>
        <a:bodyPr/>
        <a:lstStyle/>
        <a:p>
          <a:r>
            <a:rPr lang="en-US" dirty="0" smtClean="0"/>
            <a:t>Technology</a:t>
          </a:r>
          <a:endParaRPr lang="en-US"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275823A6-DA31-4015-971F-013EA967541C}">
      <dgm:prSet phldrT="[Text]"/>
      <dgm:spPr/>
      <dgm:t>
        <a:bodyPr/>
        <a:lstStyle/>
        <a:p>
          <a:r>
            <a:rPr lang="en-US" dirty="0" smtClean="0"/>
            <a:t>Literature</a:t>
          </a:r>
          <a:endParaRPr lang="en-US" dirty="0"/>
        </a:p>
      </dgm:t>
    </dgm:pt>
    <dgm:pt modelId="{875E5474-64E5-4108-955A-9C4C5981F19E}" type="parTrans" cxnId="{7437843E-C873-4F0A-B5EA-DE17D4B19CEC}">
      <dgm:prSet/>
      <dgm:spPr/>
      <dgm:t>
        <a:bodyPr/>
        <a:lstStyle/>
        <a:p>
          <a:endParaRPr lang="en-US"/>
        </a:p>
      </dgm:t>
    </dgm:pt>
    <dgm:pt modelId="{51902D99-3A7E-49E6-ACF4-64573B002DF3}" type="sibTrans" cxnId="{7437843E-C873-4F0A-B5EA-DE17D4B19CEC}">
      <dgm:prSet/>
      <dgm:spPr/>
      <dgm:t>
        <a:bodyPr/>
        <a:lstStyle/>
        <a:p>
          <a:endParaRPr lang="en-US"/>
        </a:p>
      </dgm:t>
    </dgm:pt>
    <dgm:pt modelId="{E7E09A88-A855-416A-B17D-5608BAB5F968}">
      <dgm:prSet phldrT="[Text]" phldr="1"/>
      <dgm:spPr/>
      <dgm:t>
        <a:bodyPr/>
        <a:lstStyle/>
        <a:p>
          <a:endParaRPr lang="en-US"/>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2645AA64-F59A-4567-9741-8E504AE7F8ED}">
      <dgm:prSet phldrT="[Text]"/>
      <dgm:spPr/>
      <dgm:t>
        <a:bodyPr/>
        <a:lstStyle/>
        <a:p>
          <a:r>
            <a:rPr lang="en-US" dirty="0" smtClean="0"/>
            <a:t>Limitations</a:t>
          </a:r>
          <a:endParaRPr lang="en-US" dirty="0"/>
        </a:p>
      </dgm:t>
    </dgm:pt>
    <dgm:pt modelId="{AC7E47B7-C191-494F-A858-138D80EBAA8B}" type="parTrans" cxnId="{9CD48B93-ABB8-433A-A639-193F0A28CBE5}">
      <dgm:prSet/>
      <dgm:spPr/>
      <dgm:t>
        <a:bodyPr/>
        <a:lstStyle/>
        <a:p>
          <a:endParaRPr lang="en-US"/>
        </a:p>
      </dgm:t>
    </dgm:pt>
    <dgm:pt modelId="{8534D89E-94B4-4294-B728-B7172A8E774D}" type="sibTrans" cxnId="{9CD48B93-ABB8-433A-A639-193F0A28CBE5}">
      <dgm:prSet/>
      <dgm:spPr/>
      <dgm:t>
        <a:bodyPr/>
        <a:lstStyle/>
        <a:p>
          <a:endParaRPr lang="en-US"/>
        </a:p>
      </dgm:t>
    </dgm:pt>
    <dgm:pt modelId="{D264B8C8-0C74-4047-BC3D-D328ABB04B07}">
      <dgm:prSet phldrT="[Text]" phldr="1"/>
      <dgm:spPr/>
      <dgm:t>
        <a:bodyPr/>
        <a:lstStyle/>
        <a:p>
          <a:endParaRPr lang="en-US"/>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C92115F-DFB0-4372-AF66-CF11B70A8EFD}" type="pres">
      <dgm:prSet presAssocID="{275823A6-DA31-4015-971F-013EA967541C}" presName="compositeNode" presStyleCnt="0">
        <dgm:presLayoutVars>
          <dgm:bulletEnabled val="1"/>
        </dgm:presLayoutVars>
      </dgm:prSet>
      <dgm:spPr/>
    </dgm:pt>
    <dgm:pt modelId="{CB5EA34A-627A-4C1F-96E3-4088D2A98FDD}" type="pres">
      <dgm:prSet presAssocID="{275823A6-DA31-4015-971F-013EA967541C}" presName="bgRect" presStyleLbl="node1" presStyleIdx="1" presStyleCnt="3"/>
      <dgm:spPr/>
      <dgm:t>
        <a:bodyPr/>
        <a:lstStyle/>
        <a:p>
          <a:endParaRPr lang="en-US"/>
        </a:p>
      </dgm:t>
    </dgm:pt>
    <dgm:pt modelId="{752682F3-57CE-4B43-B292-A62B3D508EDD}" type="pres">
      <dgm:prSet presAssocID="{275823A6-DA31-4015-971F-013EA967541C}" presName="parentNode" presStyleLbl="node1" presStyleIdx="1" presStyleCnt="3">
        <dgm:presLayoutVars>
          <dgm:chMax val="0"/>
          <dgm:bulletEnabled val="1"/>
        </dgm:presLayoutVars>
      </dgm:prSet>
      <dgm:spPr/>
      <dgm:t>
        <a:bodyPr/>
        <a:lstStyle/>
        <a:p>
          <a:endParaRPr lang="en-US"/>
        </a:p>
      </dgm:t>
    </dgm:pt>
    <dgm:pt modelId="{7C1FE252-E5CE-40AF-AE08-799A5F741FEE}" type="pres">
      <dgm:prSet presAssocID="{275823A6-DA31-4015-971F-013EA967541C}" presName="childNode" presStyleLbl="node1" presStyleIdx="1" presStyleCnt="3">
        <dgm:presLayoutVars>
          <dgm:bulletEnabled val="1"/>
        </dgm:presLayoutVars>
      </dgm:prSet>
      <dgm:spPr/>
      <dgm:t>
        <a:bodyPr/>
        <a:lstStyle/>
        <a:p>
          <a:endParaRPr lang="en-US"/>
        </a:p>
      </dgm:t>
    </dgm:pt>
    <dgm:pt modelId="{E94DD569-30C2-4DB5-BFE9-2EA1C054A099}" type="pres">
      <dgm:prSet presAssocID="{51902D99-3A7E-49E6-ACF4-64573B002DF3}" presName="hSp" presStyleCnt="0"/>
      <dgm:spPr/>
    </dgm:pt>
    <dgm:pt modelId="{D0762C22-9124-4CFC-9FEF-33DB241A1B75}" type="pres">
      <dgm:prSet presAssocID="{51902D99-3A7E-49E6-ACF4-64573B002DF3}" presName="vProcSp" presStyleCnt="0"/>
      <dgm:spPr/>
    </dgm:pt>
    <dgm:pt modelId="{C8DF72E1-70D1-4214-8DAD-40E18FF824F5}" type="pres">
      <dgm:prSet presAssocID="{51902D99-3A7E-49E6-ACF4-64573B002DF3}" presName="vSp1" presStyleCnt="0"/>
      <dgm:spPr/>
    </dgm:pt>
    <dgm:pt modelId="{BAC8B8B3-49A2-4BE7-B498-654C601FE809}" type="pres">
      <dgm:prSet presAssocID="{51902D99-3A7E-49E6-ACF4-64573B002DF3}" presName="simulatedConn" presStyleLbl="solidFgAcc1" presStyleIdx="1" presStyleCnt="2"/>
      <dgm:spPr/>
    </dgm:pt>
    <dgm:pt modelId="{4A5065A5-7398-4E75-9460-0F7770025FB9}" type="pres">
      <dgm:prSet presAssocID="{51902D99-3A7E-49E6-ACF4-64573B002DF3}" presName="vSp2" presStyleCnt="0"/>
      <dgm:spPr/>
    </dgm:pt>
    <dgm:pt modelId="{2AE61FAA-6DD0-4F7B-8C42-F1DA0A887180}" type="pres">
      <dgm:prSet presAssocID="{51902D99-3A7E-49E6-ACF4-64573B002DF3}" presName="sibTrans" presStyleCnt="0"/>
      <dgm:spPr/>
    </dgm:pt>
    <dgm:pt modelId="{72B73D94-A19D-488F-A34B-978C721C47B4}" type="pres">
      <dgm:prSet presAssocID="{2645AA64-F59A-4567-9741-8E504AE7F8ED}" presName="compositeNode" presStyleCnt="0">
        <dgm:presLayoutVars>
          <dgm:bulletEnabled val="1"/>
        </dgm:presLayoutVars>
      </dgm:prSet>
      <dgm:spPr/>
    </dgm:pt>
    <dgm:pt modelId="{BBE81636-BCDD-48A0-B978-839FA7B950F8}" type="pres">
      <dgm:prSet presAssocID="{2645AA64-F59A-4567-9741-8E504AE7F8ED}" presName="bgRect" presStyleLbl="node1" presStyleIdx="2" presStyleCnt="3"/>
      <dgm:spPr/>
      <dgm:t>
        <a:bodyPr/>
        <a:lstStyle/>
        <a:p>
          <a:endParaRPr lang="en-US"/>
        </a:p>
      </dgm:t>
    </dgm:pt>
    <dgm:pt modelId="{5002EEF7-AB5F-41AC-BBA4-49DC2C142864}" type="pres">
      <dgm:prSet presAssocID="{2645AA64-F59A-4567-9741-8E504AE7F8ED}" presName="parentNode" presStyleLbl="node1" presStyleIdx="2" presStyleCnt="3">
        <dgm:presLayoutVars>
          <dgm:chMax val="0"/>
          <dgm:bulletEnabled val="1"/>
        </dgm:presLayoutVars>
      </dgm:prSet>
      <dgm:spPr/>
      <dgm:t>
        <a:bodyPr/>
        <a:lstStyle/>
        <a:p>
          <a:endParaRPr lang="en-US"/>
        </a:p>
      </dgm:t>
    </dgm:pt>
    <dgm:pt modelId="{4428B23C-049C-4D7B-92D7-DD65A1003E4E}" type="pres">
      <dgm:prSet presAssocID="{2645AA64-F59A-4567-9741-8E504AE7F8ED}" presName="childNode" presStyleLbl="node1" presStyleIdx="2" presStyleCnt="3">
        <dgm:presLayoutVars>
          <dgm:bulletEnabled val="1"/>
        </dgm:presLayoutVars>
      </dgm:prSet>
      <dgm:spPr/>
      <dgm:t>
        <a:bodyPr/>
        <a:lstStyle/>
        <a:p>
          <a:endParaRPr lang="en-US"/>
        </a:p>
      </dgm:t>
    </dgm:pt>
  </dgm:ptLst>
  <dgm:cxnLst>
    <dgm:cxn modelId="{B4079E49-8C15-4492-A72D-B785699EEDEF}" type="presOf" srcId="{56D25664-E470-4423-B8A9-9B6E4F3E9501}" destId="{1F2FC209-C6F9-4BD8-BE18-C50B50281548}" srcOrd="1" destOrd="0" presId="urn:microsoft.com/office/officeart/2005/8/layout/hProcess7"/>
    <dgm:cxn modelId="{C5F869C1-8FEF-4035-9EC3-FDF0092FF2C9}" srcId="{56D25664-E470-4423-B8A9-9B6E4F3E9501}" destId="{F754AD28-8B54-47D9-83F1-8D45F35B4A81}" srcOrd="0" destOrd="0" parTransId="{26AD8160-5FF5-41BE-AFAF-E29D66F0469B}" sibTransId="{BE9BECBC-F94F-4E2F-BDB2-93E8BAEBEFE7}"/>
    <dgm:cxn modelId="{982C3429-E99B-4B29-AA58-585E121A0F18}" type="presOf" srcId="{D264B8C8-0C74-4047-BC3D-D328ABB04B07}" destId="{4428B23C-049C-4D7B-92D7-DD65A1003E4E}" srcOrd="0" destOrd="0" presId="urn:microsoft.com/office/officeart/2005/8/layout/hProcess7"/>
    <dgm:cxn modelId="{E3BA9FB2-B5D4-4A6B-A343-CF7A90A8C69E}" type="presOf" srcId="{F754AD28-8B54-47D9-83F1-8D45F35B4A81}" destId="{0F07502A-98A4-4880-9779-27EA2BEB6F02}" srcOrd="0" destOrd="0" presId="urn:microsoft.com/office/officeart/2005/8/layout/hProcess7"/>
    <dgm:cxn modelId="{ACFF0878-7DBB-4F38-B291-B00E324656EA}" type="presOf" srcId="{E12051B9-F660-41FB-9BFB-187ECABCD821}" destId="{4413368B-ACCA-469B-9D0E-1FEFC4075FB0}" srcOrd="0" destOrd="0" presId="urn:microsoft.com/office/officeart/2005/8/layout/hProcess7"/>
    <dgm:cxn modelId="{955316F3-D59D-4E22-BAC5-4B54F7BE800A}" srcId="{275823A6-DA31-4015-971F-013EA967541C}" destId="{E7E09A88-A855-416A-B17D-5608BAB5F968}" srcOrd="0" destOrd="0" parTransId="{791A9365-62E9-4724-B5DD-36351582D82E}" sibTransId="{C2A5DE0A-7824-4E35-BB27-47DBE8541DB5}"/>
    <dgm:cxn modelId="{0BB8952D-4477-4C8D-A1CB-F7BE57D33850}" type="presOf" srcId="{56D25664-E470-4423-B8A9-9B6E4F3E9501}" destId="{5EE1D2E5-E13B-4FA3-A68E-FA18C8AD1A1A}" srcOrd="0" destOrd="0" presId="urn:microsoft.com/office/officeart/2005/8/layout/hProcess7"/>
    <dgm:cxn modelId="{7437843E-C873-4F0A-B5EA-DE17D4B19CEC}" srcId="{E12051B9-F660-41FB-9BFB-187ECABCD821}" destId="{275823A6-DA31-4015-971F-013EA967541C}" srcOrd="1" destOrd="0" parTransId="{875E5474-64E5-4108-955A-9C4C5981F19E}" sibTransId="{51902D99-3A7E-49E6-ACF4-64573B002DF3}"/>
    <dgm:cxn modelId="{7AD55E02-AAF6-4B97-910E-6630BC69E26C}" type="presOf" srcId="{275823A6-DA31-4015-971F-013EA967541C}" destId="{752682F3-57CE-4B43-B292-A62B3D508EDD}" srcOrd="1" destOrd="0" presId="urn:microsoft.com/office/officeart/2005/8/layout/hProcess7"/>
    <dgm:cxn modelId="{9CD48B93-ABB8-433A-A639-193F0A28CBE5}" srcId="{E12051B9-F660-41FB-9BFB-187ECABCD821}" destId="{2645AA64-F59A-4567-9741-8E504AE7F8ED}" srcOrd="2" destOrd="0" parTransId="{AC7E47B7-C191-494F-A858-138D80EBAA8B}" sibTransId="{8534D89E-94B4-4294-B728-B7172A8E774D}"/>
    <dgm:cxn modelId="{76F14B5A-7078-4E00-849A-87AEE3907D77}" type="presOf" srcId="{2645AA64-F59A-4567-9741-8E504AE7F8ED}" destId="{5002EEF7-AB5F-41AC-BBA4-49DC2C142864}" srcOrd="1" destOrd="0" presId="urn:microsoft.com/office/officeart/2005/8/layout/hProcess7"/>
    <dgm:cxn modelId="{874CAB56-E993-4BA7-B073-DD6F211AB452}" srcId="{E12051B9-F660-41FB-9BFB-187ECABCD821}" destId="{56D25664-E470-4423-B8A9-9B6E4F3E9501}" srcOrd="0" destOrd="0" parTransId="{AE225F17-CB4A-4698-895E-495209A24EDD}" sibTransId="{0513D618-905F-43E6-8DF3-0764A99732D8}"/>
    <dgm:cxn modelId="{4B8BD138-B8D8-4987-9D01-12439CC30C2C}" type="presOf" srcId="{E7E09A88-A855-416A-B17D-5608BAB5F968}" destId="{7C1FE252-E5CE-40AF-AE08-799A5F741FEE}" srcOrd="0" destOrd="0" presId="urn:microsoft.com/office/officeart/2005/8/layout/hProcess7"/>
    <dgm:cxn modelId="{78906CAA-52AE-4D19-BD07-D9E0618BF54F}" type="presOf" srcId="{275823A6-DA31-4015-971F-013EA967541C}" destId="{CB5EA34A-627A-4C1F-96E3-4088D2A98FDD}" srcOrd="0" destOrd="0" presId="urn:microsoft.com/office/officeart/2005/8/layout/hProcess7"/>
    <dgm:cxn modelId="{DB884937-1E09-49E0-BABE-97AC4679294D}" srcId="{2645AA64-F59A-4567-9741-8E504AE7F8ED}" destId="{D264B8C8-0C74-4047-BC3D-D328ABB04B07}" srcOrd="0" destOrd="0" parTransId="{EFE8DCE1-CB9B-44C0-BE30-595BF1898A8E}" sibTransId="{E5F6790C-BCA3-4DEC-A52E-7D738F9F57BD}"/>
    <dgm:cxn modelId="{9EF043F6-81C9-4B62-A3C2-161B9242ACE0}" type="presOf" srcId="{2645AA64-F59A-4567-9741-8E504AE7F8ED}" destId="{BBE81636-BCDD-48A0-B978-839FA7B950F8}" srcOrd="0" destOrd="0" presId="urn:microsoft.com/office/officeart/2005/8/layout/hProcess7"/>
    <dgm:cxn modelId="{6FF34941-3A60-47E8-9587-23E7C2E7FBB9}" type="presParOf" srcId="{4413368B-ACCA-469B-9D0E-1FEFC4075FB0}" destId="{8E1BCC0E-B989-4435-8915-645304C71A64}" srcOrd="0" destOrd="0" presId="urn:microsoft.com/office/officeart/2005/8/layout/hProcess7"/>
    <dgm:cxn modelId="{6E507EE1-9038-444D-AC92-4EDC3105A0FF}" type="presParOf" srcId="{8E1BCC0E-B989-4435-8915-645304C71A64}" destId="{5EE1D2E5-E13B-4FA3-A68E-FA18C8AD1A1A}" srcOrd="0" destOrd="0" presId="urn:microsoft.com/office/officeart/2005/8/layout/hProcess7"/>
    <dgm:cxn modelId="{F27016E5-F178-43A6-9147-AB6FE8EFAF43}" type="presParOf" srcId="{8E1BCC0E-B989-4435-8915-645304C71A64}" destId="{1F2FC209-C6F9-4BD8-BE18-C50B50281548}" srcOrd="1" destOrd="0" presId="urn:microsoft.com/office/officeart/2005/8/layout/hProcess7"/>
    <dgm:cxn modelId="{7A8EE87A-1200-4701-912C-BD5C4FDE9B55}" type="presParOf" srcId="{8E1BCC0E-B989-4435-8915-645304C71A64}" destId="{0F07502A-98A4-4880-9779-27EA2BEB6F02}" srcOrd="2" destOrd="0" presId="urn:microsoft.com/office/officeart/2005/8/layout/hProcess7"/>
    <dgm:cxn modelId="{635FAD3F-BFBC-4471-A1F5-D7ABFDD0460F}" type="presParOf" srcId="{4413368B-ACCA-469B-9D0E-1FEFC4075FB0}" destId="{13ACBB4E-2F0C-4773-92A7-F091255EA962}" srcOrd="1" destOrd="0" presId="urn:microsoft.com/office/officeart/2005/8/layout/hProcess7"/>
    <dgm:cxn modelId="{5438440B-6D26-4FDE-8C50-449244E168EE}" type="presParOf" srcId="{4413368B-ACCA-469B-9D0E-1FEFC4075FB0}" destId="{BAD87237-2D53-4DFC-BA2E-02EC39493885}" srcOrd="2" destOrd="0" presId="urn:microsoft.com/office/officeart/2005/8/layout/hProcess7"/>
    <dgm:cxn modelId="{9B7FA16E-D367-491A-B7AB-60187847BC4B}" type="presParOf" srcId="{BAD87237-2D53-4DFC-BA2E-02EC39493885}" destId="{221F174E-2568-4C2B-B98A-B21C733FC119}" srcOrd="0" destOrd="0" presId="urn:microsoft.com/office/officeart/2005/8/layout/hProcess7"/>
    <dgm:cxn modelId="{452D00B4-6DAD-4F7C-8050-EA4077634965}" type="presParOf" srcId="{BAD87237-2D53-4DFC-BA2E-02EC39493885}" destId="{45668240-D897-4FC1-8421-6DD785B65040}" srcOrd="1" destOrd="0" presId="urn:microsoft.com/office/officeart/2005/8/layout/hProcess7"/>
    <dgm:cxn modelId="{D0F56D7B-B5A8-47A5-BF5B-D32C02BAC75B}" type="presParOf" srcId="{BAD87237-2D53-4DFC-BA2E-02EC39493885}" destId="{50ECFA14-9F36-4C35-911C-A780FF037D2C}" srcOrd="2" destOrd="0" presId="urn:microsoft.com/office/officeart/2005/8/layout/hProcess7"/>
    <dgm:cxn modelId="{DA827FCF-9EBE-4D9D-8EC7-121D0674600C}" type="presParOf" srcId="{4413368B-ACCA-469B-9D0E-1FEFC4075FB0}" destId="{B0CEB5DD-B27E-454F-A39C-A559A187214D}" srcOrd="3" destOrd="0" presId="urn:microsoft.com/office/officeart/2005/8/layout/hProcess7"/>
    <dgm:cxn modelId="{15520DD5-00AE-43A8-8823-C4A40F2626DE}" type="presParOf" srcId="{4413368B-ACCA-469B-9D0E-1FEFC4075FB0}" destId="{4C92115F-DFB0-4372-AF66-CF11B70A8EFD}" srcOrd="4" destOrd="0" presId="urn:microsoft.com/office/officeart/2005/8/layout/hProcess7"/>
    <dgm:cxn modelId="{AA470EC9-9634-4BC2-8E8D-B45637B56DB0}" type="presParOf" srcId="{4C92115F-DFB0-4372-AF66-CF11B70A8EFD}" destId="{CB5EA34A-627A-4C1F-96E3-4088D2A98FDD}" srcOrd="0" destOrd="0" presId="urn:microsoft.com/office/officeart/2005/8/layout/hProcess7"/>
    <dgm:cxn modelId="{67CC8AEF-C99D-4CA9-AC64-8CB71DFAC78B}" type="presParOf" srcId="{4C92115F-DFB0-4372-AF66-CF11B70A8EFD}" destId="{752682F3-57CE-4B43-B292-A62B3D508EDD}" srcOrd="1" destOrd="0" presId="urn:microsoft.com/office/officeart/2005/8/layout/hProcess7"/>
    <dgm:cxn modelId="{25ACC279-4F6B-46DD-9617-40F8798880A8}" type="presParOf" srcId="{4C92115F-DFB0-4372-AF66-CF11B70A8EFD}" destId="{7C1FE252-E5CE-40AF-AE08-799A5F741FEE}" srcOrd="2" destOrd="0" presId="urn:microsoft.com/office/officeart/2005/8/layout/hProcess7"/>
    <dgm:cxn modelId="{F3147E9C-2C5B-43B8-B32B-7FF9B8E6C011}" type="presParOf" srcId="{4413368B-ACCA-469B-9D0E-1FEFC4075FB0}" destId="{E94DD569-30C2-4DB5-BFE9-2EA1C054A099}" srcOrd="5" destOrd="0" presId="urn:microsoft.com/office/officeart/2005/8/layout/hProcess7"/>
    <dgm:cxn modelId="{3B7F752E-7810-46C1-981A-904519AF3328}" type="presParOf" srcId="{4413368B-ACCA-469B-9D0E-1FEFC4075FB0}" destId="{D0762C22-9124-4CFC-9FEF-33DB241A1B75}" srcOrd="6" destOrd="0" presId="urn:microsoft.com/office/officeart/2005/8/layout/hProcess7"/>
    <dgm:cxn modelId="{44C8F8A0-51DC-4A9B-9E10-39E49302C2D8}" type="presParOf" srcId="{D0762C22-9124-4CFC-9FEF-33DB241A1B75}" destId="{C8DF72E1-70D1-4214-8DAD-40E18FF824F5}" srcOrd="0" destOrd="0" presId="urn:microsoft.com/office/officeart/2005/8/layout/hProcess7"/>
    <dgm:cxn modelId="{5ED6F97A-5774-482D-B94D-83893848E135}" type="presParOf" srcId="{D0762C22-9124-4CFC-9FEF-33DB241A1B75}" destId="{BAC8B8B3-49A2-4BE7-B498-654C601FE809}" srcOrd="1" destOrd="0" presId="urn:microsoft.com/office/officeart/2005/8/layout/hProcess7"/>
    <dgm:cxn modelId="{B6873A67-01FD-4C87-90CB-92B66DD23F33}" type="presParOf" srcId="{D0762C22-9124-4CFC-9FEF-33DB241A1B75}" destId="{4A5065A5-7398-4E75-9460-0F7770025FB9}" srcOrd="2" destOrd="0" presId="urn:microsoft.com/office/officeart/2005/8/layout/hProcess7"/>
    <dgm:cxn modelId="{89D4D044-122F-43D0-A5A8-DFEA0D272215}" type="presParOf" srcId="{4413368B-ACCA-469B-9D0E-1FEFC4075FB0}" destId="{2AE61FAA-6DD0-4F7B-8C42-F1DA0A887180}" srcOrd="7" destOrd="0" presId="urn:microsoft.com/office/officeart/2005/8/layout/hProcess7"/>
    <dgm:cxn modelId="{7E920A9C-9F74-459D-A2C4-2AA701B7BA4F}" type="presParOf" srcId="{4413368B-ACCA-469B-9D0E-1FEFC4075FB0}" destId="{72B73D94-A19D-488F-A34B-978C721C47B4}" srcOrd="8" destOrd="0" presId="urn:microsoft.com/office/officeart/2005/8/layout/hProcess7"/>
    <dgm:cxn modelId="{1D2A4340-A768-4625-A659-731A434A6BD0}" type="presParOf" srcId="{72B73D94-A19D-488F-A34B-978C721C47B4}" destId="{BBE81636-BCDD-48A0-B978-839FA7B950F8}" srcOrd="0" destOrd="0" presId="urn:microsoft.com/office/officeart/2005/8/layout/hProcess7"/>
    <dgm:cxn modelId="{F0EC97FC-BE34-45EF-B4E9-1C6E8F62B52F}" type="presParOf" srcId="{72B73D94-A19D-488F-A34B-978C721C47B4}" destId="{5002EEF7-AB5F-41AC-BBA4-49DC2C142864}" srcOrd="1" destOrd="0" presId="urn:microsoft.com/office/officeart/2005/8/layout/hProcess7"/>
    <dgm:cxn modelId="{DDA4F593-5DEE-4329-86DB-28689C0673D0}" type="presParOf" srcId="{72B73D94-A19D-488F-A34B-978C721C47B4}" destId="{4428B23C-049C-4D7B-92D7-DD65A1003E4E}"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dgm:spPr/>
      <dgm:t>
        <a:bodyPr/>
        <a:lstStyle/>
        <a:p>
          <a:r>
            <a:rPr lang="en-US" dirty="0" smtClean="0"/>
            <a:t>Construct</a:t>
          </a:r>
          <a:endParaRPr lang="en-US"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600" dirty="0" smtClean="0"/>
            <a:t>Technology Transfer</a:t>
          </a:r>
          <a:endParaRPr lang="en-US" sz="36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275823A6-DA31-4015-971F-013EA967541C}">
      <dgm:prSet phldrT="[Text]"/>
      <dgm:spPr/>
      <dgm:t>
        <a:bodyPr/>
        <a:lstStyle/>
        <a:p>
          <a:r>
            <a:rPr lang="en-US" dirty="0" smtClean="0"/>
            <a:t>Literature</a:t>
          </a:r>
          <a:endParaRPr lang="en-US" dirty="0"/>
        </a:p>
      </dgm:t>
    </dgm:pt>
    <dgm:pt modelId="{875E5474-64E5-4108-955A-9C4C5981F19E}" type="parTrans" cxnId="{7437843E-C873-4F0A-B5EA-DE17D4B19CEC}">
      <dgm:prSet/>
      <dgm:spPr/>
      <dgm:t>
        <a:bodyPr/>
        <a:lstStyle/>
        <a:p>
          <a:endParaRPr lang="en-US"/>
        </a:p>
      </dgm:t>
    </dgm:pt>
    <dgm:pt modelId="{51902D99-3A7E-49E6-ACF4-64573B002DF3}" type="sibTrans" cxnId="{7437843E-C873-4F0A-B5EA-DE17D4B19CEC}">
      <dgm:prSet/>
      <dgm:spPr/>
      <dgm:t>
        <a:bodyPr/>
        <a:lstStyle/>
        <a:p>
          <a:endParaRPr lang="en-US"/>
        </a:p>
      </dgm:t>
    </dgm:pt>
    <dgm:pt modelId="{E7E09A88-A855-416A-B17D-5608BAB5F968}">
      <dgm:prSet phldrT="[Text]"/>
      <dgm:spPr/>
      <dgm:t>
        <a:bodyPr/>
        <a:lstStyle/>
        <a:p>
          <a:r>
            <a:rPr lang="en-US" dirty="0" smtClean="0"/>
            <a:t>The conveyance from one person or entity to another person or entity of a capability to perform a useful task or replicate a beneficial accomplishment.</a:t>
          </a:r>
          <a:endParaRPr lang="en-US"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2645AA64-F59A-4567-9741-8E504AE7F8ED}">
      <dgm:prSet phldrT="[Text]"/>
      <dgm:spPr/>
      <dgm:t>
        <a:bodyPr/>
        <a:lstStyle/>
        <a:p>
          <a:r>
            <a:rPr lang="en-US" dirty="0" smtClean="0"/>
            <a:t>Limitations</a:t>
          </a:r>
          <a:endParaRPr lang="en-US" dirty="0"/>
        </a:p>
      </dgm:t>
    </dgm:pt>
    <dgm:pt modelId="{AC7E47B7-C191-494F-A858-138D80EBAA8B}" type="parTrans" cxnId="{9CD48B93-ABB8-433A-A639-193F0A28CBE5}">
      <dgm:prSet/>
      <dgm:spPr/>
      <dgm:t>
        <a:bodyPr/>
        <a:lstStyle/>
        <a:p>
          <a:endParaRPr lang="en-US"/>
        </a:p>
      </dgm:t>
    </dgm:pt>
    <dgm:pt modelId="{8534D89E-94B4-4294-B728-B7172A8E774D}" type="sibTrans" cxnId="{9CD48B93-ABB8-433A-A639-193F0A28CBE5}">
      <dgm:prSet/>
      <dgm:spPr/>
      <dgm:t>
        <a:bodyPr/>
        <a:lstStyle/>
        <a:p>
          <a:endParaRPr lang="en-US"/>
        </a:p>
      </dgm:t>
    </dgm:pt>
    <dgm:pt modelId="{D264B8C8-0C74-4047-BC3D-D328ABB04B07}">
      <dgm:prSet phldrT="[Text]" phldr="1"/>
      <dgm:spPr/>
      <dgm:t>
        <a:bodyPr/>
        <a:lstStyle/>
        <a:p>
          <a:endParaRPr lang="en-US"/>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E86116AF-FF1A-4CAC-B9D5-550DB396EE8F}">
      <dgm:prSet/>
      <dgm:spPr/>
      <dgm:t>
        <a:bodyPr/>
        <a:lstStyle/>
        <a:p>
          <a:endParaRPr lang="en-US" dirty="0"/>
        </a:p>
      </dgm:t>
    </dgm:pt>
    <dgm:pt modelId="{CCDF520B-145F-4867-B3CD-BCC75C361749}" type="parTrans" cxnId="{8511B2E3-3D89-4684-885C-D90F4247E6D7}">
      <dgm:prSet/>
      <dgm:spPr/>
      <dgm:t>
        <a:bodyPr/>
        <a:lstStyle/>
        <a:p>
          <a:endParaRPr lang="en-US"/>
        </a:p>
      </dgm:t>
    </dgm:pt>
    <dgm:pt modelId="{537CA541-56E8-4D37-B7FD-9142DEB1394C}" type="sibTrans" cxnId="{8511B2E3-3D89-4684-885C-D90F4247E6D7}">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C92115F-DFB0-4372-AF66-CF11B70A8EFD}" type="pres">
      <dgm:prSet presAssocID="{275823A6-DA31-4015-971F-013EA967541C}" presName="compositeNode" presStyleCnt="0">
        <dgm:presLayoutVars>
          <dgm:bulletEnabled val="1"/>
        </dgm:presLayoutVars>
      </dgm:prSet>
      <dgm:spPr/>
    </dgm:pt>
    <dgm:pt modelId="{CB5EA34A-627A-4C1F-96E3-4088D2A98FDD}" type="pres">
      <dgm:prSet presAssocID="{275823A6-DA31-4015-971F-013EA967541C}" presName="bgRect" presStyleLbl="node1" presStyleIdx="1" presStyleCnt="3"/>
      <dgm:spPr/>
      <dgm:t>
        <a:bodyPr/>
        <a:lstStyle/>
        <a:p>
          <a:endParaRPr lang="en-US"/>
        </a:p>
      </dgm:t>
    </dgm:pt>
    <dgm:pt modelId="{752682F3-57CE-4B43-B292-A62B3D508EDD}" type="pres">
      <dgm:prSet presAssocID="{275823A6-DA31-4015-971F-013EA967541C}" presName="parentNode" presStyleLbl="node1" presStyleIdx="1" presStyleCnt="3">
        <dgm:presLayoutVars>
          <dgm:chMax val="0"/>
          <dgm:bulletEnabled val="1"/>
        </dgm:presLayoutVars>
      </dgm:prSet>
      <dgm:spPr/>
      <dgm:t>
        <a:bodyPr/>
        <a:lstStyle/>
        <a:p>
          <a:endParaRPr lang="en-US"/>
        </a:p>
      </dgm:t>
    </dgm:pt>
    <dgm:pt modelId="{7C1FE252-E5CE-40AF-AE08-799A5F741FEE}" type="pres">
      <dgm:prSet presAssocID="{275823A6-DA31-4015-971F-013EA967541C}" presName="childNode" presStyleLbl="node1" presStyleIdx="1" presStyleCnt="3">
        <dgm:presLayoutVars>
          <dgm:bulletEnabled val="1"/>
        </dgm:presLayoutVars>
      </dgm:prSet>
      <dgm:spPr/>
      <dgm:t>
        <a:bodyPr/>
        <a:lstStyle/>
        <a:p>
          <a:endParaRPr lang="en-US"/>
        </a:p>
      </dgm:t>
    </dgm:pt>
    <dgm:pt modelId="{E94DD569-30C2-4DB5-BFE9-2EA1C054A099}" type="pres">
      <dgm:prSet presAssocID="{51902D99-3A7E-49E6-ACF4-64573B002DF3}" presName="hSp" presStyleCnt="0"/>
      <dgm:spPr/>
    </dgm:pt>
    <dgm:pt modelId="{D0762C22-9124-4CFC-9FEF-33DB241A1B75}" type="pres">
      <dgm:prSet presAssocID="{51902D99-3A7E-49E6-ACF4-64573B002DF3}" presName="vProcSp" presStyleCnt="0"/>
      <dgm:spPr/>
    </dgm:pt>
    <dgm:pt modelId="{C8DF72E1-70D1-4214-8DAD-40E18FF824F5}" type="pres">
      <dgm:prSet presAssocID="{51902D99-3A7E-49E6-ACF4-64573B002DF3}" presName="vSp1" presStyleCnt="0"/>
      <dgm:spPr/>
    </dgm:pt>
    <dgm:pt modelId="{BAC8B8B3-49A2-4BE7-B498-654C601FE809}" type="pres">
      <dgm:prSet presAssocID="{51902D99-3A7E-49E6-ACF4-64573B002DF3}" presName="simulatedConn" presStyleLbl="solidFgAcc1" presStyleIdx="1" presStyleCnt="2"/>
      <dgm:spPr/>
    </dgm:pt>
    <dgm:pt modelId="{4A5065A5-7398-4E75-9460-0F7770025FB9}" type="pres">
      <dgm:prSet presAssocID="{51902D99-3A7E-49E6-ACF4-64573B002DF3}" presName="vSp2" presStyleCnt="0"/>
      <dgm:spPr/>
    </dgm:pt>
    <dgm:pt modelId="{2AE61FAA-6DD0-4F7B-8C42-F1DA0A887180}" type="pres">
      <dgm:prSet presAssocID="{51902D99-3A7E-49E6-ACF4-64573B002DF3}" presName="sibTrans" presStyleCnt="0"/>
      <dgm:spPr/>
    </dgm:pt>
    <dgm:pt modelId="{72B73D94-A19D-488F-A34B-978C721C47B4}" type="pres">
      <dgm:prSet presAssocID="{2645AA64-F59A-4567-9741-8E504AE7F8ED}" presName="compositeNode" presStyleCnt="0">
        <dgm:presLayoutVars>
          <dgm:bulletEnabled val="1"/>
        </dgm:presLayoutVars>
      </dgm:prSet>
      <dgm:spPr/>
    </dgm:pt>
    <dgm:pt modelId="{BBE81636-BCDD-48A0-B978-839FA7B950F8}" type="pres">
      <dgm:prSet presAssocID="{2645AA64-F59A-4567-9741-8E504AE7F8ED}" presName="bgRect" presStyleLbl="node1" presStyleIdx="2" presStyleCnt="3"/>
      <dgm:spPr/>
      <dgm:t>
        <a:bodyPr/>
        <a:lstStyle/>
        <a:p>
          <a:endParaRPr lang="en-US"/>
        </a:p>
      </dgm:t>
    </dgm:pt>
    <dgm:pt modelId="{5002EEF7-AB5F-41AC-BBA4-49DC2C142864}" type="pres">
      <dgm:prSet presAssocID="{2645AA64-F59A-4567-9741-8E504AE7F8ED}" presName="parentNode" presStyleLbl="node1" presStyleIdx="2" presStyleCnt="3">
        <dgm:presLayoutVars>
          <dgm:chMax val="0"/>
          <dgm:bulletEnabled val="1"/>
        </dgm:presLayoutVars>
      </dgm:prSet>
      <dgm:spPr/>
      <dgm:t>
        <a:bodyPr/>
        <a:lstStyle/>
        <a:p>
          <a:endParaRPr lang="en-US"/>
        </a:p>
      </dgm:t>
    </dgm:pt>
    <dgm:pt modelId="{4428B23C-049C-4D7B-92D7-DD65A1003E4E}" type="pres">
      <dgm:prSet presAssocID="{2645AA64-F59A-4567-9741-8E504AE7F8ED}" presName="childNode" presStyleLbl="node1" presStyleIdx="2" presStyleCnt="3">
        <dgm:presLayoutVars>
          <dgm:bulletEnabled val="1"/>
        </dgm:presLayoutVars>
      </dgm:prSet>
      <dgm:spPr/>
      <dgm:t>
        <a:bodyPr/>
        <a:lstStyle/>
        <a:p>
          <a:endParaRPr lang="en-US"/>
        </a:p>
      </dgm:t>
    </dgm:pt>
  </dgm:ptLst>
  <dgm:cxnLst>
    <dgm:cxn modelId="{874CAB56-E993-4BA7-B073-DD6F211AB452}" srcId="{E12051B9-F660-41FB-9BFB-187ECABCD821}" destId="{56D25664-E470-4423-B8A9-9B6E4F3E9501}" srcOrd="0" destOrd="0" parTransId="{AE225F17-CB4A-4698-895E-495209A24EDD}" sibTransId="{0513D618-905F-43E6-8DF3-0764A99732D8}"/>
    <dgm:cxn modelId="{EE855B06-5CCC-4C53-AF4C-575A8770D0D5}" type="presOf" srcId="{2645AA64-F59A-4567-9741-8E504AE7F8ED}" destId="{BBE81636-BCDD-48A0-B978-839FA7B950F8}" srcOrd="0" destOrd="0" presId="urn:microsoft.com/office/officeart/2005/8/layout/hProcess7"/>
    <dgm:cxn modelId="{C5F869C1-8FEF-4035-9EC3-FDF0092FF2C9}" srcId="{56D25664-E470-4423-B8A9-9B6E4F3E9501}" destId="{F754AD28-8B54-47D9-83F1-8D45F35B4A81}" srcOrd="0" destOrd="0" parTransId="{26AD8160-5FF5-41BE-AFAF-E29D66F0469B}" sibTransId="{BE9BECBC-F94F-4E2F-BDB2-93E8BAEBEFE7}"/>
    <dgm:cxn modelId="{942D0196-1596-4F9E-BFD4-BF865BA8E5EA}" type="presOf" srcId="{275823A6-DA31-4015-971F-013EA967541C}" destId="{752682F3-57CE-4B43-B292-A62B3D508EDD}" srcOrd="1" destOrd="0" presId="urn:microsoft.com/office/officeart/2005/8/layout/hProcess7"/>
    <dgm:cxn modelId="{B7B03333-14D0-44A5-BCF3-D64F399F314C}" type="presOf" srcId="{56D25664-E470-4423-B8A9-9B6E4F3E9501}" destId="{5EE1D2E5-E13B-4FA3-A68E-FA18C8AD1A1A}" srcOrd="0" destOrd="0" presId="urn:microsoft.com/office/officeart/2005/8/layout/hProcess7"/>
    <dgm:cxn modelId="{DBFFBFAE-DDC3-444B-9D50-7010C2069103}" type="presOf" srcId="{2645AA64-F59A-4567-9741-8E504AE7F8ED}" destId="{5002EEF7-AB5F-41AC-BBA4-49DC2C142864}" srcOrd="1" destOrd="0" presId="urn:microsoft.com/office/officeart/2005/8/layout/hProcess7"/>
    <dgm:cxn modelId="{C9BE98AC-1803-4525-959C-CE3CDE6F77EE}" type="presOf" srcId="{E12051B9-F660-41FB-9BFB-187ECABCD821}" destId="{4413368B-ACCA-469B-9D0E-1FEFC4075FB0}" srcOrd="0" destOrd="0" presId="urn:microsoft.com/office/officeart/2005/8/layout/hProcess7"/>
    <dgm:cxn modelId="{4D5FBDEE-5039-4DEC-9B2D-8DC78F5DBCD6}" type="presOf" srcId="{56D25664-E470-4423-B8A9-9B6E4F3E9501}" destId="{1F2FC209-C6F9-4BD8-BE18-C50B50281548}" srcOrd="1" destOrd="0" presId="urn:microsoft.com/office/officeart/2005/8/layout/hProcess7"/>
    <dgm:cxn modelId="{4F2D59D4-42CB-4024-AB1E-CF49167AD66E}" type="presOf" srcId="{E86116AF-FF1A-4CAC-B9D5-550DB396EE8F}" destId="{7C1FE252-E5CE-40AF-AE08-799A5F741FEE}" srcOrd="0" destOrd="1" presId="urn:microsoft.com/office/officeart/2005/8/layout/hProcess7"/>
    <dgm:cxn modelId="{A69B40D2-9715-470E-B8AF-46EB5952D9C5}" type="presOf" srcId="{F754AD28-8B54-47D9-83F1-8D45F35B4A81}" destId="{0F07502A-98A4-4880-9779-27EA2BEB6F02}" srcOrd="0" destOrd="0" presId="urn:microsoft.com/office/officeart/2005/8/layout/hProcess7"/>
    <dgm:cxn modelId="{2A97522C-8E05-402F-80C9-8EA1026F7377}" type="presOf" srcId="{E7E09A88-A855-416A-B17D-5608BAB5F968}" destId="{7C1FE252-E5CE-40AF-AE08-799A5F741FEE}" srcOrd="0" destOrd="0" presId="urn:microsoft.com/office/officeart/2005/8/layout/hProcess7"/>
    <dgm:cxn modelId="{471A7DB6-BBF5-404F-84D0-D7E3BFEF012C}" type="presOf" srcId="{D264B8C8-0C74-4047-BC3D-D328ABB04B07}" destId="{4428B23C-049C-4D7B-92D7-DD65A1003E4E}" srcOrd="0" destOrd="0" presId="urn:microsoft.com/office/officeart/2005/8/layout/hProcess7"/>
    <dgm:cxn modelId="{955316F3-D59D-4E22-BAC5-4B54F7BE800A}" srcId="{275823A6-DA31-4015-971F-013EA967541C}" destId="{E7E09A88-A855-416A-B17D-5608BAB5F968}" srcOrd="0" destOrd="0" parTransId="{791A9365-62E9-4724-B5DD-36351582D82E}" sibTransId="{C2A5DE0A-7824-4E35-BB27-47DBE8541DB5}"/>
    <dgm:cxn modelId="{9CD48B93-ABB8-433A-A639-193F0A28CBE5}" srcId="{E12051B9-F660-41FB-9BFB-187ECABCD821}" destId="{2645AA64-F59A-4567-9741-8E504AE7F8ED}" srcOrd="2" destOrd="0" parTransId="{AC7E47B7-C191-494F-A858-138D80EBAA8B}" sibTransId="{8534D89E-94B4-4294-B728-B7172A8E774D}"/>
    <dgm:cxn modelId="{E773E674-A783-4995-8E89-A8CE90DE21EF}" type="presOf" srcId="{275823A6-DA31-4015-971F-013EA967541C}" destId="{CB5EA34A-627A-4C1F-96E3-4088D2A98FDD}" srcOrd="0" destOrd="0" presId="urn:microsoft.com/office/officeart/2005/8/layout/hProcess7"/>
    <dgm:cxn modelId="{DB884937-1E09-49E0-BABE-97AC4679294D}" srcId="{2645AA64-F59A-4567-9741-8E504AE7F8ED}" destId="{D264B8C8-0C74-4047-BC3D-D328ABB04B07}" srcOrd="0" destOrd="0" parTransId="{EFE8DCE1-CB9B-44C0-BE30-595BF1898A8E}" sibTransId="{E5F6790C-BCA3-4DEC-A52E-7D738F9F57BD}"/>
    <dgm:cxn modelId="{7437843E-C873-4F0A-B5EA-DE17D4B19CEC}" srcId="{E12051B9-F660-41FB-9BFB-187ECABCD821}" destId="{275823A6-DA31-4015-971F-013EA967541C}" srcOrd="1" destOrd="0" parTransId="{875E5474-64E5-4108-955A-9C4C5981F19E}" sibTransId="{51902D99-3A7E-49E6-ACF4-64573B002DF3}"/>
    <dgm:cxn modelId="{8511B2E3-3D89-4684-885C-D90F4247E6D7}" srcId="{275823A6-DA31-4015-971F-013EA967541C}" destId="{E86116AF-FF1A-4CAC-B9D5-550DB396EE8F}" srcOrd="1" destOrd="0" parTransId="{CCDF520B-145F-4867-B3CD-BCC75C361749}" sibTransId="{537CA541-56E8-4D37-B7FD-9142DEB1394C}"/>
    <dgm:cxn modelId="{6986F7BB-833B-43E8-9270-6D5BBED91484}" type="presParOf" srcId="{4413368B-ACCA-469B-9D0E-1FEFC4075FB0}" destId="{8E1BCC0E-B989-4435-8915-645304C71A64}" srcOrd="0" destOrd="0" presId="urn:microsoft.com/office/officeart/2005/8/layout/hProcess7"/>
    <dgm:cxn modelId="{C531520A-5B5C-4387-9F90-D965A040C1CE}" type="presParOf" srcId="{8E1BCC0E-B989-4435-8915-645304C71A64}" destId="{5EE1D2E5-E13B-4FA3-A68E-FA18C8AD1A1A}" srcOrd="0" destOrd="0" presId="urn:microsoft.com/office/officeart/2005/8/layout/hProcess7"/>
    <dgm:cxn modelId="{5D4A3D9D-A5EF-4601-9B74-A4B82DB3617B}" type="presParOf" srcId="{8E1BCC0E-B989-4435-8915-645304C71A64}" destId="{1F2FC209-C6F9-4BD8-BE18-C50B50281548}" srcOrd="1" destOrd="0" presId="urn:microsoft.com/office/officeart/2005/8/layout/hProcess7"/>
    <dgm:cxn modelId="{93F6F7A0-D890-4F17-8EF7-F62F05300276}" type="presParOf" srcId="{8E1BCC0E-B989-4435-8915-645304C71A64}" destId="{0F07502A-98A4-4880-9779-27EA2BEB6F02}" srcOrd="2" destOrd="0" presId="urn:microsoft.com/office/officeart/2005/8/layout/hProcess7"/>
    <dgm:cxn modelId="{4673C917-4F3F-46D8-B970-7CCC56875FF0}" type="presParOf" srcId="{4413368B-ACCA-469B-9D0E-1FEFC4075FB0}" destId="{13ACBB4E-2F0C-4773-92A7-F091255EA962}" srcOrd="1" destOrd="0" presId="urn:microsoft.com/office/officeart/2005/8/layout/hProcess7"/>
    <dgm:cxn modelId="{B5E1825B-4AD3-4CD7-8BE8-C8A194B0E407}" type="presParOf" srcId="{4413368B-ACCA-469B-9D0E-1FEFC4075FB0}" destId="{BAD87237-2D53-4DFC-BA2E-02EC39493885}" srcOrd="2" destOrd="0" presId="urn:microsoft.com/office/officeart/2005/8/layout/hProcess7"/>
    <dgm:cxn modelId="{4703E377-426D-4513-A4C0-6982AA8AA17B}" type="presParOf" srcId="{BAD87237-2D53-4DFC-BA2E-02EC39493885}" destId="{221F174E-2568-4C2B-B98A-B21C733FC119}" srcOrd="0" destOrd="0" presId="urn:microsoft.com/office/officeart/2005/8/layout/hProcess7"/>
    <dgm:cxn modelId="{085940A9-F8FA-429D-A8CC-53BC5818EFB6}" type="presParOf" srcId="{BAD87237-2D53-4DFC-BA2E-02EC39493885}" destId="{45668240-D897-4FC1-8421-6DD785B65040}" srcOrd="1" destOrd="0" presId="urn:microsoft.com/office/officeart/2005/8/layout/hProcess7"/>
    <dgm:cxn modelId="{6BD5D9F1-6559-4185-95B8-A9197520508D}" type="presParOf" srcId="{BAD87237-2D53-4DFC-BA2E-02EC39493885}" destId="{50ECFA14-9F36-4C35-911C-A780FF037D2C}" srcOrd="2" destOrd="0" presId="urn:microsoft.com/office/officeart/2005/8/layout/hProcess7"/>
    <dgm:cxn modelId="{7F86AD91-B053-4ED8-939B-63FC3E2B5F6E}" type="presParOf" srcId="{4413368B-ACCA-469B-9D0E-1FEFC4075FB0}" destId="{B0CEB5DD-B27E-454F-A39C-A559A187214D}" srcOrd="3" destOrd="0" presId="urn:microsoft.com/office/officeart/2005/8/layout/hProcess7"/>
    <dgm:cxn modelId="{A85DECF4-6659-4A91-8411-09BE6A99149E}" type="presParOf" srcId="{4413368B-ACCA-469B-9D0E-1FEFC4075FB0}" destId="{4C92115F-DFB0-4372-AF66-CF11B70A8EFD}" srcOrd="4" destOrd="0" presId="urn:microsoft.com/office/officeart/2005/8/layout/hProcess7"/>
    <dgm:cxn modelId="{DC0D0FC5-F4E7-4BDD-859D-3D30FC4936D0}" type="presParOf" srcId="{4C92115F-DFB0-4372-AF66-CF11B70A8EFD}" destId="{CB5EA34A-627A-4C1F-96E3-4088D2A98FDD}" srcOrd="0" destOrd="0" presId="urn:microsoft.com/office/officeart/2005/8/layout/hProcess7"/>
    <dgm:cxn modelId="{241E990B-8F59-4466-ACBA-524858A87435}" type="presParOf" srcId="{4C92115F-DFB0-4372-AF66-CF11B70A8EFD}" destId="{752682F3-57CE-4B43-B292-A62B3D508EDD}" srcOrd="1" destOrd="0" presId="urn:microsoft.com/office/officeart/2005/8/layout/hProcess7"/>
    <dgm:cxn modelId="{D52586BE-5134-4F75-9C50-7520F8A58901}" type="presParOf" srcId="{4C92115F-DFB0-4372-AF66-CF11B70A8EFD}" destId="{7C1FE252-E5CE-40AF-AE08-799A5F741FEE}" srcOrd="2" destOrd="0" presId="urn:microsoft.com/office/officeart/2005/8/layout/hProcess7"/>
    <dgm:cxn modelId="{A16A52F3-8A59-4947-8695-0F443CE658CD}" type="presParOf" srcId="{4413368B-ACCA-469B-9D0E-1FEFC4075FB0}" destId="{E94DD569-30C2-4DB5-BFE9-2EA1C054A099}" srcOrd="5" destOrd="0" presId="urn:microsoft.com/office/officeart/2005/8/layout/hProcess7"/>
    <dgm:cxn modelId="{A74AD79C-1F57-463D-9D62-60A35F1AC3F3}" type="presParOf" srcId="{4413368B-ACCA-469B-9D0E-1FEFC4075FB0}" destId="{D0762C22-9124-4CFC-9FEF-33DB241A1B75}" srcOrd="6" destOrd="0" presId="urn:microsoft.com/office/officeart/2005/8/layout/hProcess7"/>
    <dgm:cxn modelId="{2792476D-2B0F-4D07-9FAA-FD3FD545878D}" type="presParOf" srcId="{D0762C22-9124-4CFC-9FEF-33DB241A1B75}" destId="{C8DF72E1-70D1-4214-8DAD-40E18FF824F5}" srcOrd="0" destOrd="0" presId="urn:microsoft.com/office/officeart/2005/8/layout/hProcess7"/>
    <dgm:cxn modelId="{3C3117B3-81A7-4730-8C1B-482F66657CBF}" type="presParOf" srcId="{D0762C22-9124-4CFC-9FEF-33DB241A1B75}" destId="{BAC8B8B3-49A2-4BE7-B498-654C601FE809}" srcOrd="1" destOrd="0" presId="urn:microsoft.com/office/officeart/2005/8/layout/hProcess7"/>
    <dgm:cxn modelId="{B5115287-4927-4BA9-B001-D41ECDD5A47F}" type="presParOf" srcId="{D0762C22-9124-4CFC-9FEF-33DB241A1B75}" destId="{4A5065A5-7398-4E75-9460-0F7770025FB9}" srcOrd="2" destOrd="0" presId="urn:microsoft.com/office/officeart/2005/8/layout/hProcess7"/>
    <dgm:cxn modelId="{34063EBD-47C1-472A-8572-06DD487C255C}" type="presParOf" srcId="{4413368B-ACCA-469B-9D0E-1FEFC4075FB0}" destId="{2AE61FAA-6DD0-4F7B-8C42-F1DA0A887180}" srcOrd="7" destOrd="0" presId="urn:microsoft.com/office/officeart/2005/8/layout/hProcess7"/>
    <dgm:cxn modelId="{5C0C1F5C-BA58-411A-9F12-3C22F556E91E}" type="presParOf" srcId="{4413368B-ACCA-469B-9D0E-1FEFC4075FB0}" destId="{72B73D94-A19D-488F-A34B-978C721C47B4}" srcOrd="8" destOrd="0" presId="urn:microsoft.com/office/officeart/2005/8/layout/hProcess7"/>
    <dgm:cxn modelId="{59531008-D1AD-4E95-A947-110E5BA26D78}" type="presParOf" srcId="{72B73D94-A19D-488F-A34B-978C721C47B4}" destId="{BBE81636-BCDD-48A0-B978-839FA7B950F8}" srcOrd="0" destOrd="0" presId="urn:microsoft.com/office/officeart/2005/8/layout/hProcess7"/>
    <dgm:cxn modelId="{D445A2A6-8A1F-4D0B-8DA5-7B4B52CCFF00}" type="presParOf" srcId="{72B73D94-A19D-488F-A34B-978C721C47B4}" destId="{5002EEF7-AB5F-41AC-BBA4-49DC2C142864}" srcOrd="1" destOrd="0" presId="urn:microsoft.com/office/officeart/2005/8/layout/hProcess7"/>
    <dgm:cxn modelId="{DAC2424C-194A-4227-845C-F4F84C3C58BA}" type="presParOf" srcId="{72B73D94-A19D-488F-A34B-978C721C47B4}" destId="{4428B23C-049C-4D7B-92D7-DD65A1003E4E}"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dgm:spPr/>
      <dgm:t>
        <a:bodyPr/>
        <a:lstStyle/>
        <a:p>
          <a:r>
            <a:rPr lang="en-US" dirty="0" smtClean="0"/>
            <a:t>Construct</a:t>
          </a:r>
          <a:endParaRPr lang="en-US"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600" dirty="0" smtClean="0"/>
            <a:t>Technology Transfer Policy</a:t>
          </a:r>
          <a:endParaRPr lang="en-US" sz="36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275823A6-DA31-4015-971F-013EA967541C}">
      <dgm:prSet phldrT="[Text]"/>
      <dgm:spPr/>
      <dgm:t>
        <a:bodyPr/>
        <a:lstStyle/>
        <a:p>
          <a:r>
            <a:rPr lang="en-US" dirty="0" smtClean="0"/>
            <a:t>Literature</a:t>
          </a:r>
          <a:endParaRPr lang="en-US" dirty="0"/>
        </a:p>
      </dgm:t>
    </dgm:pt>
    <dgm:pt modelId="{875E5474-64E5-4108-955A-9C4C5981F19E}" type="parTrans" cxnId="{7437843E-C873-4F0A-B5EA-DE17D4B19CEC}">
      <dgm:prSet/>
      <dgm:spPr/>
      <dgm:t>
        <a:bodyPr/>
        <a:lstStyle/>
        <a:p>
          <a:endParaRPr lang="en-US"/>
        </a:p>
      </dgm:t>
    </dgm:pt>
    <dgm:pt modelId="{51902D99-3A7E-49E6-ACF4-64573B002DF3}" type="sibTrans" cxnId="{7437843E-C873-4F0A-B5EA-DE17D4B19CEC}">
      <dgm:prSet/>
      <dgm:spPr/>
      <dgm:t>
        <a:bodyPr/>
        <a:lstStyle/>
        <a:p>
          <a:endParaRPr lang="en-US"/>
        </a:p>
      </dgm:t>
    </dgm:pt>
    <dgm:pt modelId="{E7E09A88-A855-416A-B17D-5608BAB5F968}">
      <dgm:prSet phldrT="[Text]"/>
      <dgm:spPr/>
      <dgm:t>
        <a:bodyPr/>
        <a:lstStyle/>
        <a:p>
          <a:r>
            <a:rPr lang="en-US" dirty="0" smtClean="0"/>
            <a:t>[Text]</a:t>
          </a:r>
          <a:endParaRPr lang="en-US"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2645AA64-F59A-4567-9741-8E504AE7F8ED}">
      <dgm:prSet phldrT="[Text]"/>
      <dgm:spPr/>
      <dgm:t>
        <a:bodyPr/>
        <a:lstStyle/>
        <a:p>
          <a:r>
            <a:rPr lang="en-US" dirty="0" smtClean="0"/>
            <a:t>Limitations</a:t>
          </a:r>
          <a:endParaRPr lang="en-US" dirty="0"/>
        </a:p>
      </dgm:t>
    </dgm:pt>
    <dgm:pt modelId="{AC7E47B7-C191-494F-A858-138D80EBAA8B}" type="parTrans" cxnId="{9CD48B93-ABB8-433A-A639-193F0A28CBE5}">
      <dgm:prSet/>
      <dgm:spPr/>
      <dgm:t>
        <a:bodyPr/>
        <a:lstStyle/>
        <a:p>
          <a:endParaRPr lang="en-US"/>
        </a:p>
      </dgm:t>
    </dgm:pt>
    <dgm:pt modelId="{8534D89E-94B4-4294-B728-B7172A8E774D}" type="sibTrans" cxnId="{9CD48B93-ABB8-433A-A639-193F0A28CBE5}">
      <dgm:prSet/>
      <dgm:spPr/>
      <dgm:t>
        <a:bodyPr/>
        <a:lstStyle/>
        <a:p>
          <a:endParaRPr lang="en-US"/>
        </a:p>
      </dgm:t>
    </dgm:pt>
    <dgm:pt modelId="{D264B8C8-0C74-4047-BC3D-D328ABB04B07}">
      <dgm:prSet phldrT="[Text]" phldr="1"/>
      <dgm:spPr/>
      <dgm:t>
        <a:bodyPr/>
        <a:lstStyle/>
        <a:p>
          <a:endParaRPr lang="en-US"/>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C92115F-DFB0-4372-AF66-CF11B70A8EFD}" type="pres">
      <dgm:prSet presAssocID="{275823A6-DA31-4015-971F-013EA967541C}" presName="compositeNode" presStyleCnt="0">
        <dgm:presLayoutVars>
          <dgm:bulletEnabled val="1"/>
        </dgm:presLayoutVars>
      </dgm:prSet>
      <dgm:spPr/>
    </dgm:pt>
    <dgm:pt modelId="{CB5EA34A-627A-4C1F-96E3-4088D2A98FDD}" type="pres">
      <dgm:prSet presAssocID="{275823A6-DA31-4015-971F-013EA967541C}" presName="bgRect" presStyleLbl="node1" presStyleIdx="1" presStyleCnt="3"/>
      <dgm:spPr/>
      <dgm:t>
        <a:bodyPr/>
        <a:lstStyle/>
        <a:p>
          <a:endParaRPr lang="en-US"/>
        </a:p>
      </dgm:t>
    </dgm:pt>
    <dgm:pt modelId="{752682F3-57CE-4B43-B292-A62B3D508EDD}" type="pres">
      <dgm:prSet presAssocID="{275823A6-DA31-4015-971F-013EA967541C}" presName="parentNode" presStyleLbl="node1" presStyleIdx="1" presStyleCnt="3">
        <dgm:presLayoutVars>
          <dgm:chMax val="0"/>
          <dgm:bulletEnabled val="1"/>
        </dgm:presLayoutVars>
      </dgm:prSet>
      <dgm:spPr/>
      <dgm:t>
        <a:bodyPr/>
        <a:lstStyle/>
        <a:p>
          <a:endParaRPr lang="en-US"/>
        </a:p>
      </dgm:t>
    </dgm:pt>
    <dgm:pt modelId="{7C1FE252-E5CE-40AF-AE08-799A5F741FEE}" type="pres">
      <dgm:prSet presAssocID="{275823A6-DA31-4015-971F-013EA967541C}" presName="childNode" presStyleLbl="node1" presStyleIdx="1" presStyleCnt="3">
        <dgm:presLayoutVars>
          <dgm:bulletEnabled val="1"/>
        </dgm:presLayoutVars>
      </dgm:prSet>
      <dgm:spPr/>
      <dgm:t>
        <a:bodyPr/>
        <a:lstStyle/>
        <a:p>
          <a:endParaRPr lang="en-US"/>
        </a:p>
      </dgm:t>
    </dgm:pt>
    <dgm:pt modelId="{E94DD569-30C2-4DB5-BFE9-2EA1C054A099}" type="pres">
      <dgm:prSet presAssocID="{51902D99-3A7E-49E6-ACF4-64573B002DF3}" presName="hSp" presStyleCnt="0"/>
      <dgm:spPr/>
    </dgm:pt>
    <dgm:pt modelId="{D0762C22-9124-4CFC-9FEF-33DB241A1B75}" type="pres">
      <dgm:prSet presAssocID="{51902D99-3A7E-49E6-ACF4-64573B002DF3}" presName="vProcSp" presStyleCnt="0"/>
      <dgm:spPr/>
    </dgm:pt>
    <dgm:pt modelId="{C8DF72E1-70D1-4214-8DAD-40E18FF824F5}" type="pres">
      <dgm:prSet presAssocID="{51902D99-3A7E-49E6-ACF4-64573B002DF3}" presName="vSp1" presStyleCnt="0"/>
      <dgm:spPr/>
    </dgm:pt>
    <dgm:pt modelId="{BAC8B8B3-49A2-4BE7-B498-654C601FE809}" type="pres">
      <dgm:prSet presAssocID="{51902D99-3A7E-49E6-ACF4-64573B002DF3}" presName="simulatedConn" presStyleLbl="solidFgAcc1" presStyleIdx="1" presStyleCnt="2"/>
      <dgm:spPr/>
    </dgm:pt>
    <dgm:pt modelId="{4A5065A5-7398-4E75-9460-0F7770025FB9}" type="pres">
      <dgm:prSet presAssocID="{51902D99-3A7E-49E6-ACF4-64573B002DF3}" presName="vSp2" presStyleCnt="0"/>
      <dgm:spPr/>
    </dgm:pt>
    <dgm:pt modelId="{2AE61FAA-6DD0-4F7B-8C42-F1DA0A887180}" type="pres">
      <dgm:prSet presAssocID="{51902D99-3A7E-49E6-ACF4-64573B002DF3}" presName="sibTrans" presStyleCnt="0"/>
      <dgm:spPr/>
    </dgm:pt>
    <dgm:pt modelId="{72B73D94-A19D-488F-A34B-978C721C47B4}" type="pres">
      <dgm:prSet presAssocID="{2645AA64-F59A-4567-9741-8E504AE7F8ED}" presName="compositeNode" presStyleCnt="0">
        <dgm:presLayoutVars>
          <dgm:bulletEnabled val="1"/>
        </dgm:presLayoutVars>
      </dgm:prSet>
      <dgm:spPr/>
    </dgm:pt>
    <dgm:pt modelId="{BBE81636-BCDD-48A0-B978-839FA7B950F8}" type="pres">
      <dgm:prSet presAssocID="{2645AA64-F59A-4567-9741-8E504AE7F8ED}" presName="bgRect" presStyleLbl="node1" presStyleIdx="2" presStyleCnt="3"/>
      <dgm:spPr/>
      <dgm:t>
        <a:bodyPr/>
        <a:lstStyle/>
        <a:p>
          <a:endParaRPr lang="en-US"/>
        </a:p>
      </dgm:t>
    </dgm:pt>
    <dgm:pt modelId="{5002EEF7-AB5F-41AC-BBA4-49DC2C142864}" type="pres">
      <dgm:prSet presAssocID="{2645AA64-F59A-4567-9741-8E504AE7F8ED}" presName="parentNode" presStyleLbl="node1" presStyleIdx="2" presStyleCnt="3">
        <dgm:presLayoutVars>
          <dgm:chMax val="0"/>
          <dgm:bulletEnabled val="1"/>
        </dgm:presLayoutVars>
      </dgm:prSet>
      <dgm:spPr/>
      <dgm:t>
        <a:bodyPr/>
        <a:lstStyle/>
        <a:p>
          <a:endParaRPr lang="en-US"/>
        </a:p>
      </dgm:t>
    </dgm:pt>
    <dgm:pt modelId="{4428B23C-049C-4D7B-92D7-DD65A1003E4E}" type="pres">
      <dgm:prSet presAssocID="{2645AA64-F59A-4567-9741-8E504AE7F8ED}" presName="childNode" presStyleLbl="node1" presStyleIdx="2" presStyleCnt="3">
        <dgm:presLayoutVars>
          <dgm:bulletEnabled val="1"/>
        </dgm:presLayoutVars>
      </dgm:prSet>
      <dgm:spPr/>
      <dgm:t>
        <a:bodyPr/>
        <a:lstStyle/>
        <a:p>
          <a:endParaRPr lang="en-US"/>
        </a:p>
      </dgm:t>
    </dgm:pt>
  </dgm:ptLst>
  <dgm:cxnLst>
    <dgm:cxn modelId="{874CAB56-E993-4BA7-B073-DD6F211AB452}" srcId="{E12051B9-F660-41FB-9BFB-187ECABCD821}" destId="{56D25664-E470-4423-B8A9-9B6E4F3E9501}" srcOrd="0" destOrd="0" parTransId="{AE225F17-CB4A-4698-895E-495209A24EDD}" sibTransId="{0513D618-905F-43E6-8DF3-0764A99732D8}"/>
    <dgm:cxn modelId="{CFB05A8F-32F0-47C2-B277-80D43295C560}" type="presOf" srcId="{D264B8C8-0C74-4047-BC3D-D328ABB04B07}" destId="{4428B23C-049C-4D7B-92D7-DD65A1003E4E}" srcOrd="0" destOrd="0" presId="urn:microsoft.com/office/officeart/2005/8/layout/hProcess7"/>
    <dgm:cxn modelId="{C5F869C1-8FEF-4035-9EC3-FDF0092FF2C9}" srcId="{56D25664-E470-4423-B8A9-9B6E4F3E9501}" destId="{F754AD28-8B54-47D9-83F1-8D45F35B4A81}" srcOrd="0" destOrd="0" parTransId="{26AD8160-5FF5-41BE-AFAF-E29D66F0469B}" sibTransId="{BE9BECBC-F94F-4E2F-BDB2-93E8BAEBEFE7}"/>
    <dgm:cxn modelId="{1DCB0E8B-E40A-46BF-A80C-48D12181F989}" type="presOf" srcId="{E12051B9-F660-41FB-9BFB-187ECABCD821}" destId="{4413368B-ACCA-469B-9D0E-1FEFC4075FB0}" srcOrd="0" destOrd="0" presId="urn:microsoft.com/office/officeart/2005/8/layout/hProcess7"/>
    <dgm:cxn modelId="{A9B89EF9-F82A-4EBA-A47E-749577125864}" type="presOf" srcId="{56D25664-E470-4423-B8A9-9B6E4F3E9501}" destId="{5EE1D2E5-E13B-4FA3-A68E-FA18C8AD1A1A}" srcOrd="0" destOrd="0" presId="urn:microsoft.com/office/officeart/2005/8/layout/hProcess7"/>
    <dgm:cxn modelId="{69C9D0F3-829B-4461-B559-125E7B0F6BD8}" type="presOf" srcId="{F754AD28-8B54-47D9-83F1-8D45F35B4A81}" destId="{0F07502A-98A4-4880-9779-27EA2BEB6F02}" srcOrd="0" destOrd="0" presId="urn:microsoft.com/office/officeart/2005/8/layout/hProcess7"/>
    <dgm:cxn modelId="{7A8D3746-761E-436E-9D68-02DFB7320333}" type="presOf" srcId="{E7E09A88-A855-416A-B17D-5608BAB5F968}" destId="{7C1FE252-E5CE-40AF-AE08-799A5F741FEE}" srcOrd="0" destOrd="0" presId="urn:microsoft.com/office/officeart/2005/8/layout/hProcess7"/>
    <dgm:cxn modelId="{955316F3-D59D-4E22-BAC5-4B54F7BE800A}" srcId="{275823A6-DA31-4015-971F-013EA967541C}" destId="{E7E09A88-A855-416A-B17D-5608BAB5F968}" srcOrd="0" destOrd="0" parTransId="{791A9365-62E9-4724-B5DD-36351582D82E}" sibTransId="{C2A5DE0A-7824-4E35-BB27-47DBE8541DB5}"/>
    <dgm:cxn modelId="{9CD48B93-ABB8-433A-A639-193F0A28CBE5}" srcId="{E12051B9-F660-41FB-9BFB-187ECABCD821}" destId="{2645AA64-F59A-4567-9741-8E504AE7F8ED}" srcOrd="2" destOrd="0" parTransId="{AC7E47B7-C191-494F-A858-138D80EBAA8B}" sibTransId="{8534D89E-94B4-4294-B728-B7172A8E774D}"/>
    <dgm:cxn modelId="{A2618021-D9DF-4BBF-ADD8-C03C668E0045}" type="presOf" srcId="{275823A6-DA31-4015-971F-013EA967541C}" destId="{CB5EA34A-627A-4C1F-96E3-4088D2A98FDD}" srcOrd="0" destOrd="0" presId="urn:microsoft.com/office/officeart/2005/8/layout/hProcess7"/>
    <dgm:cxn modelId="{DB884937-1E09-49E0-BABE-97AC4679294D}" srcId="{2645AA64-F59A-4567-9741-8E504AE7F8ED}" destId="{D264B8C8-0C74-4047-BC3D-D328ABB04B07}" srcOrd="0" destOrd="0" parTransId="{EFE8DCE1-CB9B-44C0-BE30-595BF1898A8E}" sibTransId="{E5F6790C-BCA3-4DEC-A52E-7D738F9F57BD}"/>
    <dgm:cxn modelId="{7437843E-C873-4F0A-B5EA-DE17D4B19CEC}" srcId="{E12051B9-F660-41FB-9BFB-187ECABCD821}" destId="{275823A6-DA31-4015-971F-013EA967541C}" srcOrd="1" destOrd="0" parTransId="{875E5474-64E5-4108-955A-9C4C5981F19E}" sibTransId="{51902D99-3A7E-49E6-ACF4-64573B002DF3}"/>
    <dgm:cxn modelId="{8F8BE258-6651-4AF5-974E-C603005E76DC}" type="presOf" srcId="{56D25664-E470-4423-B8A9-9B6E4F3E9501}" destId="{1F2FC209-C6F9-4BD8-BE18-C50B50281548}" srcOrd="1" destOrd="0" presId="urn:microsoft.com/office/officeart/2005/8/layout/hProcess7"/>
    <dgm:cxn modelId="{1DD4A1DA-135B-49BF-9350-62AC15AE81C1}" type="presOf" srcId="{2645AA64-F59A-4567-9741-8E504AE7F8ED}" destId="{BBE81636-BCDD-48A0-B978-839FA7B950F8}" srcOrd="0" destOrd="0" presId="urn:microsoft.com/office/officeart/2005/8/layout/hProcess7"/>
    <dgm:cxn modelId="{3117F6BB-9235-48C7-AC2C-0786C30C6D96}" type="presOf" srcId="{275823A6-DA31-4015-971F-013EA967541C}" destId="{752682F3-57CE-4B43-B292-A62B3D508EDD}" srcOrd="1" destOrd="0" presId="urn:microsoft.com/office/officeart/2005/8/layout/hProcess7"/>
    <dgm:cxn modelId="{DD72C822-C095-4605-AFE0-15A11E69EEF4}" type="presOf" srcId="{2645AA64-F59A-4567-9741-8E504AE7F8ED}" destId="{5002EEF7-AB5F-41AC-BBA4-49DC2C142864}" srcOrd="1" destOrd="0" presId="urn:microsoft.com/office/officeart/2005/8/layout/hProcess7"/>
    <dgm:cxn modelId="{982372C1-8C9C-4675-8127-16CC2E9ECBF0}" type="presParOf" srcId="{4413368B-ACCA-469B-9D0E-1FEFC4075FB0}" destId="{8E1BCC0E-B989-4435-8915-645304C71A64}" srcOrd="0" destOrd="0" presId="urn:microsoft.com/office/officeart/2005/8/layout/hProcess7"/>
    <dgm:cxn modelId="{BB151F75-FBB6-4D87-B387-80FD67284D6D}" type="presParOf" srcId="{8E1BCC0E-B989-4435-8915-645304C71A64}" destId="{5EE1D2E5-E13B-4FA3-A68E-FA18C8AD1A1A}" srcOrd="0" destOrd="0" presId="urn:microsoft.com/office/officeart/2005/8/layout/hProcess7"/>
    <dgm:cxn modelId="{BDBB870A-0470-41B2-ADC4-839699906F99}" type="presParOf" srcId="{8E1BCC0E-B989-4435-8915-645304C71A64}" destId="{1F2FC209-C6F9-4BD8-BE18-C50B50281548}" srcOrd="1" destOrd="0" presId="urn:microsoft.com/office/officeart/2005/8/layout/hProcess7"/>
    <dgm:cxn modelId="{6C0DF607-246D-41E6-9A01-6FF57A431DCB}" type="presParOf" srcId="{8E1BCC0E-B989-4435-8915-645304C71A64}" destId="{0F07502A-98A4-4880-9779-27EA2BEB6F02}" srcOrd="2" destOrd="0" presId="urn:microsoft.com/office/officeart/2005/8/layout/hProcess7"/>
    <dgm:cxn modelId="{FADF5633-1325-4528-A19A-B0C00C3D2735}" type="presParOf" srcId="{4413368B-ACCA-469B-9D0E-1FEFC4075FB0}" destId="{13ACBB4E-2F0C-4773-92A7-F091255EA962}" srcOrd="1" destOrd="0" presId="urn:microsoft.com/office/officeart/2005/8/layout/hProcess7"/>
    <dgm:cxn modelId="{A7331F66-5890-4894-BE56-6440995884B0}" type="presParOf" srcId="{4413368B-ACCA-469B-9D0E-1FEFC4075FB0}" destId="{BAD87237-2D53-4DFC-BA2E-02EC39493885}" srcOrd="2" destOrd="0" presId="urn:microsoft.com/office/officeart/2005/8/layout/hProcess7"/>
    <dgm:cxn modelId="{BE009C92-D8B1-474D-A13F-587F115DA890}" type="presParOf" srcId="{BAD87237-2D53-4DFC-BA2E-02EC39493885}" destId="{221F174E-2568-4C2B-B98A-B21C733FC119}" srcOrd="0" destOrd="0" presId="urn:microsoft.com/office/officeart/2005/8/layout/hProcess7"/>
    <dgm:cxn modelId="{4E722D4A-C5BF-45FC-9554-FF196591DAE5}" type="presParOf" srcId="{BAD87237-2D53-4DFC-BA2E-02EC39493885}" destId="{45668240-D897-4FC1-8421-6DD785B65040}" srcOrd="1" destOrd="0" presId="urn:microsoft.com/office/officeart/2005/8/layout/hProcess7"/>
    <dgm:cxn modelId="{9E45E02C-C297-430E-9FDE-90FE58F9B3A6}" type="presParOf" srcId="{BAD87237-2D53-4DFC-BA2E-02EC39493885}" destId="{50ECFA14-9F36-4C35-911C-A780FF037D2C}" srcOrd="2" destOrd="0" presId="urn:microsoft.com/office/officeart/2005/8/layout/hProcess7"/>
    <dgm:cxn modelId="{92687990-CCDE-4F4F-91E4-6FC2BFE16181}" type="presParOf" srcId="{4413368B-ACCA-469B-9D0E-1FEFC4075FB0}" destId="{B0CEB5DD-B27E-454F-A39C-A559A187214D}" srcOrd="3" destOrd="0" presId="urn:microsoft.com/office/officeart/2005/8/layout/hProcess7"/>
    <dgm:cxn modelId="{4AF07E81-536E-446D-8A9C-588BDEB25A54}" type="presParOf" srcId="{4413368B-ACCA-469B-9D0E-1FEFC4075FB0}" destId="{4C92115F-DFB0-4372-AF66-CF11B70A8EFD}" srcOrd="4" destOrd="0" presId="urn:microsoft.com/office/officeart/2005/8/layout/hProcess7"/>
    <dgm:cxn modelId="{8786D10C-DC19-43F2-BFD4-28EFD07FB9DF}" type="presParOf" srcId="{4C92115F-DFB0-4372-AF66-CF11B70A8EFD}" destId="{CB5EA34A-627A-4C1F-96E3-4088D2A98FDD}" srcOrd="0" destOrd="0" presId="urn:microsoft.com/office/officeart/2005/8/layout/hProcess7"/>
    <dgm:cxn modelId="{9EA3AC4B-EC12-4593-920B-AE47A6807270}" type="presParOf" srcId="{4C92115F-DFB0-4372-AF66-CF11B70A8EFD}" destId="{752682F3-57CE-4B43-B292-A62B3D508EDD}" srcOrd="1" destOrd="0" presId="urn:microsoft.com/office/officeart/2005/8/layout/hProcess7"/>
    <dgm:cxn modelId="{8D27A9DB-0D78-4DB5-B8FD-0EB184D926C1}" type="presParOf" srcId="{4C92115F-DFB0-4372-AF66-CF11B70A8EFD}" destId="{7C1FE252-E5CE-40AF-AE08-799A5F741FEE}" srcOrd="2" destOrd="0" presId="urn:microsoft.com/office/officeart/2005/8/layout/hProcess7"/>
    <dgm:cxn modelId="{2C204B41-A25F-42BB-88A6-F550AB1BEA96}" type="presParOf" srcId="{4413368B-ACCA-469B-9D0E-1FEFC4075FB0}" destId="{E94DD569-30C2-4DB5-BFE9-2EA1C054A099}" srcOrd="5" destOrd="0" presId="urn:microsoft.com/office/officeart/2005/8/layout/hProcess7"/>
    <dgm:cxn modelId="{4610FEDD-6AAF-4115-9D7A-91C3A0E812A4}" type="presParOf" srcId="{4413368B-ACCA-469B-9D0E-1FEFC4075FB0}" destId="{D0762C22-9124-4CFC-9FEF-33DB241A1B75}" srcOrd="6" destOrd="0" presId="urn:microsoft.com/office/officeart/2005/8/layout/hProcess7"/>
    <dgm:cxn modelId="{CA0AC121-AC36-44ED-8E6B-0FD93C0427B2}" type="presParOf" srcId="{D0762C22-9124-4CFC-9FEF-33DB241A1B75}" destId="{C8DF72E1-70D1-4214-8DAD-40E18FF824F5}" srcOrd="0" destOrd="0" presId="urn:microsoft.com/office/officeart/2005/8/layout/hProcess7"/>
    <dgm:cxn modelId="{F823FE92-B244-4C09-AB5F-E756286C81C8}" type="presParOf" srcId="{D0762C22-9124-4CFC-9FEF-33DB241A1B75}" destId="{BAC8B8B3-49A2-4BE7-B498-654C601FE809}" srcOrd="1" destOrd="0" presId="urn:microsoft.com/office/officeart/2005/8/layout/hProcess7"/>
    <dgm:cxn modelId="{BF514EF4-B838-4058-B688-A72008B19755}" type="presParOf" srcId="{D0762C22-9124-4CFC-9FEF-33DB241A1B75}" destId="{4A5065A5-7398-4E75-9460-0F7770025FB9}" srcOrd="2" destOrd="0" presId="urn:microsoft.com/office/officeart/2005/8/layout/hProcess7"/>
    <dgm:cxn modelId="{12305878-B7C7-4800-8FBE-8A03692EBDD4}" type="presParOf" srcId="{4413368B-ACCA-469B-9D0E-1FEFC4075FB0}" destId="{2AE61FAA-6DD0-4F7B-8C42-F1DA0A887180}" srcOrd="7" destOrd="0" presId="urn:microsoft.com/office/officeart/2005/8/layout/hProcess7"/>
    <dgm:cxn modelId="{83481AD0-02C7-4D9F-9AD4-187706297601}" type="presParOf" srcId="{4413368B-ACCA-469B-9D0E-1FEFC4075FB0}" destId="{72B73D94-A19D-488F-A34B-978C721C47B4}" srcOrd="8" destOrd="0" presId="urn:microsoft.com/office/officeart/2005/8/layout/hProcess7"/>
    <dgm:cxn modelId="{2A46774C-C407-456B-9403-A5594D5E28BE}" type="presParOf" srcId="{72B73D94-A19D-488F-A34B-978C721C47B4}" destId="{BBE81636-BCDD-48A0-B978-839FA7B950F8}" srcOrd="0" destOrd="0" presId="urn:microsoft.com/office/officeart/2005/8/layout/hProcess7"/>
    <dgm:cxn modelId="{175F35A6-039F-4C78-9AD5-4FF57B3A4BB6}" type="presParOf" srcId="{72B73D94-A19D-488F-A34B-978C721C47B4}" destId="{5002EEF7-AB5F-41AC-BBA4-49DC2C142864}" srcOrd="1" destOrd="0" presId="urn:microsoft.com/office/officeart/2005/8/layout/hProcess7"/>
    <dgm:cxn modelId="{BCE54644-BBB4-4644-8AD2-152B0489A1B5}" type="presParOf" srcId="{72B73D94-A19D-488F-A34B-978C721C47B4}" destId="{4428B23C-049C-4D7B-92D7-DD65A1003E4E}"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dgm:spPr/>
      <dgm:t>
        <a:bodyPr/>
        <a:lstStyle/>
        <a:p>
          <a:r>
            <a:rPr lang="en-US" dirty="0" smtClean="0"/>
            <a:t>Construct</a:t>
          </a:r>
          <a:endParaRPr lang="en-US"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600" dirty="0" smtClean="0"/>
            <a:t>Defining Success</a:t>
          </a:r>
          <a:endParaRPr lang="en-US" sz="36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275823A6-DA31-4015-971F-013EA967541C}">
      <dgm:prSet phldrT="[Text]"/>
      <dgm:spPr/>
      <dgm:t>
        <a:bodyPr/>
        <a:lstStyle/>
        <a:p>
          <a:r>
            <a:rPr lang="en-US" dirty="0" smtClean="0"/>
            <a:t>Literature</a:t>
          </a:r>
          <a:endParaRPr lang="en-US" dirty="0"/>
        </a:p>
      </dgm:t>
    </dgm:pt>
    <dgm:pt modelId="{875E5474-64E5-4108-955A-9C4C5981F19E}" type="parTrans" cxnId="{7437843E-C873-4F0A-B5EA-DE17D4B19CEC}">
      <dgm:prSet/>
      <dgm:spPr/>
      <dgm:t>
        <a:bodyPr/>
        <a:lstStyle/>
        <a:p>
          <a:endParaRPr lang="en-US"/>
        </a:p>
      </dgm:t>
    </dgm:pt>
    <dgm:pt modelId="{51902D99-3A7E-49E6-ACF4-64573B002DF3}" type="sibTrans" cxnId="{7437843E-C873-4F0A-B5EA-DE17D4B19CEC}">
      <dgm:prSet/>
      <dgm:spPr/>
      <dgm:t>
        <a:bodyPr/>
        <a:lstStyle/>
        <a:p>
          <a:endParaRPr lang="en-US"/>
        </a:p>
      </dgm:t>
    </dgm:pt>
    <dgm:pt modelId="{E7E09A88-A855-416A-B17D-5608BAB5F968}">
      <dgm:prSet phldrT="[Text]"/>
      <dgm:spPr/>
      <dgm:t>
        <a:bodyPr/>
        <a:lstStyle/>
        <a:p>
          <a:r>
            <a:rPr lang="en-US" dirty="0" smtClean="0"/>
            <a:t>[Text]</a:t>
          </a:r>
          <a:endParaRPr lang="en-US"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2645AA64-F59A-4567-9741-8E504AE7F8ED}">
      <dgm:prSet phldrT="[Text]"/>
      <dgm:spPr/>
      <dgm:t>
        <a:bodyPr/>
        <a:lstStyle/>
        <a:p>
          <a:r>
            <a:rPr lang="en-US" dirty="0" smtClean="0"/>
            <a:t>Limitations</a:t>
          </a:r>
          <a:endParaRPr lang="en-US" dirty="0"/>
        </a:p>
      </dgm:t>
    </dgm:pt>
    <dgm:pt modelId="{AC7E47B7-C191-494F-A858-138D80EBAA8B}" type="parTrans" cxnId="{9CD48B93-ABB8-433A-A639-193F0A28CBE5}">
      <dgm:prSet/>
      <dgm:spPr/>
      <dgm:t>
        <a:bodyPr/>
        <a:lstStyle/>
        <a:p>
          <a:endParaRPr lang="en-US"/>
        </a:p>
      </dgm:t>
    </dgm:pt>
    <dgm:pt modelId="{8534D89E-94B4-4294-B728-B7172A8E774D}" type="sibTrans" cxnId="{9CD48B93-ABB8-433A-A639-193F0A28CBE5}">
      <dgm:prSet/>
      <dgm:spPr/>
      <dgm:t>
        <a:bodyPr/>
        <a:lstStyle/>
        <a:p>
          <a:endParaRPr lang="en-US"/>
        </a:p>
      </dgm:t>
    </dgm:pt>
    <dgm:pt modelId="{D264B8C8-0C74-4047-BC3D-D328ABB04B07}">
      <dgm:prSet phldrT="[Text]" phldr="1"/>
      <dgm:spPr/>
      <dgm:t>
        <a:bodyPr/>
        <a:lstStyle/>
        <a:p>
          <a:endParaRPr lang="en-US"/>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C92115F-DFB0-4372-AF66-CF11B70A8EFD}" type="pres">
      <dgm:prSet presAssocID="{275823A6-DA31-4015-971F-013EA967541C}" presName="compositeNode" presStyleCnt="0">
        <dgm:presLayoutVars>
          <dgm:bulletEnabled val="1"/>
        </dgm:presLayoutVars>
      </dgm:prSet>
      <dgm:spPr/>
    </dgm:pt>
    <dgm:pt modelId="{CB5EA34A-627A-4C1F-96E3-4088D2A98FDD}" type="pres">
      <dgm:prSet presAssocID="{275823A6-DA31-4015-971F-013EA967541C}" presName="bgRect" presStyleLbl="node1" presStyleIdx="1" presStyleCnt="3"/>
      <dgm:spPr/>
      <dgm:t>
        <a:bodyPr/>
        <a:lstStyle/>
        <a:p>
          <a:endParaRPr lang="en-US"/>
        </a:p>
      </dgm:t>
    </dgm:pt>
    <dgm:pt modelId="{752682F3-57CE-4B43-B292-A62B3D508EDD}" type="pres">
      <dgm:prSet presAssocID="{275823A6-DA31-4015-971F-013EA967541C}" presName="parentNode" presStyleLbl="node1" presStyleIdx="1" presStyleCnt="3">
        <dgm:presLayoutVars>
          <dgm:chMax val="0"/>
          <dgm:bulletEnabled val="1"/>
        </dgm:presLayoutVars>
      </dgm:prSet>
      <dgm:spPr/>
      <dgm:t>
        <a:bodyPr/>
        <a:lstStyle/>
        <a:p>
          <a:endParaRPr lang="en-US"/>
        </a:p>
      </dgm:t>
    </dgm:pt>
    <dgm:pt modelId="{7C1FE252-E5CE-40AF-AE08-799A5F741FEE}" type="pres">
      <dgm:prSet presAssocID="{275823A6-DA31-4015-971F-013EA967541C}" presName="childNode" presStyleLbl="node1" presStyleIdx="1" presStyleCnt="3">
        <dgm:presLayoutVars>
          <dgm:bulletEnabled val="1"/>
        </dgm:presLayoutVars>
      </dgm:prSet>
      <dgm:spPr/>
      <dgm:t>
        <a:bodyPr/>
        <a:lstStyle/>
        <a:p>
          <a:endParaRPr lang="en-US"/>
        </a:p>
      </dgm:t>
    </dgm:pt>
    <dgm:pt modelId="{E94DD569-30C2-4DB5-BFE9-2EA1C054A099}" type="pres">
      <dgm:prSet presAssocID="{51902D99-3A7E-49E6-ACF4-64573B002DF3}" presName="hSp" presStyleCnt="0"/>
      <dgm:spPr/>
    </dgm:pt>
    <dgm:pt modelId="{D0762C22-9124-4CFC-9FEF-33DB241A1B75}" type="pres">
      <dgm:prSet presAssocID="{51902D99-3A7E-49E6-ACF4-64573B002DF3}" presName="vProcSp" presStyleCnt="0"/>
      <dgm:spPr/>
    </dgm:pt>
    <dgm:pt modelId="{C8DF72E1-70D1-4214-8DAD-40E18FF824F5}" type="pres">
      <dgm:prSet presAssocID="{51902D99-3A7E-49E6-ACF4-64573B002DF3}" presName="vSp1" presStyleCnt="0"/>
      <dgm:spPr/>
    </dgm:pt>
    <dgm:pt modelId="{BAC8B8B3-49A2-4BE7-B498-654C601FE809}" type="pres">
      <dgm:prSet presAssocID="{51902D99-3A7E-49E6-ACF4-64573B002DF3}" presName="simulatedConn" presStyleLbl="solidFgAcc1" presStyleIdx="1" presStyleCnt="2"/>
      <dgm:spPr/>
    </dgm:pt>
    <dgm:pt modelId="{4A5065A5-7398-4E75-9460-0F7770025FB9}" type="pres">
      <dgm:prSet presAssocID="{51902D99-3A7E-49E6-ACF4-64573B002DF3}" presName="vSp2" presStyleCnt="0"/>
      <dgm:spPr/>
    </dgm:pt>
    <dgm:pt modelId="{2AE61FAA-6DD0-4F7B-8C42-F1DA0A887180}" type="pres">
      <dgm:prSet presAssocID="{51902D99-3A7E-49E6-ACF4-64573B002DF3}" presName="sibTrans" presStyleCnt="0"/>
      <dgm:spPr/>
    </dgm:pt>
    <dgm:pt modelId="{72B73D94-A19D-488F-A34B-978C721C47B4}" type="pres">
      <dgm:prSet presAssocID="{2645AA64-F59A-4567-9741-8E504AE7F8ED}" presName="compositeNode" presStyleCnt="0">
        <dgm:presLayoutVars>
          <dgm:bulletEnabled val="1"/>
        </dgm:presLayoutVars>
      </dgm:prSet>
      <dgm:spPr/>
    </dgm:pt>
    <dgm:pt modelId="{BBE81636-BCDD-48A0-B978-839FA7B950F8}" type="pres">
      <dgm:prSet presAssocID="{2645AA64-F59A-4567-9741-8E504AE7F8ED}" presName="bgRect" presStyleLbl="node1" presStyleIdx="2" presStyleCnt="3"/>
      <dgm:spPr/>
      <dgm:t>
        <a:bodyPr/>
        <a:lstStyle/>
        <a:p>
          <a:endParaRPr lang="en-US"/>
        </a:p>
      </dgm:t>
    </dgm:pt>
    <dgm:pt modelId="{5002EEF7-AB5F-41AC-BBA4-49DC2C142864}" type="pres">
      <dgm:prSet presAssocID="{2645AA64-F59A-4567-9741-8E504AE7F8ED}" presName="parentNode" presStyleLbl="node1" presStyleIdx="2" presStyleCnt="3">
        <dgm:presLayoutVars>
          <dgm:chMax val="0"/>
          <dgm:bulletEnabled val="1"/>
        </dgm:presLayoutVars>
      </dgm:prSet>
      <dgm:spPr/>
      <dgm:t>
        <a:bodyPr/>
        <a:lstStyle/>
        <a:p>
          <a:endParaRPr lang="en-US"/>
        </a:p>
      </dgm:t>
    </dgm:pt>
    <dgm:pt modelId="{4428B23C-049C-4D7B-92D7-DD65A1003E4E}" type="pres">
      <dgm:prSet presAssocID="{2645AA64-F59A-4567-9741-8E504AE7F8ED}" presName="childNode" presStyleLbl="node1" presStyleIdx="2" presStyleCnt="3">
        <dgm:presLayoutVars>
          <dgm:bulletEnabled val="1"/>
        </dgm:presLayoutVars>
      </dgm:prSet>
      <dgm:spPr/>
      <dgm:t>
        <a:bodyPr/>
        <a:lstStyle/>
        <a:p>
          <a:endParaRPr lang="en-US"/>
        </a:p>
      </dgm:t>
    </dgm:pt>
  </dgm:ptLst>
  <dgm:cxnLst>
    <dgm:cxn modelId="{874CAB56-E993-4BA7-B073-DD6F211AB452}" srcId="{E12051B9-F660-41FB-9BFB-187ECABCD821}" destId="{56D25664-E470-4423-B8A9-9B6E4F3E9501}" srcOrd="0" destOrd="0" parTransId="{AE225F17-CB4A-4698-895E-495209A24EDD}" sibTransId="{0513D618-905F-43E6-8DF3-0764A99732D8}"/>
    <dgm:cxn modelId="{C5F869C1-8FEF-4035-9EC3-FDF0092FF2C9}" srcId="{56D25664-E470-4423-B8A9-9B6E4F3E9501}" destId="{F754AD28-8B54-47D9-83F1-8D45F35B4A81}" srcOrd="0" destOrd="0" parTransId="{26AD8160-5FF5-41BE-AFAF-E29D66F0469B}" sibTransId="{BE9BECBC-F94F-4E2F-BDB2-93E8BAEBEFE7}"/>
    <dgm:cxn modelId="{0E53BA19-074F-4E8A-B108-53D222C78913}" type="presOf" srcId="{D264B8C8-0C74-4047-BC3D-D328ABB04B07}" destId="{4428B23C-049C-4D7B-92D7-DD65A1003E4E}" srcOrd="0" destOrd="0" presId="urn:microsoft.com/office/officeart/2005/8/layout/hProcess7"/>
    <dgm:cxn modelId="{21301622-77BE-4754-8338-241574961FCF}" type="presOf" srcId="{2645AA64-F59A-4567-9741-8E504AE7F8ED}" destId="{BBE81636-BCDD-48A0-B978-839FA7B950F8}" srcOrd="0" destOrd="0" presId="urn:microsoft.com/office/officeart/2005/8/layout/hProcess7"/>
    <dgm:cxn modelId="{F7153C57-A186-40D1-881C-A7EE007B6A84}" type="presOf" srcId="{275823A6-DA31-4015-971F-013EA967541C}" destId="{CB5EA34A-627A-4C1F-96E3-4088D2A98FDD}" srcOrd="0" destOrd="0" presId="urn:microsoft.com/office/officeart/2005/8/layout/hProcess7"/>
    <dgm:cxn modelId="{4E3401AA-1E24-4535-A79F-BA5D946C0D40}" type="presOf" srcId="{E7E09A88-A855-416A-B17D-5608BAB5F968}" destId="{7C1FE252-E5CE-40AF-AE08-799A5F741FEE}" srcOrd="0" destOrd="0" presId="urn:microsoft.com/office/officeart/2005/8/layout/hProcess7"/>
    <dgm:cxn modelId="{4277D3C4-3EBC-4B13-9391-E571FAB7D778}" type="presOf" srcId="{E12051B9-F660-41FB-9BFB-187ECABCD821}" destId="{4413368B-ACCA-469B-9D0E-1FEFC4075FB0}" srcOrd="0" destOrd="0" presId="urn:microsoft.com/office/officeart/2005/8/layout/hProcess7"/>
    <dgm:cxn modelId="{AC461C10-B64E-47D2-876A-1F8E2E4FB198}" type="presOf" srcId="{F754AD28-8B54-47D9-83F1-8D45F35B4A81}" destId="{0F07502A-98A4-4880-9779-27EA2BEB6F02}" srcOrd="0" destOrd="0" presId="urn:microsoft.com/office/officeart/2005/8/layout/hProcess7"/>
    <dgm:cxn modelId="{955316F3-D59D-4E22-BAC5-4B54F7BE800A}" srcId="{275823A6-DA31-4015-971F-013EA967541C}" destId="{E7E09A88-A855-416A-B17D-5608BAB5F968}" srcOrd="0" destOrd="0" parTransId="{791A9365-62E9-4724-B5DD-36351582D82E}" sibTransId="{C2A5DE0A-7824-4E35-BB27-47DBE8541DB5}"/>
    <dgm:cxn modelId="{9CD48B93-ABB8-433A-A639-193F0A28CBE5}" srcId="{E12051B9-F660-41FB-9BFB-187ECABCD821}" destId="{2645AA64-F59A-4567-9741-8E504AE7F8ED}" srcOrd="2" destOrd="0" parTransId="{AC7E47B7-C191-494F-A858-138D80EBAA8B}" sibTransId="{8534D89E-94B4-4294-B728-B7172A8E774D}"/>
    <dgm:cxn modelId="{F1659B10-4FBE-4A63-A462-5D6031D737B1}" type="presOf" srcId="{56D25664-E470-4423-B8A9-9B6E4F3E9501}" destId="{5EE1D2E5-E13B-4FA3-A68E-FA18C8AD1A1A}" srcOrd="0" destOrd="0" presId="urn:microsoft.com/office/officeart/2005/8/layout/hProcess7"/>
    <dgm:cxn modelId="{49CCEE11-6AF8-4C15-BADA-7AF7396A7B39}" type="presOf" srcId="{2645AA64-F59A-4567-9741-8E504AE7F8ED}" destId="{5002EEF7-AB5F-41AC-BBA4-49DC2C142864}" srcOrd="1" destOrd="0" presId="urn:microsoft.com/office/officeart/2005/8/layout/hProcess7"/>
    <dgm:cxn modelId="{BA86AA22-E0A6-4B2D-8870-B6EE9B7D21A2}" type="presOf" srcId="{56D25664-E470-4423-B8A9-9B6E4F3E9501}" destId="{1F2FC209-C6F9-4BD8-BE18-C50B50281548}" srcOrd="1" destOrd="0" presId="urn:microsoft.com/office/officeart/2005/8/layout/hProcess7"/>
    <dgm:cxn modelId="{DB884937-1E09-49E0-BABE-97AC4679294D}" srcId="{2645AA64-F59A-4567-9741-8E504AE7F8ED}" destId="{D264B8C8-0C74-4047-BC3D-D328ABB04B07}" srcOrd="0" destOrd="0" parTransId="{EFE8DCE1-CB9B-44C0-BE30-595BF1898A8E}" sibTransId="{E5F6790C-BCA3-4DEC-A52E-7D738F9F57BD}"/>
    <dgm:cxn modelId="{7437843E-C873-4F0A-B5EA-DE17D4B19CEC}" srcId="{E12051B9-F660-41FB-9BFB-187ECABCD821}" destId="{275823A6-DA31-4015-971F-013EA967541C}" srcOrd="1" destOrd="0" parTransId="{875E5474-64E5-4108-955A-9C4C5981F19E}" sibTransId="{51902D99-3A7E-49E6-ACF4-64573B002DF3}"/>
    <dgm:cxn modelId="{4637551F-0D3F-4D2D-9008-B218D2EB9464}" type="presOf" srcId="{275823A6-DA31-4015-971F-013EA967541C}" destId="{752682F3-57CE-4B43-B292-A62B3D508EDD}" srcOrd="1" destOrd="0" presId="urn:microsoft.com/office/officeart/2005/8/layout/hProcess7"/>
    <dgm:cxn modelId="{ED0FCE77-ABAE-4D1A-80EE-BCCCD99F91A7}" type="presParOf" srcId="{4413368B-ACCA-469B-9D0E-1FEFC4075FB0}" destId="{8E1BCC0E-B989-4435-8915-645304C71A64}" srcOrd="0" destOrd="0" presId="urn:microsoft.com/office/officeart/2005/8/layout/hProcess7"/>
    <dgm:cxn modelId="{D5AF29E7-8E8F-4939-8D6D-C5A2821320CB}" type="presParOf" srcId="{8E1BCC0E-B989-4435-8915-645304C71A64}" destId="{5EE1D2E5-E13B-4FA3-A68E-FA18C8AD1A1A}" srcOrd="0" destOrd="0" presId="urn:microsoft.com/office/officeart/2005/8/layout/hProcess7"/>
    <dgm:cxn modelId="{F03B6F27-A835-4B36-8A31-89F6753287D7}" type="presParOf" srcId="{8E1BCC0E-B989-4435-8915-645304C71A64}" destId="{1F2FC209-C6F9-4BD8-BE18-C50B50281548}" srcOrd="1" destOrd="0" presId="urn:microsoft.com/office/officeart/2005/8/layout/hProcess7"/>
    <dgm:cxn modelId="{4505C8A7-00BA-4143-99D6-B0D6B90286B0}" type="presParOf" srcId="{8E1BCC0E-B989-4435-8915-645304C71A64}" destId="{0F07502A-98A4-4880-9779-27EA2BEB6F02}" srcOrd="2" destOrd="0" presId="urn:microsoft.com/office/officeart/2005/8/layout/hProcess7"/>
    <dgm:cxn modelId="{DE663B2F-B468-4F3C-BAA4-ED38FD1C6847}" type="presParOf" srcId="{4413368B-ACCA-469B-9D0E-1FEFC4075FB0}" destId="{13ACBB4E-2F0C-4773-92A7-F091255EA962}" srcOrd="1" destOrd="0" presId="urn:microsoft.com/office/officeart/2005/8/layout/hProcess7"/>
    <dgm:cxn modelId="{936BFF5B-79D3-49F3-A388-7F558BB247D0}" type="presParOf" srcId="{4413368B-ACCA-469B-9D0E-1FEFC4075FB0}" destId="{BAD87237-2D53-4DFC-BA2E-02EC39493885}" srcOrd="2" destOrd="0" presId="urn:microsoft.com/office/officeart/2005/8/layout/hProcess7"/>
    <dgm:cxn modelId="{17BF98EE-623A-4ACD-ACDB-9CCCE0D529AF}" type="presParOf" srcId="{BAD87237-2D53-4DFC-BA2E-02EC39493885}" destId="{221F174E-2568-4C2B-B98A-B21C733FC119}" srcOrd="0" destOrd="0" presId="urn:microsoft.com/office/officeart/2005/8/layout/hProcess7"/>
    <dgm:cxn modelId="{2C564617-E0C1-48B6-A163-FC513938BD7B}" type="presParOf" srcId="{BAD87237-2D53-4DFC-BA2E-02EC39493885}" destId="{45668240-D897-4FC1-8421-6DD785B65040}" srcOrd="1" destOrd="0" presId="urn:microsoft.com/office/officeart/2005/8/layout/hProcess7"/>
    <dgm:cxn modelId="{FBDEF7DC-74C2-432A-BEA2-DB15F3D1D29E}" type="presParOf" srcId="{BAD87237-2D53-4DFC-BA2E-02EC39493885}" destId="{50ECFA14-9F36-4C35-911C-A780FF037D2C}" srcOrd="2" destOrd="0" presId="urn:microsoft.com/office/officeart/2005/8/layout/hProcess7"/>
    <dgm:cxn modelId="{C5B6FC92-873E-4908-9ECA-F2052C2C4619}" type="presParOf" srcId="{4413368B-ACCA-469B-9D0E-1FEFC4075FB0}" destId="{B0CEB5DD-B27E-454F-A39C-A559A187214D}" srcOrd="3" destOrd="0" presId="urn:microsoft.com/office/officeart/2005/8/layout/hProcess7"/>
    <dgm:cxn modelId="{8CFCC076-510E-4A76-86BE-602944CCF2C5}" type="presParOf" srcId="{4413368B-ACCA-469B-9D0E-1FEFC4075FB0}" destId="{4C92115F-DFB0-4372-AF66-CF11B70A8EFD}" srcOrd="4" destOrd="0" presId="urn:microsoft.com/office/officeart/2005/8/layout/hProcess7"/>
    <dgm:cxn modelId="{EDB546E8-1AD6-44CF-96A1-789300DF32D5}" type="presParOf" srcId="{4C92115F-DFB0-4372-AF66-CF11B70A8EFD}" destId="{CB5EA34A-627A-4C1F-96E3-4088D2A98FDD}" srcOrd="0" destOrd="0" presId="urn:microsoft.com/office/officeart/2005/8/layout/hProcess7"/>
    <dgm:cxn modelId="{A5D5B52B-5CEE-4F76-9B4B-7B518585AE23}" type="presParOf" srcId="{4C92115F-DFB0-4372-AF66-CF11B70A8EFD}" destId="{752682F3-57CE-4B43-B292-A62B3D508EDD}" srcOrd="1" destOrd="0" presId="urn:microsoft.com/office/officeart/2005/8/layout/hProcess7"/>
    <dgm:cxn modelId="{22FF6FFF-44D5-476F-94D3-AFF36518D3F8}" type="presParOf" srcId="{4C92115F-DFB0-4372-AF66-CF11B70A8EFD}" destId="{7C1FE252-E5CE-40AF-AE08-799A5F741FEE}" srcOrd="2" destOrd="0" presId="urn:microsoft.com/office/officeart/2005/8/layout/hProcess7"/>
    <dgm:cxn modelId="{AB44BC40-EFF3-4ADC-B544-FBD6056954BF}" type="presParOf" srcId="{4413368B-ACCA-469B-9D0E-1FEFC4075FB0}" destId="{E94DD569-30C2-4DB5-BFE9-2EA1C054A099}" srcOrd="5" destOrd="0" presId="urn:microsoft.com/office/officeart/2005/8/layout/hProcess7"/>
    <dgm:cxn modelId="{B6E044D5-4C9F-4D43-A4F0-D2FA34095432}" type="presParOf" srcId="{4413368B-ACCA-469B-9D0E-1FEFC4075FB0}" destId="{D0762C22-9124-4CFC-9FEF-33DB241A1B75}" srcOrd="6" destOrd="0" presId="urn:microsoft.com/office/officeart/2005/8/layout/hProcess7"/>
    <dgm:cxn modelId="{7D7687EC-03F6-4F0E-8B26-49DCB7262C35}" type="presParOf" srcId="{D0762C22-9124-4CFC-9FEF-33DB241A1B75}" destId="{C8DF72E1-70D1-4214-8DAD-40E18FF824F5}" srcOrd="0" destOrd="0" presId="urn:microsoft.com/office/officeart/2005/8/layout/hProcess7"/>
    <dgm:cxn modelId="{B26188FF-9EB5-4334-81D7-BC2DCC8596BB}" type="presParOf" srcId="{D0762C22-9124-4CFC-9FEF-33DB241A1B75}" destId="{BAC8B8B3-49A2-4BE7-B498-654C601FE809}" srcOrd="1" destOrd="0" presId="urn:microsoft.com/office/officeart/2005/8/layout/hProcess7"/>
    <dgm:cxn modelId="{36FD1241-07B6-4F19-946A-50B4055C1520}" type="presParOf" srcId="{D0762C22-9124-4CFC-9FEF-33DB241A1B75}" destId="{4A5065A5-7398-4E75-9460-0F7770025FB9}" srcOrd="2" destOrd="0" presId="urn:microsoft.com/office/officeart/2005/8/layout/hProcess7"/>
    <dgm:cxn modelId="{E6226117-86A9-493A-8230-0AFF487BAAFC}" type="presParOf" srcId="{4413368B-ACCA-469B-9D0E-1FEFC4075FB0}" destId="{2AE61FAA-6DD0-4F7B-8C42-F1DA0A887180}" srcOrd="7" destOrd="0" presId="urn:microsoft.com/office/officeart/2005/8/layout/hProcess7"/>
    <dgm:cxn modelId="{F1B229B9-DFFC-414A-959F-9B635E03B2DB}" type="presParOf" srcId="{4413368B-ACCA-469B-9D0E-1FEFC4075FB0}" destId="{72B73D94-A19D-488F-A34B-978C721C47B4}" srcOrd="8" destOrd="0" presId="urn:microsoft.com/office/officeart/2005/8/layout/hProcess7"/>
    <dgm:cxn modelId="{39C2AEF7-47D8-4AE9-B014-B030C8974581}" type="presParOf" srcId="{72B73D94-A19D-488F-A34B-978C721C47B4}" destId="{BBE81636-BCDD-48A0-B978-839FA7B950F8}" srcOrd="0" destOrd="0" presId="urn:microsoft.com/office/officeart/2005/8/layout/hProcess7"/>
    <dgm:cxn modelId="{CF131535-66CF-45DB-B3F6-E1DBACF5A7D7}" type="presParOf" srcId="{72B73D94-A19D-488F-A34B-978C721C47B4}" destId="{5002EEF7-AB5F-41AC-BBA4-49DC2C142864}" srcOrd="1" destOrd="0" presId="urn:microsoft.com/office/officeart/2005/8/layout/hProcess7"/>
    <dgm:cxn modelId="{775BDBC1-32C9-4472-86D3-17BD37315452}" type="presParOf" srcId="{72B73D94-A19D-488F-A34B-978C721C47B4}" destId="{4428B23C-049C-4D7B-92D7-DD65A1003E4E}"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dgm:spPr/>
      <dgm:t>
        <a:bodyPr/>
        <a:lstStyle/>
        <a:p>
          <a:r>
            <a:rPr lang="en-US" dirty="0" smtClean="0"/>
            <a:t>Construct</a:t>
          </a:r>
          <a:endParaRPr lang="en-US"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600" dirty="0" smtClean="0"/>
            <a:t>Success Factors</a:t>
          </a:r>
          <a:endParaRPr lang="en-US" sz="36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275823A6-DA31-4015-971F-013EA967541C}">
      <dgm:prSet phldrT="[Text]"/>
      <dgm:spPr/>
      <dgm:t>
        <a:bodyPr/>
        <a:lstStyle/>
        <a:p>
          <a:r>
            <a:rPr lang="en-US" dirty="0" smtClean="0"/>
            <a:t>Literature</a:t>
          </a:r>
          <a:endParaRPr lang="en-US" dirty="0"/>
        </a:p>
      </dgm:t>
    </dgm:pt>
    <dgm:pt modelId="{875E5474-64E5-4108-955A-9C4C5981F19E}" type="parTrans" cxnId="{7437843E-C873-4F0A-B5EA-DE17D4B19CEC}">
      <dgm:prSet/>
      <dgm:spPr/>
      <dgm:t>
        <a:bodyPr/>
        <a:lstStyle/>
        <a:p>
          <a:endParaRPr lang="en-US"/>
        </a:p>
      </dgm:t>
    </dgm:pt>
    <dgm:pt modelId="{51902D99-3A7E-49E6-ACF4-64573B002DF3}" type="sibTrans" cxnId="{7437843E-C873-4F0A-B5EA-DE17D4B19CEC}">
      <dgm:prSet/>
      <dgm:spPr/>
      <dgm:t>
        <a:bodyPr/>
        <a:lstStyle/>
        <a:p>
          <a:endParaRPr lang="en-US"/>
        </a:p>
      </dgm:t>
    </dgm:pt>
    <dgm:pt modelId="{E7E09A88-A855-416A-B17D-5608BAB5F968}">
      <dgm:prSet phldrT="[Text]"/>
      <dgm:spPr/>
      <dgm:t>
        <a:bodyPr/>
        <a:lstStyle/>
        <a:p>
          <a:r>
            <a:rPr lang="en-US" dirty="0" smtClean="0"/>
            <a:t>[Text]</a:t>
          </a:r>
          <a:endParaRPr lang="en-US"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2645AA64-F59A-4567-9741-8E504AE7F8ED}">
      <dgm:prSet phldrT="[Text]"/>
      <dgm:spPr/>
      <dgm:t>
        <a:bodyPr/>
        <a:lstStyle/>
        <a:p>
          <a:r>
            <a:rPr lang="en-US" dirty="0" smtClean="0"/>
            <a:t>Limitations</a:t>
          </a:r>
          <a:endParaRPr lang="en-US" dirty="0"/>
        </a:p>
      </dgm:t>
    </dgm:pt>
    <dgm:pt modelId="{AC7E47B7-C191-494F-A858-138D80EBAA8B}" type="parTrans" cxnId="{9CD48B93-ABB8-433A-A639-193F0A28CBE5}">
      <dgm:prSet/>
      <dgm:spPr/>
      <dgm:t>
        <a:bodyPr/>
        <a:lstStyle/>
        <a:p>
          <a:endParaRPr lang="en-US"/>
        </a:p>
      </dgm:t>
    </dgm:pt>
    <dgm:pt modelId="{8534D89E-94B4-4294-B728-B7172A8E774D}" type="sibTrans" cxnId="{9CD48B93-ABB8-433A-A639-193F0A28CBE5}">
      <dgm:prSet/>
      <dgm:spPr/>
      <dgm:t>
        <a:bodyPr/>
        <a:lstStyle/>
        <a:p>
          <a:endParaRPr lang="en-US"/>
        </a:p>
      </dgm:t>
    </dgm:pt>
    <dgm:pt modelId="{D264B8C8-0C74-4047-BC3D-D328ABB04B07}">
      <dgm:prSet phldrT="[Text]" phldr="1"/>
      <dgm:spPr/>
      <dgm:t>
        <a:bodyPr/>
        <a:lstStyle/>
        <a:p>
          <a:endParaRPr lang="en-US"/>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C92115F-DFB0-4372-AF66-CF11B70A8EFD}" type="pres">
      <dgm:prSet presAssocID="{275823A6-DA31-4015-971F-013EA967541C}" presName="compositeNode" presStyleCnt="0">
        <dgm:presLayoutVars>
          <dgm:bulletEnabled val="1"/>
        </dgm:presLayoutVars>
      </dgm:prSet>
      <dgm:spPr/>
    </dgm:pt>
    <dgm:pt modelId="{CB5EA34A-627A-4C1F-96E3-4088D2A98FDD}" type="pres">
      <dgm:prSet presAssocID="{275823A6-DA31-4015-971F-013EA967541C}" presName="bgRect" presStyleLbl="node1" presStyleIdx="1" presStyleCnt="3"/>
      <dgm:spPr/>
      <dgm:t>
        <a:bodyPr/>
        <a:lstStyle/>
        <a:p>
          <a:endParaRPr lang="en-US"/>
        </a:p>
      </dgm:t>
    </dgm:pt>
    <dgm:pt modelId="{752682F3-57CE-4B43-B292-A62B3D508EDD}" type="pres">
      <dgm:prSet presAssocID="{275823A6-DA31-4015-971F-013EA967541C}" presName="parentNode" presStyleLbl="node1" presStyleIdx="1" presStyleCnt="3">
        <dgm:presLayoutVars>
          <dgm:chMax val="0"/>
          <dgm:bulletEnabled val="1"/>
        </dgm:presLayoutVars>
      </dgm:prSet>
      <dgm:spPr/>
      <dgm:t>
        <a:bodyPr/>
        <a:lstStyle/>
        <a:p>
          <a:endParaRPr lang="en-US"/>
        </a:p>
      </dgm:t>
    </dgm:pt>
    <dgm:pt modelId="{7C1FE252-E5CE-40AF-AE08-799A5F741FEE}" type="pres">
      <dgm:prSet presAssocID="{275823A6-DA31-4015-971F-013EA967541C}" presName="childNode" presStyleLbl="node1" presStyleIdx="1" presStyleCnt="3">
        <dgm:presLayoutVars>
          <dgm:bulletEnabled val="1"/>
        </dgm:presLayoutVars>
      </dgm:prSet>
      <dgm:spPr/>
      <dgm:t>
        <a:bodyPr/>
        <a:lstStyle/>
        <a:p>
          <a:endParaRPr lang="en-US"/>
        </a:p>
      </dgm:t>
    </dgm:pt>
    <dgm:pt modelId="{E94DD569-30C2-4DB5-BFE9-2EA1C054A099}" type="pres">
      <dgm:prSet presAssocID="{51902D99-3A7E-49E6-ACF4-64573B002DF3}" presName="hSp" presStyleCnt="0"/>
      <dgm:spPr/>
    </dgm:pt>
    <dgm:pt modelId="{D0762C22-9124-4CFC-9FEF-33DB241A1B75}" type="pres">
      <dgm:prSet presAssocID="{51902D99-3A7E-49E6-ACF4-64573B002DF3}" presName="vProcSp" presStyleCnt="0"/>
      <dgm:spPr/>
    </dgm:pt>
    <dgm:pt modelId="{C8DF72E1-70D1-4214-8DAD-40E18FF824F5}" type="pres">
      <dgm:prSet presAssocID="{51902D99-3A7E-49E6-ACF4-64573B002DF3}" presName="vSp1" presStyleCnt="0"/>
      <dgm:spPr/>
    </dgm:pt>
    <dgm:pt modelId="{BAC8B8B3-49A2-4BE7-B498-654C601FE809}" type="pres">
      <dgm:prSet presAssocID="{51902D99-3A7E-49E6-ACF4-64573B002DF3}" presName="simulatedConn" presStyleLbl="solidFgAcc1" presStyleIdx="1" presStyleCnt="2"/>
      <dgm:spPr/>
    </dgm:pt>
    <dgm:pt modelId="{4A5065A5-7398-4E75-9460-0F7770025FB9}" type="pres">
      <dgm:prSet presAssocID="{51902D99-3A7E-49E6-ACF4-64573B002DF3}" presName="vSp2" presStyleCnt="0"/>
      <dgm:spPr/>
    </dgm:pt>
    <dgm:pt modelId="{2AE61FAA-6DD0-4F7B-8C42-F1DA0A887180}" type="pres">
      <dgm:prSet presAssocID="{51902D99-3A7E-49E6-ACF4-64573B002DF3}" presName="sibTrans" presStyleCnt="0"/>
      <dgm:spPr/>
    </dgm:pt>
    <dgm:pt modelId="{72B73D94-A19D-488F-A34B-978C721C47B4}" type="pres">
      <dgm:prSet presAssocID="{2645AA64-F59A-4567-9741-8E504AE7F8ED}" presName="compositeNode" presStyleCnt="0">
        <dgm:presLayoutVars>
          <dgm:bulletEnabled val="1"/>
        </dgm:presLayoutVars>
      </dgm:prSet>
      <dgm:spPr/>
    </dgm:pt>
    <dgm:pt modelId="{BBE81636-BCDD-48A0-B978-839FA7B950F8}" type="pres">
      <dgm:prSet presAssocID="{2645AA64-F59A-4567-9741-8E504AE7F8ED}" presName="bgRect" presStyleLbl="node1" presStyleIdx="2" presStyleCnt="3"/>
      <dgm:spPr/>
      <dgm:t>
        <a:bodyPr/>
        <a:lstStyle/>
        <a:p>
          <a:endParaRPr lang="en-US"/>
        </a:p>
      </dgm:t>
    </dgm:pt>
    <dgm:pt modelId="{5002EEF7-AB5F-41AC-BBA4-49DC2C142864}" type="pres">
      <dgm:prSet presAssocID="{2645AA64-F59A-4567-9741-8E504AE7F8ED}" presName="parentNode" presStyleLbl="node1" presStyleIdx="2" presStyleCnt="3">
        <dgm:presLayoutVars>
          <dgm:chMax val="0"/>
          <dgm:bulletEnabled val="1"/>
        </dgm:presLayoutVars>
      </dgm:prSet>
      <dgm:spPr/>
      <dgm:t>
        <a:bodyPr/>
        <a:lstStyle/>
        <a:p>
          <a:endParaRPr lang="en-US"/>
        </a:p>
      </dgm:t>
    </dgm:pt>
    <dgm:pt modelId="{4428B23C-049C-4D7B-92D7-DD65A1003E4E}" type="pres">
      <dgm:prSet presAssocID="{2645AA64-F59A-4567-9741-8E504AE7F8ED}" presName="childNode" presStyleLbl="node1" presStyleIdx="2" presStyleCnt="3">
        <dgm:presLayoutVars>
          <dgm:bulletEnabled val="1"/>
        </dgm:presLayoutVars>
      </dgm:prSet>
      <dgm:spPr/>
      <dgm:t>
        <a:bodyPr/>
        <a:lstStyle/>
        <a:p>
          <a:endParaRPr lang="en-US"/>
        </a:p>
      </dgm:t>
    </dgm:pt>
  </dgm:ptLst>
  <dgm:cxnLst>
    <dgm:cxn modelId="{3893ABA4-7B69-4D33-BC00-E43B7028591B}" type="presOf" srcId="{275823A6-DA31-4015-971F-013EA967541C}" destId="{752682F3-57CE-4B43-B292-A62B3D508EDD}" srcOrd="1" destOrd="0" presId="urn:microsoft.com/office/officeart/2005/8/layout/hProcess7"/>
    <dgm:cxn modelId="{BC0EF522-2BDC-4255-B4D0-59058E3EB702}" type="presOf" srcId="{E12051B9-F660-41FB-9BFB-187ECABCD821}" destId="{4413368B-ACCA-469B-9D0E-1FEFC4075FB0}" srcOrd="0" destOrd="0" presId="urn:microsoft.com/office/officeart/2005/8/layout/hProcess7"/>
    <dgm:cxn modelId="{C5F869C1-8FEF-4035-9EC3-FDF0092FF2C9}" srcId="{56D25664-E470-4423-B8A9-9B6E4F3E9501}" destId="{F754AD28-8B54-47D9-83F1-8D45F35B4A81}" srcOrd="0" destOrd="0" parTransId="{26AD8160-5FF5-41BE-AFAF-E29D66F0469B}" sibTransId="{BE9BECBC-F94F-4E2F-BDB2-93E8BAEBEFE7}"/>
    <dgm:cxn modelId="{ACD334E6-E5C6-4C59-9387-0466A6740A69}" type="presOf" srcId="{56D25664-E470-4423-B8A9-9B6E4F3E9501}" destId="{1F2FC209-C6F9-4BD8-BE18-C50B50281548}" srcOrd="1" destOrd="0" presId="urn:microsoft.com/office/officeart/2005/8/layout/hProcess7"/>
    <dgm:cxn modelId="{955316F3-D59D-4E22-BAC5-4B54F7BE800A}" srcId="{275823A6-DA31-4015-971F-013EA967541C}" destId="{E7E09A88-A855-416A-B17D-5608BAB5F968}" srcOrd="0" destOrd="0" parTransId="{791A9365-62E9-4724-B5DD-36351582D82E}" sibTransId="{C2A5DE0A-7824-4E35-BB27-47DBE8541DB5}"/>
    <dgm:cxn modelId="{FB56A77E-384F-4C09-AC6E-469F6C9D238D}" type="presOf" srcId="{2645AA64-F59A-4567-9741-8E504AE7F8ED}" destId="{5002EEF7-AB5F-41AC-BBA4-49DC2C142864}" srcOrd="1" destOrd="0" presId="urn:microsoft.com/office/officeart/2005/8/layout/hProcess7"/>
    <dgm:cxn modelId="{7437843E-C873-4F0A-B5EA-DE17D4B19CEC}" srcId="{E12051B9-F660-41FB-9BFB-187ECABCD821}" destId="{275823A6-DA31-4015-971F-013EA967541C}" srcOrd="1" destOrd="0" parTransId="{875E5474-64E5-4108-955A-9C4C5981F19E}" sibTransId="{51902D99-3A7E-49E6-ACF4-64573B002DF3}"/>
    <dgm:cxn modelId="{9CD48B93-ABB8-433A-A639-193F0A28CBE5}" srcId="{E12051B9-F660-41FB-9BFB-187ECABCD821}" destId="{2645AA64-F59A-4567-9741-8E504AE7F8ED}" srcOrd="2" destOrd="0" parTransId="{AC7E47B7-C191-494F-A858-138D80EBAA8B}" sibTransId="{8534D89E-94B4-4294-B728-B7172A8E774D}"/>
    <dgm:cxn modelId="{FA79C83B-0A67-4DC7-ADBE-DB83B0AF2D79}" type="presOf" srcId="{F754AD28-8B54-47D9-83F1-8D45F35B4A81}" destId="{0F07502A-98A4-4880-9779-27EA2BEB6F02}" srcOrd="0" destOrd="0" presId="urn:microsoft.com/office/officeart/2005/8/layout/hProcess7"/>
    <dgm:cxn modelId="{D91D06ED-B068-4561-9615-B576EF3C2935}" type="presOf" srcId="{275823A6-DA31-4015-971F-013EA967541C}" destId="{CB5EA34A-627A-4C1F-96E3-4088D2A98FDD}" srcOrd="0" destOrd="0" presId="urn:microsoft.com/office/officeart/2005/8/layout/hProcess7"/>
    <dgm:cxn modelId="{874CAB56-E993-4BA7-B073-DD6F211AB452}" srcId="{E12051B9-F660-41FB-9BFB-187ECABCD821}" destId="{56D25664-E470-4423-B8A9-9B6E4F3E9501}" srcOrd="0" destOrd="0" parTransId="{AE225F17-CB4A-4698-895E-495209A24EDD}" sibTransId="{0513D618-905F-43E6-8DF3-0764A99732D8}"/>
    <dgm:cxn modelId="{DB0E41DD-BBBD-4BC6-B3BC-6EE03599BEEF}" type="presOf" srcId="{2645AA64-F59A-4567-9741-8E504AE7F8ED}" destId="{BBE81636-BCDD-48A0-B978-839FA7B950F8}" srcOrd="0" destOrd="0" presId="urn:microsoft.com/office/officeart/2005/8/layout/hProcess7"/>
    <dgm:cxn modelId="{E33F906C-6184-4915-B08F-2589CBE6451A}" type="presOf" srcId="{E7E09A88-A855-416A-B17D-5608BAB5F968}" destId="{7C1FE252-E5CE-40AF-AE08-799A5F741FEE}" srcOrd="0" destOrd="0" presId="urn:microsoft.com/office/officeart/2005/8/layout/hProcess7"/>
    <dgm:cxn modelId="{F2B964A8-5F49-4D22-92D2-39D6EEDC87F7}" type="presOf" srcId="{D264B8C8-0C74-4047-BC3D-D328ABB04B07}" destId="{4428B23C-049C-4D7B-92D7-DD65A1003E4E}" srcOrd="0" destOrd="0" presId="urn:microsoft.com/office/officeart/2005/8/layout/hProcess7"/>
    <dgm:cxn modelId="{DB884937-1E09-49E0-BABE-97AC4679294D}" srcId="{2645AA64-F59A-4567-9741-8E504AE7F8ED}" destId="{D264B8C8-0C74-4047-BC3D-D328ABB04B07}" srcOrd="0" destOrd="0" parTransId="{EFE8DCE1-CB9B-44C0-BE30-595BF1898A8E}" sibTransId="{E5F6790C-BCA3-4DEC-A52E-7D738F9F57BD}"/>
    <dgm:cxn modelId="{CE72CA96-9220-4AFD-88F9-936C50BD554D}" type="presOf" srcId="{56D25664-E470-4423-B8A9-9B6E4F3E9501}" destId="{5EE1D2E5-E13B-4FA3-A68E-FA18C8AD1A1A}" srcOrd="0" destOrd="0" presId="urn:microsoft.com/office/officeart/2005/8/layout/hProcess7"/>
    <dgm:cxn modelId="{FA57F11E-922A-4346-815A-F657CEBB5EAD}" type="presParOf" srcId="{4413368B-ACCA-469B-9D0E-1FEFC4075FB0}" destId="{8E1BCC0E-B989-4435-8915-645304C71A64}" srcOrd="0" destOrd="0" presId="urn:microsoft.com/office/officeart/2005/8/layout/hProcess7"/>
    <dgm:cxn modelId="{8CCA3484-8C08-4A52-B0DD-C8AAB594A63E}" type="presParOf" srcId="{8E1BCC0E-B989-4435-8915-645304C71A64}" destId="{5EE1D2E5-E13B-4FA3-A68E-FA18C8AD1A1A}" srcOrd="0" destOrd="0" presId="urn:microsoft.com/office/officeart/2005/8/layout/hProcess7"/>
    <dgm:cxn modelId="{35A8B9FD-A7CC-41FA-940B-715B05F5FF41}" type="presParOf" srcId="{8E1BCC0E-B989-4435-8915-645304C71A64}" destId="{1F2FC209-C6F9-4BD8-BE18-C50B50281548}" srcOrd="1" destOrd="0" presId="urn:microsoft.com/office/officeart/2005/8/layout/hProcess7"/>
    <dgm:cxn modelId="{B0092DE5-B5E2-4951-9E23-8B74B6D51A40}" type="presParOf" srcId="{8E1BCC0E-B989-4435-8915-645304C71A64}" destId="{0F07502A-98A4-4880-9779-27EA2BEB6F02}" srcOrd="2" destOrd="0" presId="urn:microsoft.com/office/officeart/2005/8/layout/hProcess7"/>
    <dgm:cxn modelId="{09548D86-BF25-48C8-8EFE-8D77EC1FFDE0}" type="presParOf" srcId="{4413368B-ACCA-469B-9D0E-1FEFC4075FB0}" destId="{13ACBB4E-2F0C-4773-92A7-F091255EA962}" srcOrd="1" destOrd="0" presId="urn:microsoft.com/office/officeart/2005/8/layout/hProcess7"/>
    <dgm:cxn modelId="{62AE9D49-FC2E-40D5-BEFE-FEA8319CFF1F}" type="presParOf" srcId="{4413368B-ACCA-469B-9D0E-1FEFC4075FB0}" destId="{BAD87237-2D53-4DFC-BA2E-02EC39493885}" srcOrd="2" destOrd="0" presId="urn:microsoft.com/office/officeart/2005/8/layout/hProcess7"/>
    <dgm:cxn modelId="{579CB4A6-B6F2-4633-B829-3989D206E1BD}" type="presParOf" srcId="{BAD87237-2D53-4DFC-BA2E-02EC39493885}" destId="{221F174E-2568-4C2B-B98A-B21C733FC119}" srcOrd="0" destOrd="0" presId="urn:microsoft.com/office/officeart/2005/8/layout/hProcess7"/>
    <dgm:cxn modelId="{5EF0110F-DCEB-4C27-8F4D-C72DC8E1B82B}" type="presParOf" srcId="{BAD87237-2D53-4DFC-BA2E-02EC39493885}" destId="{45668240-D897-4FC1-8421-6DD785B65040}" srcOrd="1" destOrd="0" presId="urn:microsoft.com/office/officeart/2005/8/layout/hProcess7"/>
    <dgm:cxn modelId="{FE7A6DA5-6199-4677-8D34-32420F0D749C}" type="presParOf" srcId="{BAD87237-2D53-4DFC-BA2E-02EC39493885}" destId="{50ECFA14-9F36-4C35-911C-A780FF037D2C}" srcOrd="2" destOrd="0" presId="urn:microsoft.com/office/officeart/2005/8/layout/hProcess7"/>
    <dgm:cxn modelId="{3F8E9638-BC1B-4199-8F07-AD2517673DF1}" type="presParOf" srcId="{4413368B-ACCA-469B-9D0E-1FEFC4075FB0}" destId="{B0CEB5DD-B27E-454F-A39C-A559A187214D}" srcOrd="3" destOrd="0" presId="urn:microsoft.com/office/officeart/2005/8/layout/hProcess7"/>
    <dgm:cxn modelId="{B02CEAFC-6F66-4EEA-9451-667AC8FCD058}" type="presParOf" srcId="{4413368B-ACCA-469B-9D0E-1FEFC4075FB0}" destId="{4C92115F-DFB0-4372-AF66-CF11B70A8EFD}" srcOrd="4" destOrd="0" presId="urn:microsoft.com/office/officeart/2005/8/layout/hProcess7"/>
    <dgm:cxn modelId="{244A4224-EA7D-43CA-A817-E3E438EC2526}" type="presParOf" srcId="{4C92115F-DFB0-4372-AF66-CF11B70A8EFD}" destId="{CB5EA34A-627A-4C1F-96E3-4088D2A98FDD}" srcOrd="0" destOrd="0" presId="urn:microsoft.com/office/officeart/2005/8/layout/hProcess7"/>
    <dgm:cxn modelId="{A504DAE5-52E1-4864-BE30-DD834C97E3D3}" type="presParOf" srcId="{4C92115F-DFB0-4372-AF66-CF11B70A8EFD}" destId="{752682F3-57CE-4B43-B292-A62B3D508EDD}" srcOrd="1" destOrd="0" presId="urn:microsoft.com/office/officeart/2005/8/layout/hProcess7"/>
    <dgm:cxn modelId="{76AC3B3E-0136-4FBB-9DEF-6A19AFCC92F3}" type="presParOf" srcId="{4C92115F-DFB0-4372-AF66-CF11B70A8EFD}" destId="{7C1FE252-E5CE-40AF-AE08-799A5F741FEE}" srcOrd="2" destOrd="0" presId="urn:microsoft.com/office/officeart/2005/8/layout/hProcess7"/>
    <dgm:cxn modelId="{3A9F685C-D1A7-4DE3-A7AD-7DF30785B325}" type="presParOf" srcId="{4413368B-ACCA-469B-9D0E-1FEFC4075FB0}" destId="{E94DD569-30C2-4DB5-BFE9-2EA1C054A099}" srcOrd="5" destOrd="0" presId="urn:microsoft.com/office/officeart/2005/8/layout/hProcess7"/>
    <dgm:cxn modelId="{C6363C5C-0A0B-4048-A058-4601C9E37922}" type="presParOf" srcId="{4413368B-ACCA-469B-9D0E-1FEFC4075FB0}" destId="{D0762C22-9124-4CFC-9FEF-33DB241A1B75}" srcOrd="6" destOrd="0" presId="urn:microsoft.com/office/officeart/2005/8/layout/hProcess7"/>
    <dgm:cxn modelId="{FC319898-95D8-4211-A3BB-2AF4057F3922}" type="presParOf" srcId="{D0762C22-9124-4CFC-9FEF-33DB241A1B75}" destId="{C8DF72E1-70D1-4214-8DAD-40E18FF824F5}" srcOrd="0" destOrd="0" presId="urn:microsoft.com/office/officeart/2005/8/layout/hProcess7"/>
    <dgm:cxn modelId="{2E916912-B074-4719-9A3E-36D46393CDF7}" type="presParOf" srcId="{D0762C22-9124-4CFC-9FEF-33DB241A1B75}" destId="{BAC8B8B3-49A2-4BE7-B498-654C601FE809}" srcOrd="1" destOrd="0" presId="urn:microsoft.com/office/officeart/2005/8/layout/hProcess7"/>
    <dgm:cxn modelId="{3147666F-A178-4F32-9781-D364AB71B774}" type="presParOf" srcId="{D0762C22-9124-4CFC-9FEF-33DB241A1B75}" destId="{4A5065A5-7398-4E75-9460-0F7770025FB9}" srcOrd="2" destOrd="0" presId="urn:microsoft.com/office/officeart/2005/8/layout/hProcess7"/>
    <dgm:cxn modelId="{1346F85C-F99C-4CD2-926F-6E7601984422}" type="presParOf" srcId="{4413368B-ACCA-469B-9D0E-1FEFC4075FB0}" destId="{2AE61FAA-6DD0-4F7B-8C42-F1DA0A887180}" srcOrd="7" destOrd="0" presId="urn:microsoft.com/office/officeart/2005/8/layout/hProcess7"/>
    <dgm:cxn modelId="{901E6D1B-2987-4AFF-BFE3-289C1BF5DF7C}" type="presParOf" srcId="{4413368B-ACCA-469B-9D0E-1FEFC4075FB0}" destId="{72B73D94-A19D-488F-A34B-978C721C47B4}" srcOrd="8" destOrd="0" presId="urn:microsoft.com/office/officeart/2005/8/layout/hProcess7"/>
    <dgm:cxn modelId="{F3CA7460-99A9-4E0A-BC9D-08249B368F7A}" type="presParOf" srcId="{72B73D94-A19D-488F-A34B-978C721C47B4}" destId="{BBE81636-BCDD-48A0-B978-839FA7B950F8}" srcOrd="0" destOrd="0" presId="urn:microsoft.com/office/officeart/2005/8/layout/hProcess7"/>
    <dgm:cxn modelId="{69B20882-9F58-4109-98EA-8F8E68750B16}" type="presParOf" srcId="{72B73D94-A19D-488F-A34B-978C721C47B4}" destId="{5002EEF7-AB5F-41AC-BBA4-49DC2C142864}" srcOrd="1" destOrd="0" presId="urn:microsoft.com/office/officeart/2005/8/layout/hProcess7"/>
    <dgm:cxn modelId="{9DD3F6AB-AAB3-4F26-9855-706621138334}" type="presParOf" srcId="{72B73D94-A19D-488F-A34B-978C721C47B4}" destId="{4428B23C-049C-4D7B-92D7-DD65A1003E4E}"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dgm:spPr/>
      <dgm:t>
        <a:bodyPr/>
        <a:lstStyle/>
        <a:p>
          <a:r>
            <a:rPr lang="en-US" dirty="0" smtClean="0"/>
            <a:t>Construct</a:t>
          </a:r>
          <a:endParaRPr lang="en-US"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600" dirty="0" smtClean="0"/>
            <a:t>Stage &amp; Geography</a:t>
          </a:r>
          <a:endParaRPr lang="en-US" sz="36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275823A6-DA31-4015-971F-013EA967541C}">
      <dgm:prSet phldrT="[Text]"/>
      <dgm:spPr/>
      <dgm:t>
        <a:bodyPr/>
        <a:lstStyle/>
        <a:p>
          <a:r>
            <a:rPr lang="en-US" dirty="0" smtClean="0"/>
            <a:t>Literature</a:t>
          </a:r>
          <a:endParaRPr lang="en-US" dirty="0"/>
        </a:p>
      </dgm:t>
    </dgm:pt>
    <dgm:pt modelId="{875E5474-64E5-4108-955A-9C4C5981F19E}" type="parTrans" cxnId="{7437843E-C873-4F0A-B5EA-DE17D4B19CEC}">
      <dgm:prSet/>
      <dgm:spPr/>
      <dgm:t>
        <a:bodyPr/>
        <a:lstStyle/>
        <a:p>
          <a:endParaRPr lang="en-US"/>
        </a:p>
      </dgm:t>
    </dgm:pt>
    <dgm:pt modelId="{51902D99-3A7E-49E6-ACF4-64573B002DF3}" type="sibTrans" cxnId="{7437843E-C873-4F0A-B5EA-DE17D4B19CEC}">
      <dgm:prSet/>
      <dgm:spPr/>
      <dgm:t>
        <a:bodyPr/>
        <a:lstStyle/>
        <a:p>
          <a:endParaRPr lang="en-US"/>
        </a:p>
      </dgm:t>
    </dgm:pt>
    <dgm:pt modelId="{E7E09A88-A855-416A-B17D-5608BAB5F968}">
      <dgm:prSet phldrT="[Text]"/>
      <dgm:spPr/>
      <dgm:t>
        <a:bodyPr/>
        <a:lstStyle/>
        <a:p>
          <a:r>
            <a:rPr lang="en-US" dirty="0" smtClean="0"/>
            <a:t>[Text]</a:t>
          </a:r>
          <a:endParaRPr lang="en-US"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2645AA64-F59A-4567-9741-8E504AE7F8ED}">
      <dgm:prSet phldrT="[Text]"/>
      <dgm:spPr/>
      <dgm:t>
        <a:bodyPr/>
        <a:lstStyle/>
        <a:p>
          <a:r>
            <a:rPr lang="en-US" dirty="0" smtClean="0"/>
            <a:t>Limitations</a:t>
          </a:r>
          <a:endParaRPr lang="en-US" dirty="0"/>
        </a:p>
      </dgm:t>
    </dgm:pt>
    <dgm:pt modelId="{AC7E47B7-C191-494F-A858-138D80EBAA8B}" type="parTrans" cxnId="{9CD48B93-ABB8-433A-A639-193F0A28CBE5}">
      <dgm:prSet/>
      <dgm:spPr/>
      <dgm:t>
        <a:bodyPr/>
        <a:lstStyle/>
        <a:p>
          <a:endParaRPr lang="en-US"/>
        </a:p>
      </dgm:t>
    </dgm:pt>
    <dgm:pt modelId="{8534D89E-94B4-4294-B728-B7172A8E774D}" type="sibTrans" cxnId="{9CD48B93-ABB8-433A-A639-193F0A28CBE5}">
      <dgm:prSet/>
      <dgm:spPr/>
      <dgm:t>
        <a:bodyPr/>
        <a:lstStyle/>
        <a:p>
          <a:endParaRPr lang="en-US"/>
        </a:p>
      </dgm:t>
    </dgm:pt>
    <dgm:pt modelId="{D264B8C8-0C74-4047-BC3D-D328ABB04B07}">
      <dgm:prSet phldrT="[Text]" phldr="1"/>
      <dgm:spPr/>
      <dgm:t>
        <a:bodyPr/>
        <a:lstStyle/>
        <a:p>
          <a:endParaRPr lang="en-US"/>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C92115F-DFB0-4372-AF66-CF11B70A8EFD}" type="pres">
      <dgm:prSet presAssocID="{275823A6-DA31-4015-971F-013EA967541C}" presName="compositeNode" presStyleCnt="0">
        <dgm:presLayoutVars>
          <dgm:bulletEnabled val="1"/>
        </dgm:presLayoutVars>
      </dgm:prSet>
      <dgm:spPr/>
    </dgm:pt>
    <dgm:pt modelId="{CB5EA34A-627A-4C1F-96E3-4088D2A98FDD}" type="pres">
      <dgm:prSet presAssocID="{275823A6-DA31-4015-971F-013EA967541C}" presName="bgRect" presStyleLbl="node1" presStyleIdx="1" presStyleCnt="3"/>
      <dgm:spPr/>
      <dgm:t>
        <a:bodyPr/>
        <a:lstStyle/>
        <a:p>
          <a:endParaRPr lang="en-US"/>
        </a:p>
      </dgm:t>
    </dgm:pt>
    <dgm:pt modelId="{752682F3-57CE-4B43-B292-A62B3D508EDD}" type="pres">
      <dgm:prSet presAssocID="{275823A6-DA31-4015-971F-013EA967541C}" presName="parentNode" presStyleLbl="node1" presStyleIdx="1" presStyleCnt="3">
        <dgm:presLayoutVars>
          <dgm:chMax val="0"/>
          <dgm:bulletEnabled val="1"/>
        </dgm:presLayoutVars>
      </dgm:prSet>
      <dgm:spPr/>
      <dgm:t>
        <a:bodyPr/>
        <a:lstStyle/>
        <a:p>
          <a:endParaRPr lang="en-US"/>
        </a:p>
      </dgm:t>
    </dgm:pt>
    <dgm:pt modelId="{7C1FE252-E5CE-40AF-AE08-799A5F741FEE}" type="pres">
      <dgm:prSet presAssocID="{275823A6-DA31-4015-971F-013EA967541C}" presName="childNode" presStyleLbl="node1" presStyleIdx="1" presStyleCnt="3">
        <dgm:presLayoutVars>
          <dgm:bulletEnabled val="1"/>
        </dgm:presLayoutVars>
      </dgm:prSet>
      <dgm:spPr/>
      <dgm:t>
        <a:bodyPr/>
        <a:lstStyle/>
        <a:p>
          <a:endParaRPr lang="en-US"/>
        </a:p>
      </dgm:t>
    </dgm:pt>
    <dgm:pt modelId="{E94DD569-30C2-4DB5-BFE9-2EA1C054A099}" type="pres">
      <dgm:prSet presAssocID="{51902D99-3A7E-49E6-ACF4-64573B002DF3}" presName="hSp" presStyleCnt="0"/>
      <dgm:spPr/>
    </dgm:pt>
    <dgm:pt modelId="{D0762C22-9124-4CFC-9FEF-33DB241A1B75}" type="pres">
      <dgm:prSet presAssocID="{51902D99-3A7E-49E6-ACF4-64573B002DF3}" presName="vProcSp" presStyleCnt="0"/>
      <dgm:spPr/>
    </dgm:pt>
    <dgm:pt modelId="{C8DF72E1-70D1-4214-8DAD-40E18FF824F5}" type="pres">
      <dgm:prSet presAssocID="{51902D99-3A7E-49E6-ACF4-64573B002DF3}" presName="vSp1" presStyleCnt="0"/>
      <dgm:spPr/>
    </dgm:pt>
    <dgm:pt modelId="{BAC8B8B3-49A2-4BE7-B498-654C601FE809}" type="pres">
      <dgm:prSet presAssocID="{51902D99-3A7E-49E6-ACF4-64573B002DF3}" presName="simulatedConn" presStyleLbl="solidFgAcc1" presStyleIdx="1" presStyleCnt="2"/>
      <dgm:spPr/>
    </dgm:pt>
    <dgm:pt modelId="{4A5065A5-7398-4E75-9460-0F7770025FB9}" type="pres">
      <dgm:prSet presAssocID="{51902D99-3A7E-49E6-ACF4-64573B002DF3}" presName="vSp2" presStyleCnt="0"/>
      <dgm:spPr/>
    </dgm:pt>
    <dgm:pt modelId="{2AE61FAA-6DD0-4F7B-8C42-F1DA0A887180}" type="pres">
      <dgm:prSet presAssocID="{51902D99-3A7E-49E6-ACF4-64573B002DF3}" presName="sibTrans" presStyleCnt="0"/>
      <dgm:spPr/>
    </dgm:pt>
    <dgm:pt modelId="{72B73D94-A19D-488F-A34B-978C721C47B4}" type="pres">
      <dgm:prSet presAssocID="{2645AA64-F59A-4567-9741-8E504AE7F8ED}" presName="compositeNode" presStyleCnt="0">
        <dgm:presLayoutVars>
          <dgm:bulletEnabled val="1"/>
        </dgm:presLayoutVars>
      </dgm:prSet>
      <dgm:spPr/>
    </dgm:pt>
    <dgm:pt modelId="{BBE81636-BCDD-48A0-B978-839FA7B950F8}" type="pres">
      <dgm:prSet presAssocID="{2645AA64-F59A-4567-9741-8E504AE7F8ED}" presName="bgRect" presStyleLbl="node1" presStyleIdx="2" presStyleCnt="3"/>
      <dgm:spPr/>
      <dgm:t>
        <a:bodyPr/>
        <a:lstStyle/>
        <a:p>
          <a:endParaRPr lang="en-US"/>
        </a:p>
      </dgm:t>
    </dgm:pt>
    <dgm:pt modelId="{5002EEF7-AB5F-41AC-BBA4-49DC2C142864}" type="pres">
      <dgm:prSet presAssocID="{2645AA64-F59A-4567-9741-8E504AE7F8ED}" presName="parentNode" presStyleLbl="node1" presStyleIdx="2" presStyleCnt="3">
        <dgm:presLayoutVars>
          <dgm:chMax val="0"/>
          <dgm:bulletEnabled val="1"/>
        </dgm:presLayoutVars>
      </dgm:prSet>
      <dgm:spPr/>
      <dgm:t>
        <a:bodyPr/>
        <a:lstStyle/>
        <a:p>
          <a:endParaRPr lang="en-US"/>
        </a:p>
      </dgm:t>
    </dgm:pt>
    <dgm:pt modelId="{4428B23C-049C-4D7B-92D7-DD65A1003E4E}" type="pres">
      <dgm:prSet presAssocID="{2645AA64-F59A-4567-9741-8E504AE7F8ED}" presName="childNode" presStyleLbl="node1" presStyleIdx="2" presStyleCnt="3">
        <dgm:presLayoutVars>
          <dgm:bulletEnabled val="1"/>
        </dgm:presLayoutVars>
      </dgm:prSet>
      <dgm:spPr/>
      <dgm:t>
        <a:bodyPr/>
        <a:lstStyle/>
        <a:p>
          <a:endParaRPr lang="en-US"/>
        </a:p>
      </dgm:t>
    </dgm:pt>
  </dgm:ptLst>
  <dgm:cxnLst>
    <dgm:cxn modelId="{C5F869C1-8FEF-4035-9EC3-FDF0092FF2C9}" srcId="{56D25664-E470-4423-B8A9-9B6E4F3E9501}" destId="{F754AD28-8B54-47D9-83F1-8D45F35B4A81}" srcOrd="0" destOrd="0" parTransId="{26AD8160-5FF5-41BE-AFAF-E29D66F0469B}" sibTransId="{BE9BECBC-F94F-4E2F-BDB2-93E8BAEBEFE7}"/>
    <dgm:cxn modelId="{7D4AA11D-AECE-4F13-83A5-2F30DAC3FCE9}" type="presOf" srcId="{E12051B9-F660-41FB-9BFB-187ECABCD821}" destId="{4413368B-ACCA-469B-9D0E-1FEFC4075FB0}" srcOrd="0" destOrd="0" presId="urn:microsoft.com/office/officeart/2005/8/layout/hProcess7"/>
    <dgm:cxn modelId="{DB943544-1434-41F2-A05C-EC12D8EBAA82}" type="presOf" srcId="{2645AA64-F59A-4567-9741-8E504AE7F8ED}" destId="{BBE81636-BCDD-48A0-B978-839FA7B950F8}" srcOrd="0" destOrd="0" presId="urn:microsoft.com/office/officeart/2005/8/layout/hProcess7"/>
    <dgm:cxn modelId="{955316F3-D59D-4E22-BAC5-4B54F7BE800A}" srcId="{275823A6-DA31-4015-971F-013EA967541C}" destId="{E7E09A88-A855-416A-B17D-5608BAB5F968}" srcOrd="0" destOrd="0" parTransId="{791A9365-62E9-4724-B5DD-36351582D82E}" sibTransId="{C2A5DE0A-7824-4E35-BB27-47DBE8541DB5}"/>
    <dgm:cxn modelId="{161BFFC1-AE7C-498C-83A0-CA1826D78F8F}" type="presOf" srcId="{F754AD28-8B54-47D9-83F1-8D45F35B4A81}" destId="{0F07502A-98A4-4880-9779-27EA2BEB6F02}" srcOrd="0" destOrd="0" presId="urn:microsoft.com/office/officeart/2005/8/layout/hProcess7"/>
    <dgm:cxn modelId="{DC36F442-0994-4ECD-9BE7-92AA75A7CEB8}" type="presOf" srcId="{2645AA64-F59A-4567-9741-8E504AE7F8ED}" destId="{5002EEF7-AB5F-41AC-BBA4-49DC2C142864}" srcOrd="1" destOrd="0" presId="urn:microsoft.com/office/officeart/2005/8/layout/hProcess7"/>
    <dgm:cxn modelId="{7437843E-C873-4F0A-B5EA-DE17D4B19CEC}" srcId="{E12051B9-F660-41FB-9BFB-187ECABCD821}" destId="{275823A6-DA31-4015-971F-013EA967541C}" srcOrd="1" destOrd="0" parTransId="{875E5474-64E5-4108-955A-9C4C5981F19E}" sibTransId="{51902D99-3A7E-49E6-ACF4-64573B002DF3}"/>
    <dgm:cxn modelId="{FB0031A1-CB53-450E-9938-8DE34F88DDF6}" type="presOf" srcId="{D264B8C8-0C74-4047-BC3D-D328ABB04B07}" destId="{4428B23C-049C-4D7B-92D7-DD65A1003E4E}" srcOrd="0" destOrd="0" presId="urn:microsoft.com/office/officeart/2005/8/layout/hProcess7"/>
    <dgm:cxn modelId="{9CD48B93-ABB8-433A-A639-193F0A28CBE5}" srcId="{E12051B9-F660-41FB-9BFB-187ECABCD821}" destId="{2645AA64-F59A-4567-9741-8E504AE7F8ED}" srcOrd="2" destOrd="0" parTransId="{AC7E47B7-C191-494F-A858-138D80EBAA8B}" sibTransId="{8534D89E-94B4-4294-B728-B7172A8E774D}"/>
    <dgm:cxn modelId="{0BE03BD5-FE23-46AA-ADDD-3EB80CE083C8}" type="presOf" srcId="{56D25664-E470-4423-B8A9-9B6E4F3E9501}" destId="{5EE1D2E5-E13B-4FA3-A68E-FA18C8AD1A1A}" srcOrd="0" destOrd="0" presId="urn:microsoft.com/office/officeart/2005/8/layout/hProcess7"/>
    <dgm:cxn modelId="{910979F0-7634-4B80-B15B-DE718853D504}" type="presOf" srcId="{E7E09A88-A855-416A-B17D-5608BAB5F968}" destId="{7C1FE252-E5CE-40AF-AE08-799A5F741FEE}" srcOrd="0" destOrd="0" presId="urn:microsoft.com/office/officeart/2005/8/layout/hProcess7"/>
    <dgm:cxn modelId="{874CAB56-E993-4BA7-B073-DD6F211AB452}" srcId="{E12051B9-F660-41FB-9BFB-187ECABCD821}" destId="{56D25664-E470-4423-B8A9-9B6E4F3E9501}" srcOrd="0" destOrd="0" parTransId="{AE225F17-CB4A-4698-895E-495209A24EDD}" sibTransId="{0513D618-905F-43E6-8DF3-0764A99732D8}"/>
    <dgm:cxn modelId="{8711CA19-EAD8-4409-B0C5-6BE45B888BBE}" type="presOf" srcId="{56D25664-E470-4423-B8A9-9B6E4F3E9501}" destId="{1F2FC209-C6F9-4BD8-BE18-C50B50281548}" srcOrd="1" destOrd="0" presId="urn:microsoft.com/office/officeart/2005/8/layout/hProcess7"/>
    <dgm:cxn modelId="{7C7262B7-24DB-4213-B4DB-EFC966CC1B57}" type="presOf" srcId="{275823A6-DA31-4015-971F-013EA967541C}" destId="{CB5EA34A-627A-4C1F-96E3-4088D2A98FDD}" srcOrd="0" destOrd="0" presId="urn:microsoft.com/office/officeart/2005/8/layout/hProcess7"/>
    <dgm:cxn modelId="{DB884937-1E09-49E0-BABE-97AC4679294D}" srcId="{2645AA64-F59A-4567-9741-8E504AE7F8ED}" destId="{D264B8C8-0C74-4047-BC3D-D328ABB04B07}" srcOrd="0" destOrd="0" parTransId="{EFE8DCE1-CB9B-44C0-BE30-595BF1898A8E}" sibTransId="{E5F6790C-BCA3-4DEC-A52E-7D738F9F57BD}"/>
    <dgm:cxn modelId="{71495D02-A03D-428D-8DF2-B60DC303D478}" type="presOf" srcId="{275823A6-DA31-4015-971F-013EA967541C}" destId="{752682F3-57CE-4B43-B292-A62B3D508EDD}" srcOrd="1" destOrd="0" presId="urn:microsoft.com/office/officeart/2005/8/layout/hProcess7"/>
    <dgm:cxn modelId="{D0A4F6C3-5C44-4114-A3C7-758CF71C75DE}" type="presParOf" srcId="{4413368B-ACCA-469B-9D0E-1FEFC4075FB0}" destId="{8E1BCC0E-B989-4435-8915-645304C71A64}" srcOrd="0" destOrd="0" presId="urn:microsoft.com/office/officeart/2005/8/layout/hProcess7"/>
    <dgm:cxn modelId="{66B0F826-067B-4F58-B222-3CA5D6197741}" type="presParOf" srcId="{8E1BCC0E-B989-4435-8915-645304C71A64}" destId="{5EE1D2E5-E13B-4FA3-A68E-FA18C8AD1A1A}" srcOrd="0" destOrd="0" presId="urn:microsoft.com/office/officeart/2005/8/layout/hProcess7"/>
    <dgm:cxn modelId="{CFF8C590-B1C2-4D92-AAEA-C19E986EA80C}" type="presParOf" srcId="{8E1BCC0E-B989-4435-8915-645304C71A64}" destId="{1F2FC209-C6F9-4BD8-BE18-C50B50281548}" srcOrd="1" destOrd="0" presId="urn:microsoft.com/office/officeart/2005/8/layout/hProcess7"/>
    <dgm:cxn modelId="{4D96E215-F9EF-47A4-A75A-3CFE3C4B2F43}" type="presParOf" srcId="{8E1BCC0E-B989-4435-8915-645304C71A64}" destId="{0F07502A-98A4-4880-9779-27EA2BEB6F02}" srcOrd="2" destOrd="0" presId="urn:microsoft.com/office/officeart/2005/8/layout/hProcess7"/>
    <dgm:cxn modelId="{49A46686-4E07-4F72-AE7D-437958C5A890}" type="presParOf" srcId="{4413368B-ACCA-469B-9D0E-1FEFC4075FB0}" destId="{13ACBB4E-2F0C-4773-92A7-F091255EA962}" srcOrd="1" destOrd="0" presId="urn:microsoft.com/office/officeart/2005/8/layout/hProcess7"/>
    <dgm:cxn modelId="{A6BBA330-42FA-45D3-AC1E-A599E3E5DD17}" type="presParOf" srcId="{4413368B-ACCA-469B-9D0E-1FEFC4075FB0}" destId="{BAD87237-2D53-4DFC-BA2E-02EC39493885}" srcOrd="2" destOrd="0" presId="urn:microsoft.com/office/officeart/2005/8/layout/hProcess7"/>
    <dgm:cxn modelId="{63635CF1-16B3-49D4-B51E-E9AC2EF23896}" type="presParOf" srcId="{BAD87237-2D53-4DFC-BA2E-02EC39493885}" destId="{221F174E-2568-4C2B-B98A-B21C733FC119}" srcOrd="0" destOrd="0" presId="urn:microsoft.com/office/officeart/2005/8/layout/hProcess7"/>
    <dgm:cxn modelId="{410374FA-B359-41D1-A3C1-0F3FE9264673}" type="presParOf" srcId="{BAD87237-2D53-4DFC-BA2E-02EC39493885}" destId="{45668240-D897-4FC1-8421-6DD785B65040}" srcOrd="1" destOrd="0" presId="urn:microsoft.com/office/officeart/2005/8/layout/hProcess7"/>
    <dgm:cxn modelId="{1048D24C-5A46-4903-A8A0-1FAF4185504E}" type="presParOf" srcId="{BAD87237-2D53-4DFC-BA2E-02EC39493885}" destId="{50ECFA14-9F36-4C35-911C-A780FF037D2C}" srcOrd="2" destOrd="0" presId="urn:microsoft.com/office/officeart/2005/8/layout/hProcess7"/>
    <dgm:cxn modelId="{D5BBF8DB-02C7-4F92-88FF-D21319242409}" type="presParOf" srcId="{4413368B-ACCA-469B-9D0E-1FEFC4075FB0}" destId="{B0CEB5DD-B27E-454F-A39C-A559A187214D}" srcOrd="3" destOrd="0" presId="urn:microsoft.com/office/officeart/2005/8/layout/hProcess7"/>
    <dgm:cxn modelId="{87055DF1-3AA8-4457-AD75-55CFD79AEF25}" type="presParOf" srcId="{4413368B-ACCA-469B-9D0E-1FEFC4075FB0}" destId="{4C92115F-DFB0-4372-AF66-CF11B70A8EFD}" srcOrd="4" destOrd="0" presId="urn:microsoft.com/office/officeart/2005/8/layout/hProcess7"/>
    <dgm:cxn modelId="{176AD792-7FFC-4B35-AC77-36FE0EAA4460}" type="presParOf" srcId="{4C92115F-DFB0-4372-AF66-CF11B70A8EFD}" destId="{CB5EA34A-627A-4C1F-96E3-4088D2A98FDD}" srcOrd="0" destOrd="0" presId="urn:microsoft.com/office/officeart/2005/8/layout/hProcess7"/>
    <dgm:cxn modelId="{B5B5C7AE-0391-49B4-9DF3-BC3DD9C66302}" type="presParOf" srcId="{4C92115F-DFB0-4372-AF66-CF11B70A8EFD}" destId="{752682F3-57CE-4B43-B292-A62B3D508EDD}" srcOrd="1" destOrd="0" presId="urn:microsoft.com/office/officeart/2005/8/layout/hProcess7"/>
    <dgm:cxn modelId="{6305654E-88C0-4A01-9AB4-F25240D76877}" type="presParOf" srcId="{4C92115F-DFB0-4372-AF66-CF11B70A8EFD}" destId="{7C1FE252-E5CE-40AF-AE08-799A5F741FEE}" srcOrd="2" destOrd="0" presId="urn:microsoft.com/office/officeart/2005/8/layout/hProcess7"/>
    <dgm:cxn modelId="{DC609AC2-84E5-4A00-9CCF-40ED49E24FE3}" type="presParOf" srcId="{4413368B-ACCA-469B-9D0E-1FEFC4075FB0}" destId="{E94DD569-30C2-4DB5-BFE9-2EA1C054A099}" srcOrd="5" destOrd="0" presId="urn:microsoft.com/office/officeart/2005/8/layout/hProcess7"/>
    <dgm:cxn modelId="{34A027B1-0710-4AC9-B21C-22ED684D5BA7}" type="presParOf" srcId="{4413368B-ACCA-469B-9D0E-1FEFC4075FB0}" destId="{D0762C22-9124-4CFC-9FEF-33DB241A1B75}" srcOrd="6" destOrd="0" presId="urn:microsoft.com/office/officeart/2005/8/layout/hProcess7"/>
    <dgm:cxn modelId="{67DDEDD3-E465-4B9F-AB92-F64767CF9766}" type="presParOf" srcId="{D0762C22-9124-4CFC-9FEF-33DB241A1B75}" destId="{C8DF72E1-70D1-4214-8DAD-40E18FF824F5}" srcOrd="0" destOrd="0" presId="urn:microsoft.com/office/officeart/2005/8/layout/hProcess7"/>
    <dgm:cxn modelId="{FE1088AD-9C5D-4664-9B28-17829BA7298E}" type="presParOf" srcId="{D0762C22-9124-4CFC-9FEF-33DB241A1B75}" destId="{BAC8B8B3-49A2-4BE7-B498-654C601FE809}" srcOrd="1" destOrd="0" presId="urn:microsoft.com/office/officeart/2005/8/layout/hProcess7"/>
    <dgm:cxn modelId="{A21675BC-8379-4CEE-9961-1C7BFD224F64}" type="presParOf" srcId="{D0762C22-9124-4CFC-9FEF-33DB241A1B75}" destId="{4A5065A5-7398-4E75-9460-0F7770025FB9}" srcOrd="2" destOrd="0" presId="urn:microsoft.com/office/officeart/2005/8/layout/hProcess7"/>
    <dgm:cxn modelId="{80CD6D17-5DB5-4D78-BD44-18FE6372800C}" type="presParOf" srcId="{4413368B-ACCA-469B-9D0E-1FEFC4075FB0}" destId="{2AE61FAA-6DD0-4F7B-8C42-F1DA0A887180}" srcOrd="7" destOrd="0" presId="urn:microsoft.com/office/officeart/2005/8/layout/hProcess7"/>
    <dgm:cxn modelId="{55032731-36AE-43F0-9C0F-D61393DA9CF5}" type="presParOf" srcId="{4413368B-ACCA-469B-9D0E-1FEFC4075FB0}" destId="{72B73D94-A19D-488F-A34B-978C721C47B4}" srcOrd="8" destOrd="0" presId="urn:microsoft.com/office/officeart/2005/8/layout/hProcess7"/>
    <dgm:cxn modelId="{11FF02A6-40B2-4A2C-876A-558C3FCD8856}" type="presParOf" srcId="{72B73D94-A19D-488F-A34B-978C721C47B4}" destId="{BBE81636-BCDD-48A0-B978-839FA7B950F8}" srcOrd="0" destOrd="0" presId="urn:microsoft.com/office/officeart/2005/8/layout/hProcess7"/>
    <dgm:cxn modelId="{54F38E11-7181-4791-B8D2-B707F6C8901D}" type="presParOf" srcId="{72B73D94-A19D-488F-A34B-978C721C47B4}" destId="{5002EEF7-AB5F-41AC-BBA4-49DC2C142864}" srcOrd="1" destOrd="0" presId="urn:microsoft.com/office/officeart/2005/8/layout/hProcess7"/>
    <dgm:cxn modelId="{8C16CA54-C26D-4042-835F-F4DD9AA213BB}" type="presParOf" srcId="{72B73D94-A19D-488F-A34B-978C721C47B4}" destId="{4428B23C-049C-4D7B-92D7-DD65A1003E4E}"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D821791-7814-455A-9399-EDDBA6237C3A}" type="doc">
      <dgm:prSet loTypeId="urn:microsoft.com/office/officeart/2005/8/layout/hProcess6" loCatId="process" qsTypeId="urn:microsoft.com/office/officeart/2005/8/quickstyle/3d1" qsCatId="3D" csTypeId="urn:microsoft.com/office/officeart/2005/8/colors/colorful1" csCatId="colorful" phldr="1"/>
      <dgm:spPr/>
      <dgm:t>
        <a:bodyPr/>
        <a:lstStyle/>
        <a:p>
          <a:endParaRPr lang="en-US"/>
        </a:p>
      </dgm:t>
    </dgm:pt>
    <dgm:pt modelId="{D299AA71-1BEF-44A0-AF96-5BEF7421E37A}">
      <dgm:prSet phldrT="[Text]" custT="1"/>
      <dgm:spPr/>
      <dgm:t>
        <a:bodyPr/>
        <a:lstStyle/>
        <a:p>
          <a:r>
            <a:rPr lang="en-US" sz="1800" dirty="0" smtClean="0"/>
            <a:t>Qualitative</a:t>
          </a:r>
          <a:endParaRPr lang="en-US" sz="1800" dirty="0"/>
        </a:p>
      </dgm:t>
    </dgm:pt>
    <dgm:pt modelId="{7473B43F-9657-45AB-95F6-883C898FD0BD}" type="parTrans" cxnId="{635620E7-9896-499B-901B-79342BB036E6}">
      <dgm:prSet/>
      <dgm:spPr/>
      <dgm:t>
        <a:bodyPr/>
        <a:lstStyle/>
        <a:p>
          <a:endParaRPr lang="en-US"/>
        </a:p>
      </dgm:t>
    </dgm:pt>
    <dgm:pt modelId="{34CE16CB-D278-4EDD-9B9E-8516387F3D42}" type="sibTrans" cxnId="{635620E7-9896-499B-901B-79342BB036E6}">
      <dgm:prSet/>
      <dgm:spPr/>
      <dgm:t>
        <a:bodyPr/>
        <a:lstStyle/>
        <a:p>
          <a:endParaRPr lang="en-US"/>
        </a:p>
      </dgm:t>
    </dgm:pt>
    <dgm:pt modelId="{5755E862-5F30-47F4-BE53-0D0D635BC754}">
      <dgm:prSet phldrT="[Text]" custT="1"/>
      <dgm:spPr/>
      <dgm:t>
        <a:bodyPr/>
        <a:lstStyle/>
        <a:p>
          <a:r>
            <a:rPr lang="en-US" sz="1800" dirty="0" smtClean="0"/>
            <a:t>Content Analysis</a:t>
          </a:r>
          <a:endParaRPr lang="en-US" sz="1800" dirty="0"/>
        </a:p>
      </dgm:t>
    </dgm:pt>
    <dgm:pt modelId="{87CB2BA6-54FD-4F34-89FD-1AD541CFAFC8}" type="parTrans" cxnId="{EB0538B6-3D10-43C6-906C-83914CFD5BD0}">
      <dgm:prSet/>
      <dgm:spPr/>
      <dgm:t>
        <a:bodyPr/>
        <a:lstStyle/>
        <a:p>
          <a:endParaRPr lang="en-US"/>
        </a:p>
      </dgm:t>
    </dgm:pt>
    <dgm:pt modelId="{08E4A303-1A13-4BC8-9CEB-5DC28C3306FC}" type="sibTrans" cxnId="{EB0538B6-3D10-43C6-906C-83914CFD5BD0}">
      <dgm:prSet/>
      <dgm:spPr/>
      <dgm:t>
        <a:bodyPr/>
        <a:lstStyle/>
        <a:p>
          <a:endParaRPr lang="en-US"/>
        </a:p>
      </dgm:t>
    </dgm:pt>
    <dgm:pt modelId="{000E87EB-6BC1-4467-8911-3A6D4307DC52}">
      <dgm:prSet phldrT="[Text]" custT="1"/>
      <dgm:spPr/>
      <dgm:t>
        <a:bodyPr/>
        <a:lstStyle/>
        <a:p>
          <a:r>
            <a:rPr lang="en-US" sz="1800" dirty="0" smtClean="0"/>
            <a:t>Quantitative</a:t>
          </a:r>
          <a:endParaRPr lang="en-US" sz="1800" dirty="0"/>
        </a:p>
      </dgm:t>
    </dgm:pt>
    <dgm:pt modelId="{3D21AF0B-E8B7-4657-B29B-FBDA3FC0E89D}" type="parTrans" cxnId="{732D3501-A355-4810-88FA-925004F762BE}">
      <dgm:prSet/>
      <dgm:spPr/>
      <dgm:t>
        <a:bodyPr/>
        <a:lstStyle/>
        <a:p>
          <a:endParaRPr lang="en-US"/>
        </a:p>
      </dgm:t>
    </dgm:pt>
    <dgm:pt modelId="{B2C799AB-29BE-4ECA-B81A-3E5512C86A1C}" type="sibTrans" cxnId="{732D3501-A355-4810-88FA-925004F762BE}">
      <dgm:prSet/>
      <dgm:spPr/>
      <dgm:t>
        <a:bodyPr/>
        <a:lstStyle/>
        <a:p>
          <a:endParaRPr lang="en-US"/>
        </a:p>
      </dgm:t>
    </dgm:pt>
    <dgm:pt modelId="{52206868-3460-4CAE-B5C9-26C67358723C}">
      <dgm:prSet phldrT="[Text]" custT="1"/>
      <dgm:spPr/>
      <dgm:t>
        <a:bodyPr/>
        <a:lstStyle/>
        <a:p>
          <a:r>
            <a:rPr lang="en-US" sz="1800" dirty="0" smtClean="0"/>
            <a:t>Logistic Regression</a:t>
          </a:r>
          <a:endParaRPr lang="en-US" sz="1800" dirty="0"/>
        </a:p>
      </dgm:t>
    </dgm:pt>
    <dgm:pt modelId="{8EC10B5D-B148-4329-A86D-59501BFC6AED}" type="parTrans" cxnId="{C1336D2A-CD91-4133-AAB0-8954078C83A6}">
      <dgm:prSet/>
      <dgm:spPr/>
      <dgm:t>
        <a:bodyPr/>
        <a:lstStyle/>
        <a:p>
          <a:endParaRPr lang="en-US"/>
        </a:p>
      </dgm:t>
    </dgm:pt>
    <dgm:pt modelId="{6341B675-B82A-4528-808E-8EDA2EE89E39}" type="sibTrans" cxnId="{C1336D2A-CD91-4133-AAB0-8954078C83A6}">
      <dgm:prSet/>
      <dgm:spPr/>
      <dgm:t>
        <a:bodyPr/>
        <a:lstStyle/>
        <a:p>
          <a:endParaRPr lang="en-US"/>
        </a:p>
      </dgm:t>
    </dgm:pt>
    <dgm:pt modelId="{4D8913DF-90C6-421D-BEAA-AE7CC581B4C5}">
      <dgm:prSet phldrT="[Text]" custT="1"/>
      <dgm:spPr/>
      <dgm:t>
        <a:bodyPr/>
        <a:lstStyle/>
        <a:p>
          <a:r>
            <a:rPr lang="en-US" sz="1800" dirty="0" smtClean="0"/>
            <a:t>Kendall’s Tau</a:t>
          </a:r>
          <a:endParaRPr lang="en-US" sz="1800" dirty="0"/>
        </a:p>
      </dgm:t>
    </dgm:pt>
    <dgm:pt modelId="{01E798C7-09D2-482C-AAE4-FFDC25C89F87}" type="parTrans" cxnId="{C465E4D7-A2B9-46E1-A7F2-8F34F10E3172}">
      <dgm:prSet/>
      <dgm:spPr/>
      <dgm:t>
        <a:bodyPr/>
        <a:lstStyle/>
        <a:p>
          <a:endParaRPr lang="en-US"/>
        </a:p>
      </dgm:t>
    </dgm:pt>
    <dgm:pt modelId="{89F30734-91AF-4CAB-9E94-35A281FA1286}" type="sibTrans" cxnId="{C465E4D7-A2B9-46E1-A7F2-8F34F10E3172}">
      <dgm:prSet/>
      <dgm:spPr/>
      <dgm:t>
        <a:bodyPr/>
        <a:lstStyle/>
        <a:p>
          <a:endParaRPr lang="en-US"/>
        </a:p>
      </dgm:t>
    </dgm:pt>
    <dgm:pt modelId="{DAD13305-C33C-4D5D-8E70-FA8D16F7D6E7}">
      <dgm:prSet phldrT="[Text]" custT="1"/>
      <dgm:spPr/>
      <dgm:t>
        <a:bodyPr/>
        <a:lstStyle/>
        <a:p>
          <a:r>
            <a:rPr lang="en-US" sz="1800" dirty="0" smtClean="0"/>
            <a:t>Qualitative</a:t>
          </a:r>
          <a:endParaRPr lang="en-US" sz="1800" dirty="0"/>
        </a:p>
      </dgm:t>
    </dgm:pt>
    <dgm:pt modelId="{2BE6657C-AE56-4DEE-9502-EBB164ADFA39}" type="parTrans" cxnId="{80790997-5AB4-4573-8662-5F45CF14CA17}">
      <dgm:prSet/>
      <dgm:spPr/>
      <dgm:t>
        <a:bodyPr/>
        <a:lstStyle/>
        <a:p>
          <a:endParaRPr lang="en-US"/>
        </a:p>
      </dgm:t>
    </dgm:pt>
    <dgm:pt modelId="{ADA9DA94-4CB0-48DD-80F8-3E92EE72D204}" type="sibTrans" cxnId="{80790997-5AB4-4573-8662-5F45CF14CA17}">
      <dgm:prSet/>
      <dgm:spPr/>
      <dgm:t>
        <a:bodyPr/>
        <a:lstStyle/>
        <a:p>
          <a:endParaRPr lang="en-US"/>
        </a:p>
      </dgm:t>
    </dgm:pt>
    <dgm:pt modelId="{27E0F1EB-E191-4957-A96C-74E644B233D2}">
      <dgm:prSet phldrT="[Text]" custT="1"/>
      <dgm:spPr/>
      <dgm:t>
        <a:bodyPr/>
        <a:lstStyle/>
        <a:p>
          <a:r>
            <a:rPr lang="en-US" sz="1800" dirty="0" smtClean="0"/>
            <a:t>PPA</a:t>
          </a:r>
          <a:endParaRPr lang="en-US" sz="1800" dirty="0"/>
        </a:p>
      </dgm:t>
    </dgm:pt>
    <dgm:pt modelId="{060AD8E2-FB38-4136-87CF-9997C41B9785}" type="parTrans" cxnId="{362BDEBC-B5FE-4F3A-993A-4856B29172C3}">
      <dgm:prSet/>
      <dgm:spPr/>
      <dgm:t>
        <a:bodyPr/>
        <a:lstStyle/>
        <a:p>
          <a:endParaRPr lang="en-US"/>
        </a:p>
      </dgm:t>
    </dgm:pt>
    <dgm:pt modelId="{E9D2AB2E-23B4-4871-B87D-9DAF9AC1EBCD}" type="sibTrans" cxnId="{362BDEBC-B5FE-4F3A-993A-4856B29172C3}">
      <dgm:prSet/>
      <dgm:spPr/>
      <dgm:t>
        <a:bodyPr/>
        <a:lstStyle/>
        <a:p>
          <a:endParaRPr lang="en-US"/>
        </a:p>
      </dgm:t>
    </dgm:pt>
    <dgm:pt modelId="{EECED6DC-7595-4B84-BF9E-4F3A80443BF1}">
      <dgm:prSet phldrT="[Text]" custT="1"/>
      <dgm:spPr/>
      <dgm:t>
        <a:bodyPr/>
        <a:lstStyle/>
        <a:p>
          <a:r>
            <a:rPr lang="en-US" sz="1800" dirty="0" smtClean="0"/>
            <a:t>Delphi Technique</a:t>
          </a:r>
          <a:endParaRPr lang="en-US" sz="1800" dirty="0"/>
        </a:p>
      </dgm:t>
    </dgm:pt>
    <dgm:pt modelId="{D9A4142C-920B-4638-BD88-2B5B989E713A}" type="parTrans" cxnId="{C3D4BBCC-8D08-4B5F-84C2-4CE7664D711F}">
      <dgm:prSet/>
      <dgm:spPr/>
      <dgm:t>
        <a:bodyPr/>
        <a:lstStyle/>
        <a:p>
          <a:endParaRPr lang="en-US"/>
        </a:p>
      </dgm:t>
    </dgm:pt>
    <dgm:pt modelId="{B5DB54B2-2209-4C5C-8EC9-188180D016F7}" type="sibTrans" cxnId="{C3D4BBCC-8D08-4B5F-84C2-4CE7664D711F}">
      <dgm:prSet/>
      <dgm:spPr/>
      <dgm:t>
        <a:bodyPr/>
        <a:lstStyle/>
        <a:p>
          <a:endParaRPr lang="en-US"/>
        </a:p>
      </dgm:t>
    </dgm:pt>
    <dgm:pt modelId="{F6C3F25A-41C4-4A47-9E66-774E1516154B}">
      <dgm:prSet phldrT="[Text]" custT="1"/>
      <dgm:spPr/>
      <dgm:t>
        <a:bodyPr/>
        <a:lstStyle/>
        <a:p>
          <a:r>
            <a:rPr lang="en-US" sz="1800" dirty="0" smtClean="0"/>
            <a:t>Logic Model</a:t>
          </a:r>
          <a:endParaRPr lang="en-US" sz="1800" dirty="0"/>
        </a:p>
      </dgm:t>
    </dgm:pt>
    <dgm:pt modelId="{43B2CA58-0A31-4CC4-A311-9DEE4460CA23}" type="parTrans" cxnId="{FA71FCB1-B573-4FB5-B3B6-57D3F32E4D1F}">
      <dgm:prSet/>
      <dgm:spPr/>
      <dgm:t>
        <a:bodyPr/>
        <a:lstStyle/>
        <a:p>
          <a:endParaRPr lang="en-US"/>
        </a:p>
      </dgm:t>
    </dgm:pt>
    <dgm:pt modelId="{A1974F1B-6B2B-4DA2-A7C4-A54C625FE935}" type="sibTrans" cxnId="{FA71FCB1-B573-4FB5-B3B6-57D3F32E4D1F}">
      <dgm:prSet/>
      <dgm:spPr/>
      <dgm:t>
        <a:bodyPr/>
        <a:lstStyle/>
        <a:p>
          <a:endParaRPr lang="en-US"/>
        </a:p>
      </dgm:t>
    </dgm:pt>
    <dgm:pt modelId="{712DED06-2F47-4A50-B22C-7F91F1296605}" type="pres">
      <dgm:prSet presAssocID="{1D821791-7814-455A-9399-EDDBA6237C3A}" presName="theList" presStyleCnt="0">
        <dgm:presLayoutVars>
          <dgm:dir/>
          <dgm:animLvl val="lvl"/>
          <dgm:resizeHandles val="exact"/>
        </dgm:presLayoutVars>
      </dgm:prSet>
      <dgm:spPr/>
      <dgm:t>
        <a:bodyPr/>
        <a:lstStyle/>
        <a:p>
          <a:endParaRPr lang="en-US"/>
        </a:p>
      </dgm:t>
    </dgm:pt>
    <dgm:pt modelId="{C0944675-5977-4151-89A2-6E985505641A}" type="pres">
      <dgm:prSet presAssocID="{000E87EB-6BC1-4467-8911-3A6D4307DC52}" presName="compNode" presStyleCnt="0"/>
      <dgm:spPr/>
    </dgm:pt>
    <dgm:pt modelId="{943BE74F-1EDA-4FD9-9D78-4015F7B7F494}" type="pres">
      <dgm:prSet presAssocID="{000E87EB-6BC1-4467-8911-3A6D4307DC52}" presName="noGeometry" presStyleCnt="0"/>
      <dgm:spPr/>
    </dgm:pt>
    <dgm:pt modelId="{CF065CDD-DFD7-4D33-9DBE-0AD4241E5EB9}" type="pres">
      <dgm:prSet presAssocID="{000E87EB-6BC1-4467-8911-3A6D4307DC52}" presName="childTextVisible" presStyleLbl="bgAccFollowNode1" presStyleIdx="0" presStyleCnt="3" custScaleX="146100" custLinFactNeighborX="38189" custLinFactNeighborY="98382">
        <dgm:presLayoutVars>
          <dgm:bulletEnabled val="1"/>
        </dgm:presLayoutVars>
      </dgm:prSet>
      <dgm:spPr/>
      <dgm:t>
        <a:bodyPr/>
        <a:lstStyle/>
        <a:p>
          <a:endParaRPr lang="en-US"/>
        </a:p>
      </dgm:t>
    </dgm:pt>
    <dgm:pt modelId="{49908BEB-6F47-45A2-8B4B-490BBC29E29A}" type="pres">
      <dgm:prSet presAssocID="{000E87EB-6BC1-4467-8911-3A6D4307DC52}" presName="childTextHidden" presStyleLbl="bgAccFollowNode1" presStyleIdx="0" presStyleCnt="3"/>
      <dgm:spPr/>
      <dgm:t>
        <a:bodyPr/>
        <a:lstStyle/>
        <a:p>
          <a:endParaRPr lang="en-US"/>
        </a:p>
      </dgm:t>
    </dgm:pt>
    <dgm:pt modelId="{088E468E-E6DE-4F0F-A86F-AFEFEA680604}" type="pres">
      <dgm:prSet presAssocID="{000E87EB-6BC1-4467-8911-3A6D4307DC52}" presName="parentText" presStyleLbl="node1" presStyleIdx="0" presStyleCnt="3" custScaleX="211352" custScaleY="211352" custLinFactY="72152" custLinFactNeighborX="-147" custLinFactNeighborY="100000">
        <dgm:presLayoutVars>
          <dgm:chMax val="1"/>
          <dgm:bulletEnabled val="1"/>
        </dgm:presLayoutVars>
      </dgm:prSet>
      <dgm:spPr/>
      <dgm:t>
        <a:bodyPr/>
        <a:lstStyle/>
        <a:p>
          <a:endParaRPr lang="en-US"/>
        </a:p>
      </dgm:t>
    </dgm:pt>
    <dgm:pt modelId="{EE72B062-F5FF-487A-93EE-75AEE915B1B4}" type="pres">
      <dgm:prSet presAssocID="{000E87EB-6BC1-4467-8911-3A6D4307DC52}" presName="aSpace" presStyleCnt="0"/>
      <dgm:spPr/>
    </dgm:pt>
    <dgm:pt modelId="{80B7E9A7-6843-447F-8AA5-519F4C5B44D1}" type="pres">
      <dgm:prSet presAssocID="{D299AA71-1BEF-44A0-AF96-5BEF7421E37A}" presName="compNode" presStyleCnt="0"/>
      <dgm:spPr/>
    </dgm:pt>
    <dgm:pt modelId="{1DCB60A7-274A-480C-A23B-AC5D76C24606}" type="pres">
      <dgm:prSet presAssocID="{D299AA71-1BEF-44A0-AF96-5BEF7421E37A}" presName="noGeometry" presStyleCnt="0"/>
      <dgm:spPr/>
    </dgm:pt>
    <dgm:pt modelId="{C7B07B6A-2913-4481-A94E-4F0876271F1C}" type="pres">
      <dgm:prSet presAssocID="{D299AA71-1BEF-44A0-AF96-5BEF7421E37A}" presName="childTextVisible" presStyleLbl="bgAccFollowNode1" presStyleIdx="1" presStyleCnt="3" custScaleX="140644" custLinFactNeighborX="12381" custLinFactNeighborY="-1675">
        <dgm:presLayoutVars>
          <dgm:bulletEnabled val="1"/>
        </dgm:presLayoutVars>
      </dgm:prSet>
      <dgm:spPr/>
      <dgm:t>
        <a:bodyPr/>
        <a:lstStyle/>
        <a:p>
          <a:endParaRPr lang="en-US"/>
        </a:p>
      </dgm:t>
    </dgm:pt>
    <dgm:pt modelId="{661E9B89-062D-4CF5-BDE6-95F3A25DA3F7}" type="pres">
      <dgm:prSet presAssocID="{D299AA71-1BEF-44A0-AF96-5BEF7421E37A}" presName="childTextHidden" presStyleLbl="bgAccFollowNode1" presStyleIdx="1" presStyleCnt="3"/>
      <dgm:spPr/>
      <dgm:t>
        <a:bodyPr/>
        <a:lstStyle/>
        <a:p>
          <a:endParaRPr lang="en-US"/>
        </a:p>
      </dgm:t>
    </dgm:pt>
    <dgm:pt modelId="{3A448A58-6617-48D2-9581-3D27DDBA145C}" type="pres">
      <dgm:prSet presAssocID="{D299AA71-1BEF-44A0-AF96-5BEF7421E37A}" presName="parentText" presStyleLbl="node1" presStyleIdx="1" presStyleCnt="3" custScaleX="211352" custScaleY="211352" custLinFactNeighborX="-56979" custLinFactNeighborY="-3118">
        <dgm:presLayoutVars>
          <dgm:chMax val="1"/>
          <dgm:bulletEnabled val="1"/>
        </dgm:presLayoutVars>
      </dgm:prSet>
      <dgm:spPr/>
      <dgm:t>
        <a:bodyPr/>
        <a:lstStyle/>
        <a:p>
          <a:endParaRPr lang="en-US"/>
        </a:p>
      </dgm:t>
    </dgm:pt>
    <dgm:pt modelId="{887BAB45-CEC3-4219-A10C-C5F59E915AEB}" type="pres">
      <dgm:prSet presAssocID="{D299AA71-1BEF-44A0-AF96-5BEF7421E37A}" presName="aSpace" presStyleCnt="0"/>
      <dgm:spPr/>
    </dgm:pt>
    <dgm:pt modelId="{3CFA8F38-D795-4145-8454-76B04FF505EF}" type="pres">
      <dgm:prSet presAssocID="{DAD13305-C33C-4D5D-8E70-FA8D16F7D6E7}" presName="compNode" presStyleCnt="0"/>
      <dgm:spPr/>
    </dgm:pt>
    <dgm:pt modelId="{7ED1D09B-3D6E-429F-B238-55746FCC46D5}" type="pres">
      <dgm:prSet presAssocID="{DAD13305-C33C-4D5D-8E70-FA8D16F7D6E7}" presName="noGeometry" presStyleCnt="0"/>
      <dgm:spPr/>
    </dgm:pt>
    <dgm:pt modelId="{762703CE-4815-4B8A-B298-2820EF25E80C}" type="pres">
      <dgm:prSet presAssocID="{DAD13305-C33C-4D5D-8E70-FA8D16F7D6E7}" presName="childTextVisible" presStyleLbl="bgAccFollowNode1" presStyleIdx="2" presStyleCnt="3" custScaleX="139914" custLinFactNeighborX="-6500" custLinFactNeighborY="-90440">
        <dgm:presLayoutVars>
          <dgm:bulletEnabled val="1"/>
        </dgm:presLayoutVars>
      </dgm:prSet>
      <dgm:spPr/>
      <dgm:t>
        <a:bodyPr/>
        <a:lstStyle/>
        <a:p>
          <a:endParaRPr lang="en-US"/>
        </a:p>
      </dgm:t>
    </dgm:pt>
    <dgm:pt modelId="{4AC6C886-7EF8-4E51-BFD3-EFBDE5FE3CF4}" type="pres">
      <dgm:prSet presAssocID="{DAD13305-C33C-4D5D-8E70-FA8D16F7D6E7}" presName="childTextHidden" presStyleLbl="bgAccFollowNode1" presStyleIdx="2" presStyleCnt="3"/>
      <dgm:spPr/>
      <dgm:t>
        <a:bodyPr/>
        <a:lstStyle/>
        <a:p>
          <a:endParaRPr lang="en-US"/>
        </a:p>
      </dgm:t>
    </dgm:pt>
    <dgm:pt modelId="{9DB06BE9-448D-4829-BF41-0662BB4070BC}" type="pres">
      <dgm:prSet presAssocID="{DAD13305-C33C-4D5D-8E70-FA8D16F7D6E7}" presName="parentText" presStyleLbl="node1" presStyleIdx="2" presStyleCnt="3" custScaleX="211352" custScaleY="211352" custLinFactY="-58032" custLinFactNeighborX="-87687" custLinFactNeighborY="-100000">
        <dgm:presLayoutVars>
          <dgm:chMax val="1"/>
          <dgm:bulletEnabled val="1"/>
        </dgm:presLayoutVars>
      </dgm:prSet>
      <dgm:spPr/>
      <dgm:t>
        <a:bodyPr/>
        <a:lstStyle/>
        <a:p>
          <a:endParaRPr lang="en-US"/>
        </a:p>
      </dgm:t>
    </dgm:pt>
  </dgm:ptLst>
  <dgm:cxnLst>
    <dgm:cxn modelId="{362BDEBC-B5FE-4F3A-993A-4856B29172C3}" srcId="{DAD13305-C33C-4D5D-8E70-FA8D16F7D6E7}" destId="{27E0F1EB-E191-4957-A96C-74E644B233D2}" srcOrd="0" destOrd="0" parTransId="{060AD8E2-FB38-4136-87CF-9997C41B9785}" sibTransId="{E9D2AB2E-23B4-4871-B87D-9DAF9AC1EBCD}"/>
    <dgm:cxn modelId="{8B7AF42C-D02F-468C-8259-9CAC7295960F}" type="presOf" srcId="{1D821791-7814-455A-9399-EDDBA6237C3A}" destId="{712DED06-2F47-4A50-B22C-7F91F1296605}" srcOrd="0" destOrd="0" presId="urn:microsoft.com/office/officeart/2005/8/layout/hProcess6"/>
    <dgm:cxn modelId="{FA71FCB1-B573-4FB5-B3B6-57D3F32E4D1F}" srcId="{D299AA71-1BEF-44A0-AF96-5BEF7421E37A}" destId="{F6C3F25A-41C4-4A47-9E66-774E1516154B}" srcOrd="1" destOrd="0" parTransId="{43B2CA58-0A31-4CC4-A311-9DEE4460CA23}" sibTransId="{A1974F1B-6B2B-4DA2-A7C4-A54C625FE935}"/>
    <dgm:cxn modelId="{88007F95-EF4F-44B4-BE7F-0A56BD816FFC}" type="presOf" srcId="{27E0F1EB-E191-4957-A96C-74E644B233D2}" destId="{4AC6C886-7EF8-4E51-BFD3-EFBDE5FE3CF4}" srcOrd="1" destOrd="0" presId="urn:microsoft.com/office/officeart/2005/8/layout/hProcess6"/>
    <dgm:cxn modelId="{635620E7-9896-499B-901B-79342BB036E6}" srcId="{1D821791-7814-455A-9399-EDDBA6237C3A}" destId="{D299AA71-1BEF-44A0-AF96-5BEF7421E37A}" srcOrd="1" destOrd="0" parTransId="{7473B43F-9657-45AB-95F6-883C898FD0BD}" sibTransId="{34CE16CB-D278-4EDD-9B9E-8516387F3D42}"/>
    <dgm:cxn modelId="{FA0CA7A2-FAB4-4C7D-A76B-1C39674AAF9A}" type="presOf" srcId="{4D8913DF-90C6-421D-BEAA-AE7CC581B4C5}" destId="{49908BEB-6F47-45A2-8B4B-490BBC29E29A}" srcOrd="1" destOrd="1" presId="urn:microsoft.com/office/officeart/2005/8/layout/hProcess6"/>
    <dgm:cxn modelId="{CA3902FC-7CC5-4AEE-B3C3-AA06AC8EBD00}" type="presOf" srcId="{5755E862-5F30-47F4-BE53-0D0D635BC754}" destId="{661E9B89-062D-4CF5-BDE6-95F3A25DA3F7}" srcOrd="1" destOrd="0" presId="urn:microsoft.com/office/officeart/2005/8/layout/hProcess6"/>
    <dgm:cxn modelId="{ED1AFEC0-0858-44B2-91D2-88C6166BA726}" type="presOf" srcId="{52206868-3460-4CAE-B5C9-26C67358723C}" destId="{49908BEB-6F47-45A2-8B4B-490BBC29E29A}" srcOrd="1" destOrd="0" presId="urn:microsoft.com/office/officeart/2005/8/layout/hProcess6"/>
    <dgm:cxn modelId="{80790997-5AB4-4573-8662-5F45CF14CA17}" srcId="{1D821791-7814-455A-9399-EDDBA6237C3A}" destId="{DAD13305-C33C-4D5D-8E70-FA8D16F7D6E7}" srcOrd="2" destOrd="0" parTransId="{2BE6657C-AE56-4DEE-9502-EBB164ADFA39}" sibTransId="{ADA9DA94-4CB0-48DD-80F8-3E92EE72D204}"/>
    <dgm:cxn modelId="{7900884B-0AC8-4563-BA2C-F39060D32381}" type="presOf" srcId="{27E0F1EB-E191-4957-A96C-74E644B233D2}" destId="{762703CE-4815-4B8A-B298-2820EF25E80C}" srcOrd="0" destOrd="0" presId="urn:microsoft.com/office/officeart/2005/8/layout/hProcess6"/>
    <dgm:cxn modelId="{C3D4BBCC-8D08-4B5F-84C2-4CE7664D711F}" srcId="{DAD13305-C33C-4D5D-8E70-FA8D16F7D6E7}" destId="{EECED6DC-7595-4B84-BF9E-4F3A80443BF1}" srcOrd="1" destOrd="0" parTransId="{D9A4142C-920B-4638-BD88-2B5B989E713A}" sibTransId="{B5DB54B2-2209-4C5C-8EC9-188180D016F7}"/>
    <dgm:cxn modelId="{C1336D2A-CD91-4133-AAB0-8954078C83A6}" srcId="{000E87EB-6BC1-4467-8911-3A6D4307DC52}" destId="{52206868-3460-4CAE-B5C9-26C67358723C}" srcOrd="0" destOrd="0" parTransId="{8EC10B5D-B148-4329-A86D-59501BFC6AED}" sibTransId="{6341B675-B82A-4528-808E-8EDA2EE89E39}"/>
    <dgm:cxn modelId="{C465E4D7-A2B9-46E1-A7F2-8F34F10E3172}" srcId="{000E87EB-6BC1-4467-8911-3A6D4307DC52}" destId="{4D8913DF-90C6-421D-BEAA-AE7CC581B4C5}" srcOrd="1" destOrd="0" parTransId="{01E798C7-09D2-482C-AAE4-FFDC25C89F87}" sibTransId="{89F30734-91AF-4CAB-9E94-35A281FA1286}"/>
    <dgm:cxn modelId="{E74581C3-68ED-412F-9956-AF6531062EFC}" type="presOf" srcId="{D299AA71-1BEF-44A0-AF96-5BEF7421E37A}" destId="{3A448A58-6617-48D2-9581-3D27DDBA145C}" srcOrd="0" destOrd="0" presId="urn:microsoft.com/office/officeart/2005/8/layout/hProcess6"/>
    <dgm:cxn modelId="{C390CBEA-B38B-4046-B479-47164BDB2387}" type="presOf" srcId="{EECED6DC-7595-4B84-BF9E-4F3A80443BF1}" destId="{4AC6C886-7EF8-4E51-BFD3-EFBDE5FE3CF4}" srcOrd="1" destOrd="1" presId="urn:microsoft.com/office/officeart/2005/8/layout/hProcess6"/>
    <dgm:cxn modelId="{4064ADA8-3B30-423D-A597-ADDCB3FF0288}" type="presOf" srcId="{000E87EB-6BC1-4467-8911-3A6D4307DC52}" destId="{088E468E-E6DE-4F0F-A86F-AFEFEA680604}" srcOrd="0" destOrd="0" presId="urn:microsoft.com/office/officeart/2005/8/layout/hProcess6"/>
    <dgm:cxn modelId="{EB0538B6-3D10-43C6-906C-83914CFD5BD0}" srcId="{D299AA71-1BEF-44A0-AF96-5BEF7421E37A}" destId="{5755E862-5F30-47F4-BE53-0D0D635BC754}" srcOrd="0" destOrd="0" parTransId="{87CB2BA6-54FD-4F34-89FD-1AD541CFAFC8}" sibTransId="{08E4A303-1A13-4BC8-9CEB-5DC28C3306FC}"/>
    <dgm:cxn modelId="{6197A7CE-367B-4E60-AE38-2C1A0C287CAE}" type="presOf" srcId="{F6C3F25A-41C4-4A47-9E66-774E1516154B}" destId="{C7B07B6A-2913-4481-A94E-4F0876271F1C}" srcOrd="0" destOrd="1" presId="urn:microsoft.com/office/officeart/2005/8/layout/hProcess6"/>
    <dgm:cxn modelId="{FB2F7463-3294-4EE1-9311-73BCBB21ED0A}" type="presOf" srcId="{5755E862-5F30-47F4-BE53-0D0D635BC754}" destId="{C7B07B6A-2913-4481-A94E-4F0876271F1C}" srcOrd="0" destOrd="0" presId="urn:microsoft.com/office/officeart/2005/8/layout/hProcess6"/>
    <dgm:cxn modelId="{F620DB35-B0F2-47D2-B395-7F1AB80C23E3}" type="presOf" srcId="{EECED6DC-7595-4B84-BF9E-4F3A80443BF1}" destId="{762703CE-4815-4B8A-B298-2820EF25E80C}" srcOrd="0" destOrd="1" presId="urn:microsoft.com/office/officeart/2005/8/layout/hProcess6"/>
    <dgm:cxn modelId="{EB4FC363-D95D-4D05-BF9A-8EDD91F98E01}" type="presOf" srcId="{52206868-3460-4CAE-B5C9-26C67358723C}" destId="{CF065CDD-DFD7-4D33-9DBE-0AD4241E5EB9}" srcOrd="0" destOrd="0" presId="urn:microsoft.com/office/officeart/2005/8/layout/hProcess6"/>
    <dgm:cxn modelId="{80F91D52-A990-4ECB-90BB-072C2B363C71}" type="presOf" srcId="{F6C3F25A-41C4-4A47-9E66-774E1516154B}" destId="{661E9B89-062D-4CF5-BDE6-95F3A25DA3F7}" srcOrd="1" destOrd="1" presId="urn:microsoft.com/office/officeart/2005/8/layout/hProcess6"/>
    <dgm:cxn modelId="{CA049A63-684E-4D92-BF5C-DFDDC4D5F6CA}" type="presOf" srcId="{4D8913DF-90C6-421D-BEAA-AE7CC581B4C5}" destId="{CF065CDD-DFD7-4D33-9DBE-0AD4241E5EB9}" srcOrd="0" destOrd="1" presId="urn:microsoft.com/office/officeart/2005/8/layout/hProcess6"/>
    <dgm:cxn modelId="{732D3501-A355-4810-88FA-925004F762BE}" srcId="{1D821791-7814-455A-9399-EDDBA6237C3A}" destId="{000E87EB-6BC1-4467-8911-3A6D4307DC52}" srcOrd="0" destOrd="0" parTransId="{3D21AF0B-E8B7-4657-B29B-FBDA3FC0E89D}" sibTransId="{B2C799AB-29BE-4ECA-B81A-3E5512C86A1C}"/>
    <dgm:cxn modelId="{47148100-F144-4A16-BF84-99685FD4970F}" type="presOf" srcId="{DAD13305-C33C-4D5D-8E70-FA8D16F7D6E7}" destId="{9DB06BE9-448D-4829-BF41-0662BB4070BC}" srcOrd="0" destOrd="0" presId="urn:microsoft.com/office/officeart/2005/8/layout/hProcess6"/>
    <dgm:cxn modelId="{B7142DF6-5CFE-41A2-9D2F-F619F1659729}" type="presParOf" srcId="{712DED06-2F47-4A50-B22C-7F91F1296605}" destId="{C0944675-5977-4151-89A2-6E985505641A}" srcOrd="0" destOrd="0" presId="urn:microsoft.com/office/officeart/2005/8/layout/hProcess6"/>
    <dgm:cxn modelId="{85BE9FBC-B93F-49CD-A5D7-DBA9C5210EF5}" type="presParOf" srcId="{C0944675-5977-4151-89A2-6E985505641A}" destId="{943BE74F-1EDA-4FD9-9D78-4015F7B7F494}" srcOrd="0" destOrd="0" presId="urn:microsoft.com/office/officeart/2005/8/layout/hProcess6"/>
    <dgm:cxn modelId="{275D8FB8-C565-4FF7-9271-E67479019501}" type="presParOf" srcId="{C0944675-5977-4151-89A2-6E985505641A}" destId="{CF065CDD-DFD7-4D33-9DBE-0AD4241E5EB9}" srcOrd="1" destOrd="0" presId="urn:microsoft.com/office/officeart/2005/8/layout/hProcess6"/>
    <dgm:cxn modelId="{44872D1A-1619-454B-B63B-AD5EB18E1B2C}" type="presParOf" srcId="{C0944675-5977-4151-89A2-6E985505641A}" destId="{49908BEB-6F47-45A2-8B4B-490BBC29E29A}" srcOrd="2" destOrd="0" presId="urn:microsoft.com/office/officeart/2005/8/layout/hProcess6"/>
    <dgm:cxn modelId="{B906945A-66B7-49CF-A60F-B76A5EB30E93}" type="presParOf" srcId="{C0944675-5977-4151-89A2-6E985505641A}" destId="{088E468E-E6DE-4F0F-A86F-AFEFEA680604}" srcOrd="3" destOrd="0" presId="urn:microsoft.com/office/officeart/2005/8/layout/hProcess6"/>
    <dgm:cxn modelId="{709F6781-3099-458B-8381-A2F292FE9C53}" type="presParOf" srcId="{712DED06-2F47-4A50-B22C-7F91F1296605}" destId="{EE72B062-F5FF-487A-93EE-75AEE915B1B4}" srcOrd="1" destOrd="0" presId="urn:microsoft.com/office/officeart/2005/8/layout/hProcess6"/>
    <dgm:cxn modelId="{4BF34073-65AA-40D6-A968-E8892FBDCFB9}" type="presParOf" srcId="{712DED06-2F47-4A50-B22C-7F91F1296605}" destId="{80B7E9A7-6843-447F-8AA5-519F4C5B44D1}" srcOrd="2" destOrd="0" presId="urn:microsoft.com/office/officeart/2005/8/layout/hProcess6"/>
    <dgm:cxn modelId="{F0127907-A07A-4258-9A71-5860949A4996}" type="presParOf" srcId="{80B7E9A7-6843-447F-8AA5-519F4C5B44D1}" destId="{1DCB60A7-274A-480C-A23B-AC5D76C24606}" srcOrd="0" destOrd="0" presId="urn:microsoft.com/office/officeart/2005/8/layout/hProcess6"/>
    <dgm:cxn modelId="{75D474BB-0798-4B6C-870E-62B345194280}" type="presParOf" srcId="{80B7E9A7-6843-447F-8AA5-519F4C5B44D1}" destId="{C7B07B6A-2913-4481-A94E-4F0876271F1C}" srcOrd="1" destOrd="0" presId="urn:microsoft.com/office/officeart/2005/8/layout/hProcess6"/>
    <dgm:cxn modelId="{2E24EFC7-0739-4F57-9C1A-24B05CCE4ED9}" type="presParOf" srcId="{80B7E9A7-6843-447F-8AA5-519F4C5B44D1}" destId="{661E9B89-062D-4CF5-BDE6-95F3A25DA3F7}" srcOrd="2" destOrd="0" presId="urn:microsoft.com/office/officeart/2005/8/layout/hProcess6"/>
    <dgm:cxn modelId="{F780A4A8-4BAA-48B6-A616-B966547C8561}" type="presParOf" srcId="{80B7E9A7-6843-447F-8AA5-519F4C5B44D1}" destId="{3A448A58-6617-48D2-9581-3D27DDBA145C}" srcOrd="3" destOrd="0" presId="urn:microsoft.com/office/officeart/2005/8/layout/hProcess6"/>
    <dgm:cxn modelId="{37083513-CB4F-4E6B-9EA4-0787B5AD879D}" type="presParOf" srcId="{712DED06-2F47-4A50-B22C-7F91F1296605}" destId="{887BAB45-CEC3-4219-A10C-C5F59E915AEB}" srcOrd="3" destOrd="0" presId="urn:microsoft.com/office/officeart/2005/8/layout/hProcess6"/>
    <dgm:cxn modelId="{78C7CE48-56C3-45F1-A7FD-476A3AF0F83A}" type="presParOf" srcId="{712DED06-2F47-4A50-B22C-7F91F1296605}" destId="{3CFA8F38-D795-4145-8454-76B04FF505EF}" srcOrd="4" destOrd="0" presId="urn:microsoft.com/office/officeart/2005/8/layout/hProcess6"/>
    <dgm:cxn modelId="{657C6B23-89CF-4012-BAD2-AB05E1635791}" type="presParOf" srcId="{3CFA8F38-D795-4145-8454-76B04FF505EF}" destId="{7ED1D09B-3D6E-429F-B238-55746FCC46D5}" srcOrd="0" destOrd="0" presId="urn:microsoft.com/office/officeart/2005/8/layout/hProcess6"/>
    <dgm:cxn modelId="{C76DE5FB-2D35-4EF9-96E3-7610E2BE8B94}" type="presParOf" srcId="{3CFA8F38-D795-4145-8454-76B04FF505EF}" destId="{762703CE-4815-4B8A-B298-2820EF25E80C}" srcOrd="1" destOrd="0" presId="urn:microsoft.com/office/officeart/2005/8/layout/hProcess6"/>
    <dgm:cxn modelId="{03514294-B549-42EC-BB63-35FD77351312}" type="presParOf" srcId="{3CFA8F38-D795-4145-8454-76B04FF505EF}" destId="{4AC6C886-7EF8-4E51-BFD3-EFBDE5FE3CF4}" srcOrd="2" destOrd="0" presId="urn:microsoft.com/office/officeart/2005/8/layout/hProcess6"/>
    <dgm:cxn modelId="{F5698381-7818-4B81-96DD-44891F4A56B4}" type="presParOf" srcId="{3CFA8F38-D795-4145-8454-76B04FF505EF}" destId="{9DB06BE9-448D-4829-BF41-0662BB4070BC}" srcOrd="3" destOrd="0" presId="urn:microsoft.com/office/officeart/2005/8/layout/hProcess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custT="1"/>
      <dgm:spPr/>
      <dgm:t>
        <a:bodyPr/>
        <a:lstStyle/>
        <a:p>
          <a:r>
            <a:rPr lang="en-US" sz="1800" dirty="0" smtClean="0"/>
            <a:t>Construct</a:t>
          </a:r>
          <a:endParaRPr lang="en-US" sz="1800"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200" dirty="0" smtClean="0"/>
            <a:t>Technology</a:t>
          </a:r>
          <a:endParaRPr lang="en-US" sz="37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E7E09A88-A855-416A-B17D-5608BAB5F968}">
      <dgm:prSet phldrT="[Text]" custT="1"/>
      <dgm:spPr/>
      <dgm:t>
        <a:bodyPr/>
        <a:lstStyle/>
        <a:p>
          <a:r>
            <a:rPr lang="en-US" sz="1800" dirty="0" smtClean="0"/>
            <a:t>Operationalization</a:t>
          </a:r>
          <a:endParaRPr lang="en-US" sz="1800"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D264B8C8-0C74-4047-BC3D-D328ABB04B07}">
      <dgm:prSet phldrT="[Text]" phldr="1"/>
      <dgm:spPr/>
      <dgm:t>
        <a:bodyPr/>
        <a:lstStyle/>
        <a:p>
          <a:endParaRPr lang="en-US" dirty="0"/>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38988576-B0AA-4C1A-9619-43A386D2A929}">
      <dgm:prSet phldrT="[Text]"/>
      <dgm:spPr/>
      <dgm:t>
        <a:bodyPr/>
        <a:lstStyle/>
        <a:p>
          <a:r>
            <a:rPr lang="en-US" dirty="0" smtClean="0"/>
            <a:t>Variables and Data</a:t>
          </a:r>
          <a:endParaRPr lang="en-US" dirty="0"/>
        </a:p>
      </dgm:t>
    </dgm:pt>
    <dgm:pt modelId="{AA48F846-FDF7-46B2-8E10-A63DA435194B}" type="parTrans" cxnId="{359B345D-1425-490E-BB65-B1A59577003D}">
      <dgm:prSet/>
      <dgm:spPr/>
      <dgm:t>
        <a:bodyPr/>
        <a:lstStyle/>
        <a:p>
          <a:endParaRPr lang="en-US"/>
        </a:p>
      </dgm:t>
    </dgm:pt>
    <dgm:pt modelId="{34707D83-AD15-4F83-B9C6-839F2BAB8772}" type="sibTrans" cxnId="{359B345D-1425-490E-BB65-B1A59577003D}">
      <dgm:prSet/>
      <dgm:spPr/>
      <dgm:t>
        <a:bodyPr/>
        <a:lstStyle/>
        <a:p>
          <a:endParaRPr lang="en-US"/>
        </a:p>
      </dgm:t>
    </dgm:pt>
    <dgm:pt modelId="{1783039C-F21C-45A8-A1D1-7C275C084E3D}">
      <dgm:prSet phldrT="[Text]"/>
      <dgm:spPr/>
      <dgm:t>
        <a:bodyPr/>
        <a:lstStyle/>
        <a:p>
          <a:endParaRPr lang="en-US" dirty="0"/>
        </a:p>
      </dgm:t>
    </dgm:pt>
    <dgm:pt modelId="{F569BECA-BA1C-4C40-875B-712F7A86376F}" type="parTrans" cxnId="{E0F0A2D0-BB2E-4DC0-84B4-747BCEFEEA08}">
      <dgm:prSet/>
      <dgm:spPr/>
      <dgm:t>
        <a:bodyPr/>
        <a:lstStyle/>
        <a:p>
          <a:endParaRPr lang="en-US"/>
        </a:p>
      </dgm:t>
    </dgm:pt>
    <dgm:pt modelId="{4FB813B0-7843-48EA-BCAE-C990504F24DD}" type="sibTrans" cxnId="{E0F0A2D0-BB2E-4DC0-84B4-747BCEFEEA08}">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BB7D377-EFD6-4B5D-AFC7-E199B4378248}" type="pres">
      <dgm:prSet presAssocID="{E7E09A88-A855-416A-B17D-5608BAB5F968}" presName="compositeNode" presStyleCnt="0">
        <dgm:presLayoutVars>
          <dgm:bulletEnabled val="1"/>
        </dgm:presLayoutVars>
      </dgm:prSet>
      <dgm:spPr/>
    </dgm:pt>
    <dgm:pt modelId="{63E694CA-EB8A-49E7-8F7E-40E9648E8D50}" type="pres">
      <dgm:prSet presAssocID="{E7E09A88-A855-416A-B17D-5608BAB5F968}" presName="bgRect" presStyleLbl="node1" presStyleIdx="1" presStyleCnt="3"/>
      <dgm:spPr/>
      <dgm:t>
        <a:bodyPr/>
        <a:lstStyle/>
        <a:p>
          <a:endParaRPr lang="en-US"/>
        </a:p>
      </dgm:t>
    </dgm:pt>
    <dgm:pt modelId="{84855266-605F-4E2F-859A-33AF21B4CC74}" type="pres">
      <dgm:prSet presAssocID="{E7E09A88-A855-416A-B17D-5608BAB5F968}" presName="parentNode" presStyleLbl="node1" presStyleIdx="1" presStyleCnt="3">
        <dgm:presLayoutVars>
          <dgm:chMax val="0"/>
          <dgm:bulletEnabled val="1"/>
        </dgm:presLayoutVars>
      </dgm:prSet>
      <dgm:spPr/>
      <dgm:t>
        <a:bodyPr/>
        <a:lstStyle/>
        <a:p>
          <a:endParaRPr lang="en-US"/>
        </a:p>
      </dgm:t>
    </dgm:pt>
    <dgm:pt modelId="{27D5C2FA-66B3-4507-8DD9-0DFEBE9E49C4}" type="pres">
      <dgm:prSet presAssocID="{E7E09A88-A855-416A-B17D-5608BAB5F968}" presName="childNode" presStyleLbl="node1" presStyleIdx="1" presStyleCnt="3">
        <dgm:presLayoutVars>
          <dgm:bulletEnabled val="1"/>
        </dgm:presLayoutVars>
      </dgm:prSet>
      <dgm:spPr/>
      <dgm:t>
        <a:bodyPr/>
        <a:lstStyle/>
        <a:p>
          <a:endParaRPr lang="en-US"/>
        </a:p>
      </dgm:t>
    </dgm:pt>
    <dgm:pt modelId="{AE508BEB-62F7-4273-AFD9-13F02568DD39}" type="pres">
      <dgm:prSet presAssocID="{C2A5DE0A-7824-4E35-BB27-47DBE8541DB5}" presName="hSp" presStyleCnt="0"/>
      <dgm:spPr/>
    </dgm:pt>
    <dgm:pt modelId="{20A68127-C095-4D4D-B36C-96BA54B85DB0}" type="pres">
      <dgm:prSet presAssocID="{C2A5DE0A-7824-4E35-BB27-47DBE8541DB5}" presName="vProcSp" presStyleCnt="0"/>
      <dgm:spPr/>
    </dgm:pt>
    <dgm:pt modelId="{00D4E5B4-15FE-4223-8CF1-EADD9A7F1E52}" type="pres">
      <dgm:prSet presAssocID="{C2A5DE0A-7824-4E35-BB27-47DBE8541DB5}" presName="vSp1" presStyleCnt="0"/>
      <dgm:spPr/>
    </dgm:pt>
    <dgm:pt modelId="{0B1D8E78-2B68-4C5D-9329-AB01D008FC04}" type="pres">
      <dgm:prSet presAssocID="{C2A5DE0A-7824-4E35-BB27-47DBE8541DB5}" presName="simulatedConn" presStyleLbl="solidFgAcc1" presStyleIdx="1" presStyleCnt="2"/>
      <dgm:spPr/>
    </dgm:pt>
    <dgm:pt modelId="{E447F79B-3147-4AFA-97C4-CCAE6DBFF058}" type="pres">
      <dgm:prSet presAssocID="{C2A5DE0A-7824-4E35-BB27-47DBE8541DB5}" presName="vSp2" presStyleCnt="0"/>
      <dgm:spPr/>
    </dgm:pt>
    <dgm:pt modelId="{EAB02694-BB77-4688-815D-9FF6A75A2E23}" type="pres">
      <dgm:prSet presAssocID="{C2A5DE0A-7824-4E35-BB27-47DBE8541DB5}" presName="sibTrans" presStyleCnt="0"/>
      <dgm:spPr/>
    </dgm:pt>
    <dgm:pt modelId="{897A3698-2D97-4DDC-95D9-A0BDC45706A4}" type="pres">
      <dgm:prSet presAssocID="{38988576-B0AA-4C1A-9619-43A386D2A929}" presName="compositeNode" presStyleCnt="0">
        <dgm:presLayoutVars>
          <dgm:bulletEnabled val="1"/>
        </dgm:presLayoutVars>
      </dgm:prSet>
      <dgm:spPr/>
    </dgm:pt>
    <dgm:pt modelId="{89F889ED-FCCD-445E-BB3B-3F65B70521C8}" type="pres">
      <dgm:prSet presAssocID="{38988576-B0AA-4C1A-9619-43A386D2A929}" presName="bgRect" presStyleLbl="node1" presStyleIdx="2" presStyleCnt="3"/>
      <dgm:spPr/>
      <dgm:t>
        <a:bodyPr/>
        <a:lstStyle/>
        <a:p>
          <a:endParaRPr lang="en-US"/>
        </a:p>
      </dgm:t>
    </dgm:pt>
    <dgm:pt modelId="{7A9FE149-B78D-4591-8ED3-6FAE619303EF}" type="pres">
      <dgm:prSet presAssocID="{38988576-B0AA-4C1A-9619-43A386D2A929}" presName="parentNode" presStyleLbl="node1" presStyleIdx="2" presStyleCnt="3">
        <dgm:presLayoutVars>
          <dgm:chMax val="0"/>
          <dgm:bulletEnabled val="1"/>
        </dgm:presLayoutVars>
      </dgm:prSet>
      <dgm:spPr/>
      <dgm:t>
        <a:bodyPr/>
        <a:lstStyle/>
        <a:p>
          <a:endParaRPr lang="en-US"/>
        </a:p>
      </dgm:t>
    </dgm:pt>
    <dgm:pt modelId="{545B6FF8-55C8-4464-AD34-37C6C75F354E}" type="pres">
      <dgm:prSet presAssocID="{38988576-B0AA-4C1A-9619-43A386D2A929}" presName="childNode" presStyleLbl="node1" presStyleIdx="2" presStyleCnt="3">
        <dgm:presLayoutVars>
          <dgm:bulletEnabled val="1"/>
        </dgm:presLayoutVars>
      </dgm:prSet>
      <dgm:spPr/>
      <dgm:t>
        <a:bodyPr/>
        <a:lstStyle/>
        <a:p>
          <a:endParaRPr lang="en-US"/>
        </a:p>
      </dgm:t>
    </dgm:pt>
  </dgm:ptLst>
  <dgm:cxnLst>
    <dgm:cxn modelId="{C5F869C1-8FEF-4035-9EC3-FDF0092FF2C9}" srcId="{56D25664-E470-4423-B8A9-9B6E4F3E9501}" destId="{F754AD28-8B54-47D9-83F1-8D45F35B4A81}" srcOrd="0" destOrd="0" parTransId="{26AD8160-5FF5-41BE-AFAF-E29D66F0469B}" sibTransId="{BE9BECBC-F94F-4E2F-BDB2-93E8BAEBEFE7}"/>
    <dgm:cxn modelId="{955316F3-D59D-4E22-BAC5-4B54F7BE800A}" srcId="{E12051B9-F660-41FB-9BFB-187ECABCD821}" destId="{E7E09A88-A855-416A-B17D-5608BAB5F968}" srcOrd="1" destOrd="0" parTransId="{791A9365-62E9-4724-B5DD-36351582D82E}" sibTransId="{C2A5DE0A-7824-4E35-BB27-47DBE8541DB5}"/>
    <dgm:cxn modelId="{2AF991F4-295B-47A4-96C4-FF1BFB05195E}" type="presOf" srcId="{56D25664-E470-4423-B8A9-9B6E4F3E9501}" destId="{1F2FC209-C6F9-4BD8-BE18-C50B50281548}" srcOrd="1" destOrd="0" presId="urn:microsoft.com/office/officeart/2005/8/layout/hProcess7"/>
    <dgm:cxn modelId="{1B70EA55-6C11-4A91-94F4-28AFD688DABE}" type="presOf" srcId="{38988576-B0AA-4C1A-9619-43A386D2A929}" destId="{89F889ED-FCCD-445E-BB3B-3F65B70521C8}" srcOrd="0" destOrd="0" presId="urn:microsoft.com/office/officeart/2005/8/layout/hProcess7"/>
    <dgm:cxn modelId="{899A4EFF-4D92-4CAD-8A22-AEBE72E784E3}" type="presOf" srcId="{E7E09A88-A855-416A-B17D-5608BAB5F968}" destId="{84855266-605F-4E2F-859A-33AF21B4CC74}" srcOrd="1" destOrd="0" presId="urn:microsoft.com/office/officeart/2005/8/layout/hProcess7"/>
    <dgm:cxn modelId="{2BE3415A-4C64-4D29-B5AB-F2DF894FF9D7}" type="presOf" srcId="{F754AD28-8B54-47D9-83F1-8D45F35B4A81}" destId="{0F07502A-98A4-4880-9779-27EA2BEB6F02}" srcOrd="0" destOrd="0" presId="urn:microsoft.com/office/officeart/2005/8/layout/hProcess7"/>
    <dgm:cxn modelId="{B5227D0F-C7B9-402C-94E1-FE3FAF6B59C9}" type="presOf" srcId="{E7E09A88-A855-416A-B17D-5608BAB5F968}" destId="{63E694CA-EB8A-49E7-8F7E-40E9648E8D50}" srcOrd="0" destOrd="0" presId="urn:microsoft.com/office/officeart/2005/8/layout/hProcess7"/>
    <dgm:cxn modelId="{359B345D-1425-490E-BB65-B1A59577003D}" srcId="{E12051B9-F660-41FB-9BFB-187ECABCD821}" destId="{38988576-B0AA-4C1A-9619-43A386D2A929}" srcOrd="2" destOrd="0" parTransId="{AA48F846-FDF7-46B2-8E10-A63DA435194B}" sibTransId="{34707D83-AD15-4F83-B9C6-839F2BAB8772}"/>
    <dgm:cxn modelId="{874CAB56-E993-4BA7-B073-DD6F211AB452}" srcId="{E12051B9-F660-41FB-9BFB-187ECABCD821}" destId="{56D25664-E470-4423-B8A9-9B6E4F3E9501}" srcOrd="0" destOrd="0" parTransId="{AE225F17-CB4A-4698-895E-495209A24EDD}" sibTransId="{0513D618-905F-43E6-8DF3-0764A99732D8}"/>
    <dgm:cxn modelId="{094477E0-B275-4AD0-A4FA-96F8BACE93A6}" type="presOf" srcId="{38988576-B0AA-4C1A-9619-43A386D2A929}" destId="{7A9FE149-B78D-4591-8ED3-6FAE619303EF}" srcOrd="1" destOrd="0" presId="urn:microsoft.com/office/officeart/2005/8/layout/hProcess7"/>
    <dgm:cxn modelId="{E0F0A2D0-BB2E-4DC0-84B4-747BCEFEEA08}" srcId="{38988576-B0AA-4C1A-9619-43A386D2A929}" destId="{1783039C-F21C-45A8-A1D1-7C275C084E3D}" srcOrd="0" destOrd="0" parTransId="{F569BECA-BA1C-4C40-875B-712F7A86376F}" sibTransId="{4FB813B0-7843-48EA-BCAE-C990504F24DD}"/>
    <dgm:cxn modelId="{83676060-CE13-4EF6-A59A-C274F7FE70B1}" type="presOf" srcId="{D264B8C8-0C74-4047-BC3D-D328ABB04B07}" destId="{27D5C2FA-66B3-4507-8DD9-0DFEBE9E49C4}" srcOrd="0" destOrd="0" presId="urn:microsoft.com/office/officeart/2005/8/layout/hProcess7"/>
    <dgm:cxn modelId="{9B12C2B8-7A5B-4F6D-8FAC-6951263DFFE6}" type="presOf" srcId="{E12051B9-F660-41FB-9BFB-187ECABCD821}" destId="{4413368B-ACCA-469B-9D0E-1FEFC4075FB0}" srcOrd="0" destOrd="0" presId="urn:microsoft.com/office/officeart/2005/8/layout/hProcess7"/>
    <dgm:cxn modelId="{7013035B-AE21-4F15-A12A-89CE06BA4AA4}" type="presOf" srcId="{1783039C-F21C-45A8-A1D1-7C275C084E3D}" destId="{545B6FF8-55C8-4464-AD34-37C6C75F354E}" srcOrd="0" destOrd="0" presId="urn:microsoft.com/office/officeart/2005/8/layout/hProcess7"/>
    <dgm:cxn modelId="{DB884937-1E09-49E0-BABE-97AC4679294D}" srcId="{E7E09A88-A855-416A-B17D-5608BAB5F968}" destId="{D264B8C8-0C74-4047-BC3D-D328ABB04B07}" srcOrd="0" destOrd="0" parTransId="{EFE8DCE1-CB9B-44C0-BE30-595BF1898A8E}" sibTransId="{E5F6790C-BCA3-4DEC-A52E-7D738F9F57BD}"/>
    <dgm:cxn modelId="{703CB32B-A1E8-4113-A3E5-62F002D74F02}" type="presOf" srcId="{56D25664-E470-4423-B8A9-9B6E4F3E9501}" destId="{5EE1D2E5-E13B-4FA3-A68E-FA18C8AD1A1A}" srcOrd="0" destOrd="0" presId="urn:microsoft.com/office/officeart/2005/8/layout/hProcess7"/>
    <dgm:cxn modelId="{60FED524-AEC3-42F4-9F88-773F1EB0D6A2}" type="presParOf" srcId="{4413368B-ACCA-469B-9D0E-1FEFC4075FB0}" destId="{8E1BCC0E-B989-4435-8915-645304C71A64}" srcOrd="0" destOrd="0" presId="urn:microsoft.com/office/officeart/2005/8/layout/hProcess7"/>
    <dgm:cxn modelId="{C69D918B-94F4-4EB6-859A-28C2AD58A671}" type="presParOf" srcId="{8E1BCC0E-B989-4435-8915-645304C71A64}" destId="{5EE1D2E5-E13B-4FA3-A68E-FA18C8AD1A1A}" srcOrd="0" destOrd="0" presId="urn:microsoft.com/office/officeart/2005/8/layout/hProcess7"/>
    <dgm:cxn modelId="{9F2BC622-DE1E-4383-A080-756650DD7C20}" type="presParOf" srcId="{8E1BCC0E-B989-4435-8915-645304C71A64}" destId="{1F2FC209-C6F9-4BD8-BE18-C50B50281548}" srcOrd="1" destOrd="0" presId="urn:microsoft.com/office/officeart/2005/8/layout/hProcess7"/>
    <dgm:cxn modelId="{8E3DB8FE-C07F-4216-971D-E8F89E4BE632}" type="presParOf" srcId="{8E1BCC0E-B989-4435-8915-645304C71A64}" destId="{0F07502A-98A4-4880-9779-27EA2BEB6F02}" srcOrd="2" destOrd="0" presId="urn:microsoft.com/office/officeart/2005/8/layout/hProcess7"/>
    <dgm:cxn modelId="{3526D88B-9E25-4FE3-8AB8-A7519934E051}" type="presParOf" srcId="{4413368B-ACCA-469B-9D0E-1FEFC4075FB0}" destId="{13ACBB4E-2F0C-4773-92A7-F091255EA962}" srcOrd="1" destOrd="0" presId="urn:microsoft.com/office/officeart/2005/8/layout/hProcess7"/>
    <dgm:cxn modelId="{EA1BD2B8-FCED-4447-AD74-0AE39C74A2E9}" type="presParOf" srcId="{4413368B-ACCA-469B-9D0E-1FEFC4075FB0}" destId="{BAD87237-2D53-4DFC-BA2E-02EC39493885}" srcOrd="2" destOrd="0" presId="urn:microsoft.com/office/officeart/2005/8/layout/hProcess7"/>
    <dgm:cxn modelId="{6A5160F9-4E58-49E9-94F1-64D9744400AF}" type="presParOf" srcId="{BAD87237-2D53-4DFC-BA2E-02EC39493885}" destId="{221F174E-2568-4C2B-B98A-B21C733FC119}" srcOrd="0" destOrd="0" presId="urn:microsoft.com/office/officeart/2005/8/layout/hProcess7"/>
    <dgm:cxn modelId="{D4E609AE-9DAB-4EBB-817D-44A5BA6B3721}" type="presParOf" srcId="{BAD87237-2D53-4DFC-BA2E-02EC39493885}" destId="{45668240-D897-4FC1-8421-6DD785B65040}" srcOrd="1" destOrd="0" presId="urn:microsoft.com/office/officeart/2005/8/layout/hProcess7"/>
    <dgm:cxn modelId="{A357FC0A-3EC8-4960-9DAF-5C77BEF63656}" type="presParOf" srcId="{BAD87237-2D53-4DFC-BA2E-02EC39493885}" destId="{50ECFA14-9F36-4C35-911C-A780FF037D2C}" srcOrd="2" destOrd="0" presId="urn:microsoft.com/office/officeart/2005/8/layout/hProcess7"/>
    <dgm:cxn modelId="{F28125D3-0ECA-43E8-9711-4855CC2F4111}" type="presParOf" srcId="{4413368B-ACCA-469B-9D0E-1FEFC4075FB0}" destId="{B0CEB5DD-B27E-454F-A39C-A559A187214D}" srcOrd="3" destOrd="0" presId="urn:microsoft.com/office/officeart/2005/8/layout/hProcess7"/>
    <dgm:cxn modelId="{F256B0F7-660B-48B8-935D-C5152A1B1679}" type="presParOf" srcId="{4413368B-ACCA-469B-9D0E-1FEFC4075FB0}" destId="{4BB7D377-EFD6-4B5D-AFC7-E199B4378248}" srcOrd="4" destOrd="0" presId="urn:microsoft.com/office/officeart/2005/8/layout/hProcess7"/>
    <dgm:cxn modelId="{DE24E7AD-8D26-4C0F-8C58-B49DEC1385B7}" type="presParOf" srcId="{4BB7D377-EFD6-4B5D-AFC7-E199B4378248}" destId="{63E694CA-EB8A-49E7-8F7E-40E9648E8D50}" srcOrd="0" destOrd="0" presId="urn:microsoft.com/office/officeart/2005/8/layout/hProcess7"/>
    <dgm:cxn modelId="{D906CB7A-C7F6-4746-A5EE-1A7353AA16C4}" type="presParOf" srcId="{4BB7D377-EFD6-4B5D-AFC7-E199B4378248}" destId="{84855266-605F-4E2F-859A-33AF21B4CC74}" srcOrd="1" destOrd="0" presId="urn:microsoft.com/office/officeart/2005/8/layout/hProcess7"/>
    <dgm:cxn modelId="{73A5AD8E-B961-4683-850C-927B05A7A240}" type="presParOf" srcId="{4BB7D377-EFD6-4B5D-AFC7-E199B4378248}" destId="{27D5C2FA-66B3-4507-8DD9-0DFEBE9E49C4}" srcOrd="2" destOrd="0" presId="urn:microsoft.com/office/officeart/2005/8/layout/hProcess7"/>
    <dgm:cxn modelId="{9A7C2C57-6E77-49FF-BBF9-87C4458AACCC}" type="presParOf" srcId="{4413368B-ACCA-469B-9D0E-1FEFC4075FB0}" destId="{AE508BEB-62F7-4273-AFD9-13F02568DD39}" srcOrd="5" destOrd="0" presId="urn:microsoft.com/office/officeart/2005/8/layout/hProcess7"/>
    <dgm:cxn modelId="{86AD56FE-D979-4D9B-A086-1FB36882346C}" type="presParOf" srcId="{4413368B-ACCA-469B-9D0E-1FEFC4075FB0}" destId="{20A68127-C095-4D4D-B36C-96BA54B85DB0}" srcOrd="6" destOrd="0" presId="urn:microsoft.com/office/officeart/2005/8/layout/hProcess7"/>
    <dgm:cxn modelId="{F7432B9F-CB68-4D37-9B2F-6CFE2DC1E8A9}" type="presParOf" srcId="{20A68127-C095-4D4D-B36C-96BA54B85DB0}" destId="{00D4E5B4-15FE-4223-8CF1-EADD9A7F1E52}" srcOrd="0" destOrd="0" presId="urn:microsoft.com/office/officeart/2005/8/layout/hProcess7"/>
    <dgm:cxn modelId="{C11E3BE7-17C2-4ECD-8705-F331386BCD03}" type="presParOf" srcId="{20A68127-C095-4D4D-B36C-96BA54B85DB0}" destId="{0B1D8E78-2B68-4C5D-9329-AB01D008FC04}" srcOrd="1" destOrd="0" presId="urn:microsoft.com/office/officeart/2005/8/layout/hProcess7"/>
    <dgm:cxn modelId="{04C7C09F-3DE4-43CF-A438-A996353A2C89}" type="presParOf" srcId="{20A68127-C095-4D4D-B36C-96BA54B85DB0}" destId="{E447F79B-3147-4AFA-97C4-CCAE6DBFF058}" srcOrd="2" destOrd="0" presId="urn:microsoft.com/office/officeart/2005/8/layout/hProcess7"/>
    <dgm:cxn modelId="{481F6751-D680-4DB4-B9ED-03FA972FE153}" type="presParOf" srcId="{4413368B-ACCA-469B-9D0E-1FEFC4075FB0}" destId="{EAB02694-BB77-4688-815D-9FF6A75A2E23}" srcOrd="7" destOrd="0" presId="urn:microsoft.com/office/officeart/2005/8/layout/hProcess7"/>
    <dgm:cxn modelId="{5C270AD6-4DF0-43B0-9E88-27C16E224033}" type="presParOf" srcId="{4413368B-ACCA-469B-9D0E-1FEFC4075FB0}" destId="{897A3698-2D97-4DDC-95D9-A0BDC45706A4}" srcOrd="8" destOrd="0" presId="urn:microsoft.com/office/officeart/2005/8/layout/hProcess7"/>
    <dgm:cxn modelId="{0D31600F-F15C-442A-B694-2814723A0514}" type="presParOf" srcId="{897A3698-2D97-4DDC-95D9-A0BDC45706A4}" destId="{89F889ED-FCCD-445E-BB3B-3F65B70521C8}" srcOrd="0" destOrd="0" presId="urn:microsoft.com/office/officeart/2005/8/layout/hProcess7"/>
    <dgm:cxn modelId="{ED62BD1D-F10D-48AB-A696-04978FB30694}" type="presParOf" srcId="{897A3698-2D97-4DDC-95D9-A0BDC45706A4}" destId="{7A9FE149-B78D-4591-8ED3-6FAE619303EF}" srcOrd="1" destOrd="0" presId="urn:microsoft.com/office/officeart/2005/8/layout/hProcess7"/>
    <dgm:cxn modelId="{18534928-5676-45D2-ABFE-8394C2FEC8D7}" type="presParOf" srcId="{897A3698-2D97-4DDC-95D9-A0BDC45706A4}" destId="{545B6FF8-55C8-4464-AD34-37C6C75F354E}"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custT="1"/>
      <dgm:spPr/>
      <dgm:t>
        <a:bodyPr/>
        <a:lstStyle/>
        <a:p>
          <a:r>
            <a:rPr lang="en-US" sz="1800" dirty="0" smtClean="0"/>
            <a:t>Construct</a:t>
          </a:r>
          <a:endParaRPr lang="en-US" sz="1800"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200" dirty="0" smtClean="0"/>
            <a:t>Technology Transfer</a:t>
          </a:r>
          <a:endParaRPr lang="en-US" sz="32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E7E09A88-A855-416A-B17D-5608BAB5F968}">
      <dgm:prSet phldrT="[Text]" custT="1"/>
      <dgm:spPr/>
      <dgm:t>
        <a:bodyPr/>
        <a:lstStyle/>
        <a:p>
          <a:r>
            <a:rPr lang="en-US" sz="1800" dirty="0" smtClean="0"/>
            <a:t>Operationalization</a:t>
          </a:r>
          <a:endParaRPr lang="en-US" sz="1800"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D264B8C8-0C74-4047-BC3D-D328ABB04B07}">
      <dgm:prSet phldrT="[Text]" phldr="1"/>
      <dgm:spPr/>
      <dgm:t>
        <a:bodyPr/>
        <a:lstStyle/>
        <a:p>
          <a:endParaRPr lang="en-US" dirty="0"/>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38988576-B0AA-4C1A-9619-43A386D2A929}">
      <dgm:prSet phldrT="[Text]"/>
      <dgm:spPr/>
      <dgm:t>
        <a:bodyPr/>
        <a:lstStyle/>
        <a:p>
          <a:r>
            <a:rPr lang="en-US" dirty="0" smtClean="0"/>
            <a:t>Variables and Data</a:t>
          </a:r>
          <a:endParaRPr lang="en-US" dirty="0"/>
        </a:p>
      </dgm:t>
    </dgm:pt>
    <dgm:pt modelId="{AA48F846-FDF7-46B2-8E10-A63DA435194B}" type="parTrans" cxnId="{359B345D-1425-490E-BB65-B1A59577003D}">
      <dgm:prSet/>
      <dgm:spPr/>
      <dgm:t>
        <a:bodyPr/>
        <a:lstStyle/>
        <a:p>
          <a:endParaRPr lang="en-US"/>
        </a:p>
      </dgm:t>
    </dgm:pt>
    <dgm:pt modelId="{34707D83-AD15-4F83-B9C6-839F2BAB8772}" type="sibTrans" cxnId="{359B345D-1425-490E-BB65-B1A59577003D}">
      <dgm:prSet/>
      <dgm:spPr/>
      <dgm:t>
        <a:bodyPr/>
        <a:lstStyle/>
        <a:p>
          <a:endParaRPr lang="en-US"/>
        </a:p>
      </dgm:t>
    </dgm:pt>
    <dgm:pt modelId="{1783039C-F21C-45A8-A1D1-7C275C084E3D}">
      <dgm:prSet phldrT="[Text]"/>
      <dgm:spPr/>
      <dgm:t>
        <a:bodyPr/>
        <a:lstStyle/>
        <a:p>
          <a:endParaRPr lang="en-US" dirty="0"/>
        </a:p>
      </dgm:t>
    </dgm:pt>
    <dgm:pt modelId="{F569BECA-BA1C-4C40-875B-712F7A86376F}" type="parTrans" cxnId="{E0F0A2D0-BB2E-4DC0-84B4-747BCEFEEA08}">
      <dgm:prSet/>
      <dgm:spPr/>
      <dgm:t>
        <a:bodyPr/>
        <a:lstStyle/>
        <a:p>
          <a:endParaRPr lang="en-US"/>
        </a:p>
      </dgm:t>
    </dgm:pt>
    <dgm:pt modelId="{4FB813B0-7843-48EA-BCAE-C990504F24DD}" type="sibTrans" cxnId="{E0F0A2D0-BB2E-4DC0-84B4-747BCEFEEA08}">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BB7D377-EFD6-4B5D-AFC7-E199B4378248}" type="pres">
      <dgm:prSet presAssocID="{E7E09A88-A855-416A-B17D-5608BAB5F968}" presName="compositeNode" presStyleCnt="0">
        <dgm:presLayoutVars>
          <dgm:bulletEnabled val="1"/>
        </dgm:presLayoutVars>
      </dgm:prSet>
      <dgm:spPr/>
    </dgm:pt>
    <dgm:pt modelId="{63E694CA-EB8A-49E7-8F7E-40E9648E8D50}" type="pres">
      <dgm:prSet presAssocID="{E7E09A88-A855-416A-B17D-5608BAB5F968}" presName="bgRect" presStyleLbl="node1" presStyleIdx="1" presStyleCnt="3"/>
      <dgm:spPr/>
      <dgm:t>
        <a:bodyPr/>
        <a:lstStyle/>
        <a:p>
          <a:endParaRPr lang="en-US"/>
        </a:p>
      </dgm:t>
    </dgm:pt>
    <dgm:pt modelId="{84855266-605F-4E2F-859A-33AF21B4CC74}" type="pres">
      <dgm:prSet presAssocID="{E7E09A88-A855-416A-B17D-5608BAB5F968}" presName="parentNode" presStyleLbl="node1" presStyleIdx="1" presStyleCnt="3">
        <dgm:presLayoutVars>
          <dgm:chMax val="0"/>
          <dgm:bulletEnabled val="1"/>
        </dgm:presLayoutVars>
      </dgm:prSet>
      <dgm:spPr/>
      <dgm:t>
        <a:bodyPr/>
        <a:lstStyle/>
        <a:p>
          <a:endParaRPr lang="en-US"/>
        </a:p>
      </dgm:t>
    </dgm:pt>
    <dgm:pt modelId="{27D5C2FA-66B3-4507-8DD9-0DFEBE9E49C4}" type="pres">
      <dgm:prSet presAssocID="{E7E09A88-A855-416A-B17D-5608BAB5F968}" presName="childNode" presStyleLbl="node1" presStyleIdx="1" presStyleCnt="3">
        <dgm:presLayoutVars>
          <dgm:bulletEnabled val="1"/>
        </dgm:presLayoutVars>
      </dgm:prSet>
      <dgm:spPr/>
      <dgm:t>
        <a:bodyPr/>
        <a:lstStyle/>
        <a:p>
          <a:endParaRPr lang="en-US"/>
        </a:p>
      </dgm:t>
    </dgm:pt>
    <dgm:pt modelId="{AE508BEB-62F7-4273-AFD9-13F02568DD39}" type="pres">
      <dgm:prSet presAssocID="{C2A5DE0A-7824-4E35-BB27-47DBE8541DB5}" presName="hSp" presStyleCnt="0"/>
      <dgm:spPr/>
    </dgm:pt>
    <dgm:pt modelId="{20A68127-C095-4D4D-B36C-96BA54B85DB0}" type="pres">
      <dgm:prSet presAssocID="{C2A5DE0A-7824-4E35-BB27-47DBE8541DB5}" presName="vProcSp" presStyleCnt="0"/>
      <dgm:spPr/>
    </dgm:pt>
    <dgm:pt modelId="{00D4E5B4-15FE-4223-8CF1-EADD9A7F1E52}" type="pres">
      <dgm:prSet presAssocID="{C2A5DE0A-7824-4E35-BB27-47DBE8541DB5}" presName="vSp1" presStyleCnt="0"/>
      <dgm:spPr/>
    </dgm:pt>
    <dgm:pt modelId="{0B1D8E78-2B68-4C5D-9329-AB01D008FC04}" type="pres">
      <dgm:prSet presAssocID="{C2A5DE0A-7824-4E35-BB27-47DBE8541DB5}" presName="simulatedConn" presStyleLbl="solidFgAcc1" presStyleIdx="1" presStyleCnt="2"/>
      <dgm:spPr/>
    </dgm:pt>
    <dgm:pt modelId="{E447F79B-3147-4AFA-97C4-CCAE6DBFF058}" type="pres">
      <dgm:prSet presAssocID="{C2A5DE0A-7824-4E35-BB27-47DBE8541DB5}" presName="vSp2" presStyleCnt="0"/>
      <dgm:spPr/>
    </dgm:pt>
    <dgm:pt modelId="{EAB02694-BB77-4688-815D-9FF6A75A2E23}" type="pres">
      <dgm:prSet presAssocID="{C2A5DE0A-7824-4E35-BB27-47DBE8541DB5}" presName="sibTrans" presStyleCnt="0"/>
      <dgm:spPr/>
    </dgm:pt>
    <dgm:pt modelId="{897A3698-2D97-4DDC-95D9-A0BDC45706A4}" type="pres">
      <dgm:prSet presAssocID="{38988576-B0AA-4C1A-9619-43A386D2A929}" presName="compositeNode" presStyleCnt="0">
        <dgm:presLayoutVars>
          <dgm:bulletEnabled val="1"/>
        </dgm:presLayoutVars>
      </dgm:prSet>
      <dgm:spPr/>
    </dgm:pt>
    <dgm:pt modelId="{89F889ED-FCCD-445E-BB3B-3F65B70521C8}" type="pres">
      <dgm:prSet presAssocID="{38988576-B0AA-4C1A-9619-43A386D2A929}" presName="bgRect" presStyleLbl="node1" presStyleIdx="2" presStyleCnt="3"/>
      <dgm:spPr/>
      <dgm:t>
        <a:bodyPr/>
        <a:lstStyle/>
        <a:p>
          <a:endParaRPr lang="en-US"/>
        </a:p>
      </dgm:t>
    </dgm:pt>
    <dgm:pt modelId="{7A9FE149-B78D-4591-8ED3-6FAE619303EF}" type="pres">
      <dgm:prSet presAssocID="{38988576-B0AA-4C1A-9619-43A386D2A929}" presName="parentNode" presStyleLbl="node1" presStyleIdx="2" presStyleCnt="3">
        <dgm:presLayoutVars>
          <dgm:chMax val="0"/>
          <dgm:bulletEnabled val="1"/>
        </dgm:presLayoutVars>
      </dgm:prSet>
      <dgm:spPr/>
      <dgm:t>
        <a:bodyPr/>
        <a:lstStyle/>
        <a:p>
          <a:endParaRPr lang="en-US"/>
        </a:p>
      </dgm:t>
    </dgm:pt>
    <dgm:pt modelId="{545B6FF8-55C8-4464-AD34-37C6C75F354E}" type="pres">
      <dgm:prSet presAssocID="{38988576-B0AA-4C1A-9619-43A386D2A929}" presName="childNode" presStyleLbl="node1" presStyleIdx="2" presStyleCnt="3">
        <dgm:presLayoutVars>
          <dgm:bulletEnabled val="1"/>
        </dgm:presLayoutVars>
      </dgm:prSet>
      <dgm:spPr/>
      <dgm:t>
        <a:bodyPr/>
        <a:lstStyle/>
        <a:p>
          <a:endParaRPr lang="en-US"/>
        </a:p>
      </dgm:t>
    </dgm:pt>
  </dgm:ptLst>
  <dgm:cxnLst>
    <dgm:cxn modelId="{874CAB56-E993-4BA7-B073-DD6F211AB452}" srcId="{E12051B9-F660-41FB-9BFB-187ECABCD821}" destId="{56D25664-E470-4423-B8A9-9B6E4F3E9501}" srcOrd="0" destOrd="0" parTransId="{AE225F17-CB4A-4698-895E-495209A24EDD}" sibTransId="{0513D618-905F-43E6-8DF3-0764A99732D8}"/>
    <dgm:cxn modelId="{C5F869C1-8FEF-4035-9EC3-FDF0092FF2C9}" srcId="{56D25664-E470-4423-B8A9-9B6E4F3E9501}" destId="{F754AD28-8B54-47D9-83F1-8D45F35B4A81}" srcOrd="0" destOrd="0" parTransId="{26AD8160-5FF5-41BE-AFAF-E29D66F0469B}" sibTransId="{BE9BECBC-F94F-4E2F-BDB2-93E8BAEBEFE7}"/>
    <dgm:cxn modelId="{F8FCC7AB-92A5-4A16-A6AD-7187F0E7AEFC}" type="presOf" srcId="{1783039C-F21C-45A8-A1D1-7C275C084E3D}" destId="{545B6FF8-55C8-4464-AD34-37C6C75F354E}" srcOrd="0" destOrd="0" presId="urn:microsoft.com/office/officeart/2005/8/layout/hProcess7"/>
    <dgm:cxn modelId="{E3842FE3-04D6-43DE-B627-B32918CA4B88}" type="presOf" srcId="{E7E09A88-A855-416A-B17D-5608BAB5F968}" destId="{84855266-605F-4E2F-859A-33AF21B4CC74}" srcOrd="1" destOrd="0" presId="urn:microsoft.com/office/officeart/2005/8/layout/hProcess7"/>
    <dgm:cxn modelId="{7D2DB298-91A6-443F-8736-43AE036EBA9F}" type="presOf" srcId="{E12051B9-F660-41FB-9BFB-187ECABCD821}" destId="{4413368B-ACCA-469B-9D0E-1FEFC4075FB0}" srcOrd="0" destOrd="0" presId="urn:microsoft.com/office/officeart/2005/8/layout/hProcess7"/>
    <dgm:cxn modelId="{359B345D-1425-490E-BB65-B1A59577003D}" srcId="{E12051B9-F660-41FB-9BFB-187ECABCD821}" destId="{38988576-B0AA-4C1A-9619-43A386D2A929}" srcOrd="2" destOrd="0" parTransId="{AA48F846-FDF7-46B2-8E10-A63DA435194B}" sibTransId="{34707D83-AD15-4F83-B9C6-839F2BAB8772}"/>
    <dgm:cxn modelId="{667BD248-A687-4B08-A176-2CB5E7D2680B}" type="presOf" srcId="{56D25664-E470-4423-B8A9-9B6E4F3E9501}" destId="{5EE1D2E5-E13B-4FA3-A68E-FA18C8AD1A1A}" srcOrd="0" destOrd="0" presId="urn:microsoft.com/office/officeart/2005/8/layout/hProcess7"/>
    <dgm:cxn modelId="{F830D7D9-A456-4DE6-9654-798F02621C0A}" type="presOf" srcId="{E7E09A88-A855-416A-B17D-5608BAB5F968}" destId="{63E694CA-EB8A-49E7-8F7E-40E9648E8D50}" srcOrd="0" destOrd="0" presId="urn:microsoft.com/office/officeart/2005/8/layout/hProcess7"/>
    <dgm:cxn modelId="{C8FBBB7F-FC29-43CE-AE78-6633D57E0FC2}" type="presOf" srcId="{38988576-B0AA-4C1A-9619-43A386D2A929}" destId="{89F889ED-FCCD-445E-BB3B-3F65B70521C8}" srcOrd="0" destOrd="0" presId="urn:microsoft.com/office/officeart/2005/8/layout/hProcess7"/>
    <dgm:cxn modelId="{CB92375D-5766-4AEE-9176-1B37A2DBA71D}" type="presOf" srcId="{D264B8C8-0C74-4047-BC3D-D328ABB04B07}" destId="{27D5C2FA-66B3-4507-8DD9-0DFEBE9E49C4}" srcOrd="0" destOrd="0" presId="urn:microsoft.com/office/officeart/2005/8/layout/hProcess7"/>
    <dgm:cxn modelId="{E1D4C321-A056-478E-AA30-B0E9DD781BFF}" type="presOf" srcId="{38988576-B0AA-4C1A-9619-43A386D2A929}" destId="{7A9FE149-B78D-4591-8ED3-6FAE619303EF}" srcOrd="1" destOrd="0" presId="urn:microsoft.com/office/officeart/2005/8/layout/hProcess7"/>
    <dgm:cxn modelId="{955316F3-D59D-4E22-BAC5-4B54F7BE800A}" srcId="{E12051B9-F660-41FB-9BFB-187ECABCD821}" destId="{E7E09A88-A855-416A-B17D-5608BAB5F968}" srcOrd="1" destOrd="0" parTransId="{791A9365-62E9-4724-B5DD-36351582D82E}" sibTransId="{C2A5DE0A-7824-4E35-BB27-47DBE8541DB5}"/>
    <dgm:cxn modelId="{2692AF38-622D-46CC-97F5-0A564AB5E3AA}" type="presOf" srcId="{F754AD28-8B54-47D9-83F1-8D45F35B4A81}" destId="{0F07502A-98A4-4880-9779-27EA2BEB6F02}" srcOrd="0" destOrd="0" presId="urn:microsoft.com/office/officeart/2005/8/layout/hProcess7"/>
    <dgm:cxn modelId="{D2F0BC61-E864-45E4-AC1C-3F8441CC666C}" type="presOf" srcId="{56D25664-E470-4423-B8A9-9B6E4F3E9501}" destId="{1F2FC209-C6F9-4BD8-BE18-C50B50281548}" srcOrd="1" destOrd="0" presId="urn:microsoft.com/office/officeart/2005/8/layout/hProcess7"/>
    <dgm:cxn modelId="{DB884937-1E09-49E0-BABE-97AC4679294D}" srcId="{E7E09A88-A855-416A-B17D-5608BAB5F968}" destId="{D264B8C8-0C74-4047-BC3D-D328ABB04B07}" srcOrd="0" destOrd="0" parTransId="{EFE8DCE1-CB9B-44C0-BE30-595BF1898A8E}" sibTransId="{E5F6790C-BCA3-4DEC-A52E-7D738F9F57BD}"/>
    <dgm:cxn modelId="{E0F0A2D0-BB2E-4DC0-84B4-747BCEFEEA08}" srcId="{38988576-B0AA-4C1A-9619-43A386D2A929}" destId="{1783039C-F21C-45A8-A1D1-7C275C084E3D}" srcOrd="0" destOrd="0" parTransId="{F569BECA-BA1C-4C40-875B-712F7A86376F}" sibTransId="{4FB813B0-7843-48EA-BCAE-C990504F24DD}"/>
    <dgm:cxn modelId="{19545689-BEC6-47B5-B5A6-AA14EA576211}" type="presParOf" srcId="{4413368B-ACCA-469B-9D0E-1FEFC4075FB0}" destId="{8E1BCC0E-B989-4435-8915-645304C71A64}" srcOrd="0" destOrd="0" presId="urn:microsoft.com/office/officeart/2005/8/layout/hProcess7"/>
    <dgm:cxn modelId="{10C652BE-EB4F-499C-A911-C4F2803EA3F9}" type="presParOf" srcId="{8E1BCC0E-B989-4435-8915-645304C71A64}" destId="{5EE1D2E5-E13B-4FA3-A68E-FA18C8AD1A1A}" srcOrd="0" destOrd="0" presId="urn:microsoft.com/office/officeart/2005/8/layout/hProcess7"/>
    <dgm:cxn modelId="{CDB6F888-BBE8-43E4-B009-9D5D138EF8DE}" type="presParOf" srcId="{8E1BCC0E-B989-4435-8915-645304C71A64}" destId="{1F2FC209-C6F9-4BD8-BE18-C50B50281548}" srcOrd="1" destOrd="0" presId="urn:microsoft.com/office/officeart/2005/8/layout/hProcess7"/>
    <dgm:cxn modelId="{1352B16A-163A-45D7-B97F-5CA2749E2AF8}" type="presParOf" srcId="{8E1BCC0E-B989-4435-8915-645304C71A64}" destId="{0F07502A-98A4-4880-9779-27EA2BEB6F02}" srcOrd="2" destOrd="0" presId="urn:microsoft.com/office/officeart/2005/8/layout/hProcess7"/>
    <dgm:cxn modelId="{096342D7-1394-4C06-A75F-F6FA6E9921EA}" type="presParOf" srcId="{4413368B-ACCA-469B-9D0E-1FEFC4075FB0}" destId="{13ACBB4E-2F0C-4773-92A7-F091255EA962}" srcOrd="1" destOrd="0" presId="urn:microsoft.com/office/officeart/2005/8/layout/hProcess7"/>
    <dgm:cxn modelId="{0551D5B9-3EF2-46B4-BDE7-420434119845}" type="presParOf" srcId="{4413368B-ACCA-469B-9D0E-1FEFC4075FB0}" destId="{BAD87237-2D53-4DFC-BA2E-02EC39493885}" srcOrd="2" destOrd="0" presId="urn:microsoft.com/office/officeart/2005/8/layout/hProcess7"/>
    <dgm:cxn modelId="{B8881A1D-E61C-493F-B384-13DC7053DB24}" type="presParOf" srcId="{BAD87237-2D53-4DFC-BA2E-02EC39493885}" destId="{221F174E-2568-4C2B-B98A-B21C733FC119}" srcOrd="0" destOrd="0" presId="urn:microsoft.com/office/officeart/2005/8/layout/hProcess7"/>
    <dgm:cxn modelId="{1EA37D4D-2ABA-449D-955B-DD8F7BDFDA60}" type="presParOf" srcId="{BAD87237-2D53-4DFC-BA2E-02EC39493885}" destId="{45668240-D897-4FC1-8421-6DD785B65040}" srcOrd="1" destOrd="0" presId="urn:microsoft.com/office/officeart/2005/8/layout/hProcess7"/>
    <dgm:cxn modelId="{32D119EF-9081-4844-9B36-FC88499D254A}" type="presParOf" srcId="{BAD87237-2D53-4DFC-BA2E-02EC39493885}" destId="{50ECFA14-9F36-4C35-911C-A780FF037D2C}" srcOrd="2" destOrd="0" presId="urn:microsoft.com/office/officeart/2005/8/layout/hProcess7"/>
    <dgm:cxn modelId="{DC7198BB-674A-423B-93A5-62B803FF5316}" type="presParOf" srcId="{4413368B-ACCA-469B-9D0E-1FEFC4075FB0}" destId="{B0CEB5DD-B27E-454F-A39C-A559A187214D}" srcOrd="3" destOrd="0" presId="urn:microsoft.com/office/officeart/2005/8/layout/hProcess7"/>
    <dgm:cxn modelId="{7B4FFE71-25B7-4297-AC88-98B40DC03482}" type="presParOf" srcId="{4413368B-ACCA-469B-9D0E-1FEFC4075FB0}" destId="{4BB7D377-EFD6-4B5D-AFC7-E199B4378248}" srcOrd="4" destOrd="0" presId="urn:microsoft.com/office/officeart/2005/8/layout/hProcess7"/>
    <dgm:cxn modelId="{A2947C3B-FC5A-4282-BA40-F6AAF3B8518B}" type="presParOf" srcId="{4BB7D377-EFD6-4B5D-AFC7-E199B4378248}" destId="{63E694CA-EB8A-49E7-8F7E-40E9648E8D50}" srcOrd="0" destOrd="0" presId="urn:microsoft.com/office/officeart/2005/8/layout/hProcess7"/>
    <dgm:cxn modelId="{E2074A85-2BD0-4221-A8DA-40F50206FF1A}" type="presParOf" srcId="{4BB7D377-EFD6-4B5D-AFC7-E199B4378248}" destId="{84855266-605F-4E2F-859A-33AF21B4CC74}" srcOrd="1" destOrd="0" presId="urn:microsoft.com/office/officeart/2005/8/layout/hProcess7"/>
    <dgm:cxn modelId="{40A5385F-CA1C-45B4-BC6F-83E8979599A8}" type="presParOf" srcId="{4BB7D377-EFD6-4B5D-AFC7-E199B4378248}" destId="{27D5C2FA-66B3-4507-8DD9-0DFEBE9E49C4}" srcOrd="2" destOrd="0" presId="urn:microsoft.com/office/officeart/2005/8/layout/hProcess7"/>
    <dgm:cxn modelId="{A832FC8C-9873-400C-B051-6BA2F7323F1B}" type="presParOf" srcId="{4413368B-ACCA-469B-9D0E-1FEFC4075FB0}" destId="{AE508BEB-62F7-4273-AFD9-13F02568DD39}" srcOrd="5" destOrd="0" presId="urn:microsoft.com/office/officeart/2005/8/layout/hProcess7"/>
    <dgm:cxn modelId="{B423A806-8D92-458E-94B6-4CECDD6B1219}" type="presParOf" srcId="{4413368B-ACCA-469B-9D0E-1FEFC4075FB0}" destId="{20A68127-C095-4D4D-B36C-96BA54B85DB0}" srcOrd="6" destOrd="0" presId="urn:microsoft.com/office/officeart/2005/8/layout/hProcess7"/>
    <dgm:cxn modelId="{EF35A298-DE3D-4C74-B110-258A7E9C983E}" type="presParOf" srcId="{20A68127-C095-4D4D-B36C-96BA54B85DB0}" destId="{00D4E5B4-15FE-4223-8CF1-EADD9A7F1E52}" srcOrd="0" destOrd="0" presId="urn:microsoft.com/office/officeart/2005/8/layout/hProcess7"/>
    <dgm:cxn modelId="{B598C75F-B7AF-4266-85B4-E89168D1354A}" type="presParOf" srcId="{20A68127-C095-4D4D-B36C-96BA54B85DB0}" destId="{0B1D8E78-2B68-4C5D-9329-AB01D008FC04}" srcOrd="1" destOrd="0" presId="urn:microsoft.com/office/officeart/2005/8/layout/hProcess7"/>
    <dgm:cxn modelId="{69B0A980-810B-4171-AE5B-E671C7001C1E}" type="presParOf" srcId="{20A68127-C095-4D4D-B36C-96BA54B85DB0}" destId="{E447F79B-3147-4AFA-97C4-CCAE6DBFF058}" srcOrd="2" destOrd="0" presId="urn:microsoft.com/office/officeart/2005/8/layout/hProcess7"/>
    <dgm:cxn modelId="{AA11E27D-00E3-4857-AA1E-D50D1AF55AB9}" type="presParOf" srcId="{4413368B-ACCA-469B-9D0E-1FEFC4075FB0}" destId="{EAB02694-BB77-4688-815D-9FF6A75A2E23}" srcOrd="7" destOrd="0" presId="urn:microsoft.com/office/officeart/2005/8/layout/hProcess7"/>
    <dgm:cxn modelId="{DF0297CC-EE00-4F42-9BC4-9C861949AD93}" type="presParOf" srcId="{4413368B-ACCA-469B-9D0E-1FEFC4075FB0}" destId="{897A3698-2D97-4DDC-95D9-A0BDC45706A4}" srcOrd="8" destOrd="0" presId="urn:microsoft.com/office/officeart/2005/8/layout/hProcess7"/>
    <dgm:cxn modelId="{CE4ECD4A-9C95-47CB-988A-914400171C42}" type="presParOf" srcId="{897A3698-2D97-4DDC-95D9-A0BDC45706A4}" destId="{89F889ED-FCCD-445E-BB3B-3F65B70521C8}" srcOrd="0" destOrd="0" presId="urn:microsoft.com/office/officeart/2005/8/layout/hProcess7"/>
    <dgm:cxn modelId="{A15E83F6-4914-4875-8942-4A9C1F1D78FB}" type="presParOf" srcId="{897A3698-2D97-4DDC-95D9-A0BDC45706A4}" destId="{7A9FE149-B78D-4591-8ED3-6FAE619303EF}" srcOrd="1" destOrd="0" presId="urn:microsoft.com/office/officeart/2005/8/layout/hProcess7"/>
    <dgm:cxn modelId="{D93480F3-73C7-4C4D-BB49-DDC33CAA6994}" type="presParOf" srcId="{897A3698-2D97-4DDC-95D9-A0BDC45706A4}" destId="{545B6FF8-55C8-4464-AD34-37C6C75F354E}"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custT="1"/>
      <dgm:spPr/>
      <dgm:t>
        <a:bodyPr/>
        <a:lstStyle/>
        <a:p>
          <a:r>
            <a:rPr lang="en-US" sz="1800" dirty="0" smtClean="0"/>
            <a:t>Construct</a:t>
          </a:r>
          <a:endParaRPr lang="en-US" sz="1800"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dgm:spPr/>
      <dgm:t>
        <a:bodyPr/>
        <a:lstStyle/>
        <a:p>
          <a:r>
            <a:rPr lang="en-US" dirty="0" smtClean="0"/>
            <a:t>Development Stage</a:t>
          </a:r>
          <a:endParaRPr lang="en-US"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E7E09A88-A855-416A-B17D-5608BAB5F968}">
      <dgm:prSet phldrT="[Text]" custT="1"/>
      <dgm:spPr/>
      <dgm:t>
        <a:bodyPr/>
        <a:lstStyle/>
        <a:p>
          <a:r>
            <a:rPr lang="en-US" sz="1800" dirty="0" smtClean="0"/>
            <a:t>Operationalization</a:t>
          </a:r>
          <a:endParaRPr lang="en-US" sz="1800"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D264B8C8-0C74-4047-BC3D-D328ABB04B07}">
      <dgm:prSet phldrT="[Text]" phldr="1"/>
      <dgm:spPr/>
      <dgm:t>
        <a:bodyPr/>
        <a:lstStyle/>
        <a:p>
          <a:endParaRPr lang="en-US" dirty="0"/>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38988576-B0AA-4C1A-9619-43A386D2A929}">
      <dgm:prSet phldrT="[Text]"/>
      <dgm:spPr/>
      <dgm:t>
        <a:bodyPr/>
        <a:lstStyle/>
        <a:p>
          <a:r>
            <a:rPr lang="en-US" dirty="0" smtClean="0"/>
            <a:t>Variables and Data</a:t>
          </a:r>
          <a:endParaRPr lang="en-US" dirty="0"/>
        </a:p>
      </dgm:t>
    </dgm:pt>
    <dgm:pt modelId="{AA48F846-FDF7-46B2-8E10-A63DA435194B}" type="parTrans" cxnId="{359B345D-1425-490E-BB65-B1A59577003D}">
      <dgm:prSet/>
      <dgm:spPr/>
      <dgm:t>
        <a:bodyPr/>
        <a:lstStyle/>
        <a:p>
          <a:endParaRPr lang="en-US"/>
        </a:p>
      </dgm:t>
    </dgm:pt>
    <dgm:pt modelId="{34707D83-AD15-4F83-B9C6-839F2BAB8772}" type="sibTrans" cxnId="{359B345D-1425-490E-BB65-B1A59577003D}">
      <dgm:prSet/>
      <dgm:spPr/>
      <dgm:t>
        <a:bodyPr/>
        <a:lstStyle/>
        <a:p>
          <a:endParaRPr lang="en-US"/>
        </a:p>
      </dgm:t>
    </dgm:pt>
    <dgm:pt modelId="{1783039C-F21C-45A8-A1D1-7C275C084E3D}">
      <dgm:prSet phldrT="[Text]"/>
      <dgm:spPr/>
      <dgm:t>
        <a:bodyPr/>
        <a:lstStyle/>
        <a:p>
          <a:endParaRPr lang="en-US" dirty="0"/>
        </a:p>
      </dgm:t>
    </dgm:pt>
    <dgm:pt modelId="{F569BECA-BA1C-4C40-875B-712F7A86376F}" type="parTrans" cxnId="{E0F0A2D0-BB2E-4DC0-84B4-747BCEFEEA08}">
      <dgm:prSet/>
      <dgm:spPr/>
      <dgm:t>
        <a:bodyPr/>
        <a:lstStyle/>
        <a:p>
          <a:endParaRPr lang="en-US"/>
        </a:p>
      </dgm:t>
    </dgm:pt>
    <dgm:pt modelId="{4FB813B0-7843-48EA-BCAE-C990504F24DD}" type="sibTrans" cxnId="{E0F0A2D0-BB2E-4DC0-84B4-747BCEFEEA08}">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BB7D377-EFD6-4B5D-AFC7-E199B4378248}" type="pres">
      <dgm:prSet presAssocID="{E7E09A88-A855-416A-B17D-5608BAB5F968}" presName="compositeNode" presStyleCnt="0">
        <dgm:presLayoutVars>
          <dgm:bulletEnabled val="1"/>
        </dgm:presLayoutVars>
      </dgm:prSet>
      <dgm:spPr/>
    </dgm:pt>
    <dgm:pt modelId="{63E694CA-EB8A-49E7-8F7E-40E9648E8D50}" type="pres">
      <dgm:prSet presAssocID="{E7E09A88-A855-416A-B17D-5608BAB5F968}" presName="bgRect" presStyleLbl="node1" presStyleIdx="1" presStyleCnt="3"/>
      <dgm:spPr/>
      <dgm:t>
        <a:bodyPr/>
        <a:lstStyle/>
        <a:p>
          <a:endParaRPr lang="en-US"/>
        </a:p>
      </dgm:t>
    </dgm:pt>
    <dgm:pt modelId="{84855266-605F-4E2F-859A-33AF21B4CC74}" type="pres">
      <dgm:prSet presAssocID="{E7E09A88-A855-416A-B17D-5608BAB5F968}" presName="parentNode" presStyleLbl="node1" presStyleIdx="1" presStyleCnt="3">
        <dgm:presLayoutVars>
          <dgm:chMax val="0"/>
          <dgm:bulletEnabled val="1"/>
        </dgm:presLayoutVars>
      </dgm:prSet>
      <dgm:spPr/>
      <dgm:t>
        <a:bodyPr/>
        <a:lstStyle/>
        <a:p>
          <a:endParaRPr lang="en-US"/>
        </a:p>
      </dgm:t>
    </dgm:pt>
    <dgm:pt modelId="{27D5C2FA-66B3-4507-8DD9-0DFEBE9E49C4}" type="pres">
      <dgm:prSet presAssocID="{E7E09A88-A855-416A-B17D-5608BAB5F968}" presName="childNode" presStyleLbl="node1" presStyleIdx="1" presStyleCnt="3">
        <dgm:presLayoutVars>
          <dgm:bulletEnabled val="1"/>
        </dgm:presLayoutVars>
      </dgm:prSet>
      <dgm:spPr/>
      <dgm:t>
        <a:bodyPr/>
        <a:lstStyle/>
        <a:p>
          <a:endParaRPr lang="en-US"/>
        </a:p>
      </dgm:t>
    </dgm:pt>
    <dgm:pt modelId="{AE508BEB-62F7-4273-AFD9-13F02568DD39}" type="pres">
      <dgm:prSet presAssocID="{C2A5DE0A-7824-4E35-BB27-47DBE8541DB5}" presName="hSp" presStyleCnt="0"/>
      <dgm:spPr/>
    </dgm:pt>
    <dgm:pt modelId="{20A68127-C095-4D4D-B36C-96BA54B85DB0}" type="pres">
      <dgm:prSet presAssocID="{C2A5DE0A-7824-4E35-BB27-47DBE8541DB5}" presName="vProcSp" presStyleCnt="0"/>
      <dgm:spPr/>
    </dgm:pt>
    <dgm:pt modelId="{00D4E5B4-15FE-4223-8CF1-EADD9A7F1E52}" type="pres">
      <dgm:prSet presAssocID="{C2A5DE0A-7824-4E35-BB27-47DBE8541DB5}" presName="vSp1" presStyleCnt="0"/>
      <dgm:spPr/>
    </dgm:pt>
    <dgm:pt modelId="{0B1D8E78-2B68-4C5D-9329-AB01D008FC04}" type="pres">
      <dgm:prSet presAssocID="{C2A5DE0A-7824-4E35-BB27-47DBE8541DB5}" presName="simulatedConn" presStyleLbl="solidFgAcc1" presStyleIdx="1" presStyleCnt="2"/>
      <dgm:spPr/>
    </dgm:pt>
    <dgm:pt modelId="{E447F79B-3147-4AFA-97C4-CCAE6DBFF058}" type="pres">
      <dgm:prSet presAssocID="{C2A5DE0A-7824-4E35-BB27-47DBE8541DB5}" presName="vSp2" presStyleCnt="0"/>
      <dgm:spPr/>
    </dgm:pt>
    <dgm:pt modelId="{EAB02694-BB77-4688-815D-9FF6A75A2E23}" type="pres">
      <dgm:prSet presAssocID="{C2A5DE0A-7824-4E35-BB27-47DBE8541DB5}" presName="sibTrans" presStyleCnt="0"/>
      <dgm:spPr/>
    </dgm:pt>
    <dgm:pt modelId="{897A3698-2D97-4DDC-95D9-A0BDC45706A4}" type="pres">
      <dgm:prSet presAssocID="{38988576-B0AA-4C1A-9619-43A386D2A929}" presName="compositeNode" presStyleCnt="0">
        <dgm:presLayoutVars>
          <dgm:bulletEnabled val="1"/>
        </dgm:presLayoutVars>
      </dgm:prSet>
      <dgm:spPr/>
    </dgm:pt>
    <dgm:pt modelId="{89F889ED-FCCD-445E-BB3B-3F65B70521C8}" type="pres">
      <dgm:prSet presAssocID="{38988576-B0AA-4C1A-9619-43A386D2A929}" presName="bgRect" presStyleLbl="node1" presStyleIdx="2" presStyleCnt="3"/>
      <dgm:spPr/>
      <dgm:t>
        <a:bodyPr/>
        <a:lstStyle/>
        <a:p>
          <a:endParaRPr lang="en-US"/>
        </a:p>
      </dgm:t>
    </dgm:pt>
    <dgm:pt modelId="{7A9FE149-B78D-4591-8ED3-6FAE619303EF}" type="pres">
      <dgm:prSet presAssocID="{38988576-B0AA-4C1A-9619-43A386D2A929}" presName="parentNode" presStyleLbl="node1" presStyleIdx="2" presStyleCnt="3">
        <dgm:presLayoutVars>
          <dgm:chMax val="0"/>
          <dgm:bulletEnabled val="1"/>
        </dgm:presLayoutVars>
      </dgm:prSet>
      <dgm:spPr/>
      <dgm:t>
        <a:bodyPr/>
        <a:lstStyle/>
        <a:p>
          <a:endParaRPr lang="en-US"/>
        </a:p>
      </dgm:t>
    </dgm:pt>
    <dgm:pt modelId="{545B6FF8-55C8-4464-AD34-37C6C75F354E}" type="pres">
      <dgm:prSet presAssocID="{38988576-B0AA-4C1A-9619-43A386D2A929}" presName="childNode" presStyleLbl="node1" presStyleIdx="2" presStyleCnt="3">
        <dgm:presLayoutVars>
          <dgm:bulletEnabled val="1"/>
        </dgm:presLayoutVars>
      </dgm:prSet>
      <dgm:spPr/>
      <dgm:t>
        <a:bodyPr/>
        <a:lstStyle/>
        <a:p>
          <a:endParaRPr lang="en-US"/>
        </a:p>
      </dgm:t>
    </dgm:pt>
  </dgm:ptLst>
  <dgm:cxnLst>
    <dgm:cxn modelId="{874CAB56-E993-4BA7-B073-DD6F211AB452}" srcId="{E12051B9-F660-41FB-9BFB-187ECABCD821}" destId="{56D25664-E470-4423-B8A9-9B6E4F3E9501}" srcOrd="0" destOrd="0" parTransId="{AE225F17-CB4A-4698-895E-495209A24EDD}" sibTransId="{0513D618-905F-43E6-8DF3-0764A99732D8}"/>
    <dgm:cxn modelId="{C5F869C1-8FEF-4035-9EC3-FDF0092FF2C9}" srcId="{56D25664-E470-4423-B8A9-9B6E4F3E9501}" destId="{F754AD28-8B54-47D9-83F1-8D45F35B4A81}" srcOrd="0" destOrd="0" parTransId="{26AD8160-5FF5-41BE-AFAF-E29D66F0469B}" sibTransId="{BE9BECBC-F94F-4E2F-BDB2-93E8BAEBEFE7}"/>
    <dgm:cxn modelId="{D4F13DD2-F8C9-4B0D-8FB5-9154AF5C88F9}" type="presOf" srcId="{38988576-B0AA-4C1A-9619-43A386D2A929}" destId="{7A9FE149-B78D-4591-8ED3-6FAE619303EF}" srcOrd="1" destOrd="0" presId="urn:microsoft.com/office/officeart/2005/8/layout/hProcess7"/>
    <dgm:cxn modelId="{613DD73E-0499-4063-82D1-E6F4785DAC37}" type="presOf" srcId="{F754AD28-8B54-47D9-83F1-8D45F35B4A81}" destId="{0F07502A-98A4-4880-9779-27EA2BEB6F02}" srcOrd="0" destOrd="0" presId="urn:microsoft.com/office/officeart/2005/8/layout/hProcess7"/>
    <dgm:cxn modelId="{FAAB263E-256D-43FC-A1BA-0F0BFC9BFEF8}" type="presOf" srcId="{1783039C-F21C-45A8-A1D1-7C275C084E3D}" destId="{545B6FF8-55C8-4464-AD34-37C6C75F354E}" srcOrd="0" destOrd="0" presId="urn:microsoft.com/office/officeart/2005/8/layout/hProcess7"/>
    <dgm:cxn modelId="{359B345D-1425-490E-BB65-B1A59577003D}" srcId="{E12051B9-F660-41FB-9BFB-187ECABCD821}" destId="{38988576-B0AA-4C1A-9619-43A386D2A929}" srcOrd="2" destOrd="0" parTransId="{AA48F846-FDF7-46B2-8E10-A63DA435194B}" sibTransId="{34707D83-AD15-4F83-B9C6-839F2BAB8772}"/>
    <dgm:cxn modelId="{F844512E-33D5-4622-9007-95C2A1684B1C}" type="presOf" srcId="{E7E09A88-A855-416A-B17D-5608BAB5F968}" destId="{63E694CA-EB8A-49E7-8F7E-40E9648E8D50}" srcOrd="0" destOrd="0" presId="urn:microsoft.com/office/officeart/2005/8/layout/hProcess7"/>
    <dgm:cxn modelId="{955316F3-D59D-4E22-BAC5-4B54F7BE800A}" srcId="{E12051B9-F660-41FB-9BFB-187ECABCD821}" destId="{E7E09A88-A855-416A-B17D-5608BAB5F968}" srcOrd="1" destOrd="0" parTransId="{791A9365-62E9-4724-B5DD-36351582D82E}" sibTransId="{C2A5DE0A-7824-4E35-BB27-47DBE8541DB5}"/>
    <dgm:cxn modelId="{EAC3B517-F270-4F7C-A29A-A0DC069E20B6}" type="presOf" srcId="{E12051B9-F660-41FB-9BFB-187ECABCD821}" destId="{4413368B-ACCA-469B-9D0E-1FEFC4075FB0}" srcOrd="0" destOrd="0" presId="urn:microsoft.com/office/officeart/2005/8/layout/hProcess7"/>
    <dgm:cxn modelId="{ED5EA4A0-8B8E-4563-A267-9679F7793454}" type="presOf" srcId="{56D25664-E470-4423-B8A9-9B6E4F3E9501}" destId="{1F2FC209-C6F9-4BD8-BE18-C50B50281548}" srcOrd="1" destOrd="0" presId="urn:microsoft.com/office/officeart/2005/8/layout/hProcess7"/>
    <dgm:cxn modelId="{CD1EA170-DDD7-4920-BC3A-8D9998585A8C}" type="presOf" srcId="{56D25664-E470-4423-B8A9-9B6E4F3E9501}" destId="{5EE1D2E5-E13B-4FA3-A68E-FA18C8AD1A1A}" srcOrd="0" destOrd="0" presId="urn:microsoft.com/office/officeart/2005/8/layout/hProcess7"/>
    <dgm:cxn modelId="{DB884937-1E09-49E0-BABE-97AC4679294D}" srcId="{E7E09A88-A855-416A-B17D-5608BAB5F968}" destId="{D264B8C8-0C74-4047-BC3D-D328ABB04B07}" srcOrd="0" destOrd="0" parTransId="{EFE8DCE1-CB9B-44C0-BE30-595BF1898A8E}" sibTransId="{E5F6790C-BCA3-4DEC-A52E-7D738F9F57BD}"/>
    <dgm:cxn modelId="{3C55AC02-D184-4A0A-89BC-A128B4FD348C}" type="presOf" srcId="{D264B8C8-0C74-4047-BC3D-D328ABB04B07}" destId="{27D5C2FA-66B3-4507-8DD9-0DFEBE9E49C4}" srcOrd="0" destOrd="0" presId="urn:microsoft.com/office/officeart/2005/8/layout/hProcess7"/>
    <dgm:cxn modelId="{5C35F4BE-964F-4271-B3F7-7A76111F3C7C}" type="presOf" srcId="{38988576-B0AA-4C1A-9619-43A386D2A929}" destId="{89F889ED-FCCD-445E-BB3B-3F65B70521C8}" srcOrd="0" destOrd="0" presId="urn:microsoft.com/office/officeart/2005/8/layout/hProcess7"/>
    <dgm:cxn modelId="{671E754A-A96F-4E42-B44F-9E914E91D707}" type="presOf" srcId="{E7E09A88-A855-416A-B17D-5608BAB5F968}" destId="{84855266-605F-4E2F-859A-33AF21B4CC74}" srcOrd="1" destOrd="0" presId="urn:microsoft.com/office/officeart/2005/8/layout/hProcess7"/>
    <dgm:cxn modelId="{E0F0A2D0-BB2E-4DC0-84B4-747BCEFEEA08}" srcId="{38988576-B0AA-4C1A-9619-43A386D2A929}" destId="{1783039C-F21C-45A8-A1D1-7C275C084E3D}" srcOrd="0" destOrd="0" parTransId="{F569BECA-BA1C-4C40-875B-712F7A86376F}" sibTransId="{4FB813B0-7843-48EA-BCAE-C990504F24DD}"/>
    <dgm:cxn modelId="{A9D3FFE7-887F-4A5F-8380-DC0FB610D434}" type="presParOf" srcId="{4413368B-ACCA-469B-9D0E-1FEFC4075FB0}" destId="{8E1BCC0E-B989-4435-8915-645304C71A64}" srcOrd="0" destOrd="0" presId="urn:microsoft.com/office/officeart/2005/8/layout/hProcess7"/>
    <dgm:cxn modelId="{24D474A7-AF60-4B21-9C8E-CDADBA2DE23B}" type="presParOf" srcId="{8E1BCC0E-B989-4435-8915-645304C71A64}" destId="{5EE1D2E5-E13B-4FA3-A68E-FA18C8AD1A1A}" srcOrd="0" destOrd="0" presId="urn:microsoft.com/office/officeart/2005/8/layout/hProcess7"/>
    <dgm:cxn modelId="{F08C0E94-5C95-417A-B9D9-9AFC95450163}" type="presParOf" srcId="{8E1BCC0E-B989-4435-8915-645304C71A64}" destId="{1F2FC209-C6F9-4BD8-BE18-C50B50281548}" srcOrd="1" destOrd="0" presId="urn:microsoft.com/office/officeart/2005/8/layout/hProcess7"/>
    <dgm:cxn modelId="{40412E63-B461-4491-B0F0-31D309D9C6A9}" type="presParOf" srcId="{8E1BCC0E-B989-4435-8915-645304C71A64}" destId="{0F07502A-98A4-4880-9779-27EA2BEB6F02}" srcOrd="2" destOrd="0" presId="urn:microsoft.com/office/officeart/2005/8/layout/hProcess7"/>
    <dgm:cxn modelId="{3A4D76A4-F12E-465F-960E-C0B1C3325C3A}" type="presParOf" srcId="{4413368B-ACCA-469B-9D0E-1FEFC4075FB0}" destId="{13ACBB4E-2F0C-4773-92A7-F091255EA962}" srcOrd="1" destOrd="0" presId="urn:microsoft.com/office/officeart/2005/8/layout/hProcess7"/>
    <dgm:cxn modelId="{26ECF106-2C2A-4E76-B341-93D9B1AA8D73}" type="presParOf" srcId="{4413368B-ACCA-469B-9D0E-1FEFC4075FB0}" destId="{BAD87237-2D53-4DFC-BA2E-02EC39493885}" srcOrd="2" destOrd="0" presId="urn:microsoft.com/office/officeart/2005/8/layout/hProcess7"/>
    <dgm:cxn modelId="{7F64A0AC-84CF-4CA7-B4F7-F38B6957E264}" type="presParOf" srcId="{BAD87237-2D53-4DFC-BA2E-02EC39493885}" destId="{221F174E-2568-4C2B-B98A-B21C733FC119}" srcOrd="0" destOrd="0" presId="urn:microsoft.com/office/officeart/2005/8/layout/hProcess7"/>
    <dgm:cxn modelId="{9C483187-5588-4B91-804F-5F95DB9EA33E}" type="presParOf" srcId="{BAD87237-2D53-4DFC-BA2E-02EC39493885}" destId="{45668240-D897-4FC1-8421-6DD785B65040}" srcOrd="1" destOrd="0" presId="urn:microsoft.com/office/officeart/2005/8/layout/hProcess7"/>
    <dgm:cxn modelId="{CCC714FA-575C-44EB-9AC3-9DC38B759AAD}" type="presParOf" srcId="{BAD87237-2D53-4DFC-BA2E-02EC39493885}" destId="{50ECFA14-9F36-4C35-911C-A780FF037D2C}" srcOrd="2" destOrd="0" presId="urn:microsoft.com/office/officeart/2005/8/layout/hProcess7"/>
    <dgm:cxn modelId="{90AC1190-E6C4-441F-A10C-1CEA076369FA}" type="presParOf" srcId="{4413368B-ACCA-469B-9D0E-1FEFC4075FB0}" destId="{B0CEB5DD-B27E-454F-A39C-A559A187214D}" srcOrd="3" destOrd="0" presId="urn:microsoft.com/office/officeart/2005/8/layout/hProcess7"/>
    <dgm:cxn modelId="{91C2E2A7-F1A4-4493-AE63-FE3CE88F4984}" type="presParOf" srcId="{4413368B-ACCA-469B-9D0E-1FEFC4075FB0}" destId="{4BB7D377-EFD6-4B5D-AFC7-E199B4378248}" srcOrd="4" destOrd="0" presId="urn:microsoft.com/office/officeart/2005/8/layout/hProcess7"/>
    <dgm:cxn modelId="{DC4FE133-F2AF-434D-B1E6-0887D5EB332C}" type="presParOf" srcId="{4BB7D377-EFD6-4B5D-AFC7-E199B4378248}" destId="{63E694CA-EB8A-49E7-8F7E-40E9648E8D50}" srcOrd="0" destOrd="0" presId="urn:microsoft.com/office/officeart/2005/8/layout/hProcess7"/>
    <dgm:cxn modelId="{F44A1E82-677E-4236-825F-1464926D8B98}" type="presParOf" srcId="{4BB7D377-EFD6-4B5D-AFC7-E199B4378248}" destId="{84855266-605F-4E2F-859A-33AF21B4CC74}" srcOrd="1" destOrd="0" presId="urn:microsoft.com/office/officeart/2005/8/layout/hProcess7"/>
    <dgm:cxn modelId="{35FC9044-1C9D-4920-AA8D-D0ECF7B12B49}" type="presParOf" srcId="{4BB7D377-EFD6-4B5D-AFC7-E199B4378248}" destId="{27D5C2FA-66B3-4507-8DD9-0DFEBE9E49C4}" srcOrd="2" destOrd="0" presId="urn:microsoft.com/office/officeart/2005/8/layout/hProcess7"/>
    <dgm:cxn modelId="{E2441D1E-FB27-4BA7-9B3B-F26EFFE6DDF6}" type="presParOf" srcId="{4413368B-ACCA-469B-9D0E-1FEFC4075FB0}" destId="{AE508BEB-62F7-4273-AFD9-13F02568DD39}" srcOrd="5" destOrd="0" presId="urn:microsoft.com/office/officeart/2005/8/layout/hProcess7"/>
    <dgm:cxn modelId="{00C89B0D-8505-4346-8FD7-227037ADCFE3}" type="presParOf" srcId="{4413368B-ACCA-469B-9D0E-1FEFC4075FB0}" destId="{20A68127-C095-4D4D-B36C-96BA54B85DB0}" srcOrd="6" destOrd="0" presId="urn:microsoft.com/office/officeart/2005/8/layout/hProcess7"/>
    <dgm:cxn modelId="{6CB240BA-0EB3-4EA7-B6E5-57E288261F77}" type="presParOf" srcId="{20A68127-C095-4D4D-B36C-96BA54B85DB0}" destId="{00D4E5B4-15FE-4223-8CF1-EADD9A7F1E52}" srcOrd="0" destOrd="0" presId="urn:microsoft.com/office/officeart/2005/8/layout/hProcess7"/>
    <dgm:cxn modelId="{4A40DAA1-38ED-4D14-8B2B-55F54C514308}" type="presParOf" srcId="{20A68127-C095-4D4D-B36C-96BA54B85DB0}" destId="{0B1D8E78-2B68-4C5D-9329-AB01D008FC04}" srcOrd="1" destOrd="0" presId="urn:microsoft.com/office/officeart/2005/8/layout/hProcess7"/>
    <dgm:cxn modelId="{97EB59B6-3A77-452B-9515-F39E3E51FE53}" type="presParOf" srcId="{20A68127-C095-4D4D-B36C-96BA54B85DB0}" destId="{E447F79B-3147-4AFA-97C4-CCAE6DBFF058}" srcOrd="2" destOrd="0" presId="urn:microsoft.com/office/officeart/2005/8/layout/hProcess7"/>
    <dgm:cxn modelId="{FB6FDA57-AD97-4235-AC42-CEF9AD087FC1}" type="presParOf" srcId="{4413368B-ACCA-469B-9D0E-1FEFC4075FB0}" destId="{EAB02694-BB77-4688-815D-9FF6A75A2E23}" srcOrd="7" destOrd="0" presId="urn:microsoft.com/office/officeart/2005/8/layout/hProcess7"/>
    <dgm:cxn modelId="{0F4DAAD0-F9F0-495A-AD62-9383E54C0E80}" type="presParOf" srcId="{4413368B-ACCA-469B-9D0E-1FEFC4075FB0}" destId="{897A3698-2D97-4DDC-95D9-A0BDC45706A4}" srcOrd="8" destOrd="0" presId="urn:microsoft.com/office/officeart/2005/8/layout/hProcess7"/>
    <dgm:cxn modelId="{085D1778-9D30-42EA-91AA-5081D7544DEC}" type="presParOf" srcId="{897A3698-2D97-4DDC-95D9-A0BDC45706A4}" destId="{89F889ED-FCCD-445E-BB3B-3F65B70521C8}" srcOrd="0" destOrd="0" presId="urn:microsoft.com/office/officeart/2005/8/layout/hProcess7"/>
    <dgm:cxn modelId="{8A10386D-4B73-4DCB-BC03-834471333657}" type="presParOf" srcId="{897A3698-2D97-4DDC-95D9-A0BDC45706A4}" destId="{7A9FE149-B78D-4591-8ED3-6FAE619303EF}" srcOrd="1" destOrd="0" presId="urn:microsoft.com/office/officeart/2005/8/layout/hProcess7"/>
    <dgm:cxn modelId="{A7FDCE29-4858-43DE-94BC-EF8895C28FA6}" type="presParOf" srcId="{897A3698-2D97-4DDC-95D9-A0BDC45706A4}" destId="{545B6FF8-55C8-4464-AD34-37C6C75F354E}"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12051B9-F660-41FB-9BFB-187ECABCD821}" type="doc">
      <dgm:prSet loTypeId="urn:microsoft.com/office/officeart/2005/8/layout/hProcess7" loCatId="list" qsTypeId="urn:microsoft.com/office/officeart/2005/8/quickstyle/simple1" qsCatId="simple" csTypeId="urn:microsoft.com/office/officeart/2005/8/colors/colorful1" csCatId="colorful" phldr="1"/>
      <dgm:spPr/>
      <dgm:t>
        <a:bodyPr/>
        <a:lstStyle/>
        <a:p>
          <a:endParaRPr lang="en-US"/>
        </a:p>
      </dgm:t>
    </dgm:pt>
    <dgm:pt modelId="{56D25664-E470-4423-B8A9-9B6E4F3E9501}">
      <dgm:prSet phldrT="[Text]" custT="1"/>
      <dgm:spPr/>
      <dgm:t>
        <a:bodyPr/>
        <a:lstStyle/>
        <a:p>
          <a:r>
            <a:rPr lang="en-US" sz="1800" dirty="0" smtClean="0"/>
            <a:t>Construct</a:t>
          </a:r>
          <a:endParaRPr lang="en-US" sz="1800" dirty="0"/>
        </a:p>
      </dgm:t>
    </dgm:pt>
    <dgm:pt modelId="{AE225F17-CB4A-4698-895E-495209A24EDD}" type="parTrans" cxnId="{874CAB56-E993-4BA7-B073-DD6F211AB452}">
      <dgm:prSet/>
      <dgm:spPr/>
      <dgm:t>
        <a:bodyPr/>
        <a:lstStyle/>
        <a:p>
          <a:endParaRPr lang="en-US"/>
        </a:p>
      </dgm:t>
    </dgm:pt>
    <dgm:pt modelId="{0513D618-905F-43E6-8DF3-0764A99732D8}" type="sibTrans" cxnId="{874CAB56-E993-4BA7-B073-DD6F211AB452}">
      <dgm:prSet/>
      <dgm:spPr/>
      <dgm:t>
        <a:bodyPr/>
        <a:lstStyle/>
        <a:p>
          <a:endParaRPr lang="en-US"/>
        </a:p>
      </dgm:t>
    </dgm:pt>
    <dgm:pt modelId="{F754AD28-8B54-47D9-83F1-8D45F35B4A81}">
      <dgm:prSet phldrT="[Text]" custT="1"/>
      <dgm:spPr/>
      <dgm:t>
        <a:bodyPr/>
        <a:lstStyle/>
        <a:p>
          <a:r>
            <a:rPr lang="en-US" sz="3200" dirty="0" smtClean="0"/>
            <a:t>City</a:t>
          </a:r>
          <a:endParaRPr lang="en-US" sz="3200" dirty="0"/>
        </a:p>
      </dgm:t>
    </dgm:pt>
    <dgm:pt modelId="{26AD8160-5FF5-41BE-AFAF-E29D66F0469B}" type="parTrans" cxnId="{C5F869C1-8FEF-4035-9EC3-FDF0092FF2C9}">
      <dgm:prSet/>
      <dgm:spPr/>
      <dgm:t>
        <a:bodyPr/>
        <a:lstStyle/>
        <a:p>
          <a:endParaRPr lang="en-US"/>
        </a:p>
      </dgm:t>
    </dgm:pt>
    <dgm:pt modelId="{BE9BECBC-F94F-4E2F-BDB2-93E8BAEBEFE7}" type="sibTrans" cxnId="{C5F869C1-8FEF-4035-9EC3-FDF0092FF2C9}">
      <dgm:prSet/>
      <dgm:spPr/>
      <dgm:t>
        <a:bodyPr/>
        <a:lstStyle/>
        <a:p>
          <a:endParaRPr lang="en-US"/>
        </a:p>
      </dgm:t>
    </dgm:pt>
    <dgm:pt modelId="{E7E09A88-A855-416A-B17D-5608BAB5F968}">
      <dgm:prSet phldrT="[Text]" custT="1"/>
      <dgm:spPr/>
      <dgm:t>
        <a:bodyPr/>
        <a:lstStyle/>
        <a:p>
          <a:r>
            <a:rPr lang="en-US" sz="1800" dirty="0" smtClean="0"/>
            <a:t>Operationalization</a:t>
          </a:r>
          <a:endParaRPr lang="en-US" sz="1800" dirty="0"/>
        </a:p>
      </dgm:t>
    </dgm:pt>
    <dgm:pt modelId="{791A9365-62E9-4724-B5DD-36351582D82E}" type="parTrans" cxnId="{955316F3-D59D-4E22-BAC5-4B54F7BE800A}">
      <dgm:prSet/>
      <dgm:spPr/>
      <dgm:t>
        <a:bodyPr/>
        <a:lstStyle/>
        <a:p>
          <a:endParaRPr lang="en-US"/>
        </a:p>
      </dgm:t>
    </dgm:pt>
    <dgm:pt modelId="{C2A5DE0A-7824-4E35-BB27-47DBE8541DB5}" type="sibTrans" cxnId="{955316F3-D59D-4E22-BAC5-4B54F7BE800A}">
      <dgm:prSet/>
      <dgm:spPr/>
      <dgm:t>
        <a:bodyPr/>
        <a:lstStyle/>
        <a:p>
          <a:endParaRPr lang="en-US"/>
        </a:p>
      </dgm:t>
    </dgm:pt>
    <dgm:pt modelId="{D264B8C8-0C74-4047-BC3D-D328ABB04B07}">
      <dgm:prSet phldrT="[Text]" phldr="1"/>
      <dgm:spPr/>
      <dgm:t>
        <a:bodyPr/>
        <a:lstStyle/>
        <a:p>
          <a:endParaRPr lang="en-US" dirty="0"/>
        </a:p>
      </dgm:t>
    </dgm:pt>
    <dgm:pt modelId="{EFE8DCE1-CB9B-44C0-BE30-595BF1898A8E}" type="parTrans" cxnId="{DB884937-1E09-49E0-BABE-97AC4679294D}">
      <dgm:prSet/>
      <dgm:spPr/>
      <dgm:t>
        <a:bodyPr/>
        <a:lstStyle/>
        <a:p>
          <a:endParaRPr lang="en-US"/>
        </a:p>
      </dgm:t>
    </dgm:pt>
    <dgm:pt modelId="{E5F6790C-BCA3-4DEC-A52E-7D738F9F57BD}" type="sibTrans" cxnId="{DB884937-1E09-49E0-BABE-97AC4679294D}">
      <dgm:prSet/>
      <dgm:spPr/>
      <dgm:t>
        <a:bodyPr/>
        <a:lstStyle/>
        <a:p>
          <a:endParaRPr lang="en-US"/>
        </a:p>
      </dgm:t>
    </dgm:pt>
    <dgm:pt modelId="{38988576-B0AA-4C1A-9619-43A386D2A929}">
      <dgm:prSet phldrT="[Text]"/>
      <dgm:spPr/>
      <dgm:t>
        <a:bodyPr/>
        <a:lstStyle/>
        <a:p>
          <a:r>
            <a:rPr lang="en-US" dirty="0" smtClean="0"/>
            <a:t>Variables and Data</a:t>
          </a:r>
          <a:endParaRPr lang="en-US" dirty="0"/>
        </a:p>
      </dgm:t>
    </dgm:pt>
    <dgm:pt modelId="{AA48F846-FDF7-46B2-8E10-A63DA435194B}" type="parTrans" cxnId="{359B345D-1425-490E-BB65-B1A59577003D}">
      <dgm:prSet/>
      <dgm:spPr/>
      <dgm:t>
        <a:bodyPr/>
        <a:lstStyle/>
        <a:p>
          <a:endParaRPr lang="en-US"/>
        </a:p>
      </dgm:t>
    </dgm:pt>
    <dgm:pt modelId="{34707D83-AD15-4F83-B9C6-839F2BAB8772}" type="sibTrans" cxnId="{359B345D-1425-490E-BB65-B1A59577003D}">
      <dgm:prSet/>
      <dgm:spPr/>
      <dgm:t>
        <a:bodyPr/>
        <a:lstStyle/>
        <a:p>
          <a:endParaRPr lang="en-US"/>
        </a:p>
      </dgm:t>
    </dgm:pt>
    <dgm:pt modelId="{1783039C-F21C-45A8-A1D1-7C275C084E3D}">
      <dgm:prSet phldrT="[Text]"/>
      <dgm:spPr/>
      <dgm:t>
        <a:bodyPr/>
        <a:lstStyle/>
        <a:p>
          <a:endParaRPr lang="en-US" dirty="0"/>
        </a:p>
      </dgm:t>
    </dgm:pt>
    <dgm:pt modelId="{F569BECA-BA1C-4C40-875B-712F7A86376F}" type="parTrans" cxnId="{E0F0A2D0-BB2E-4DC0-84B4-747BCEFEEA08}">
      <dgm:prSet/>
      <dgm:spPr/>
      <dgm:t>
        <a:bodyPr/>
        <a:lstStyle/>
        <a:p>
          <a:endParaRPr lang="en-US"/>
        </a:p>
      </dgm:t>
    </dgm:pt>
    <dgm:pt modelId="{4FB813B0-7843-48EA-BCAE-C990504F24DD}" type="sibTrans" cxnId="{E0F0A2D0-BB2E-4DC0-84B4-747BCEFEEA08}">
      <dgm:prSet/>
      <dgm:spPr/>
      <dgm:t>
        <a:bodyPr/>
        <a:lstStyle/>
        <a:p>
          <a:endParaRPr lang="en-US"/>
        </a:p>
      </dgm:t>
    </dgm:pt>
    <dgm:pt modelId="{4413368B-ACCA-469B-9D0E-1FEFC4075FB0}" type="pres">
      <dgm:prSet presAssocID="{E12051B9-F660-41FB-9BFB-187ECABCD821}" presName="Name0" presStyleCnt="0">
        <dgm:presLayoutVars>
          <dgm:dir/>
          <dgm:animLvl val="lvl"/>
          <dgm:resizeHandles val="exact"/>
        </dgm:presLayoutVars>
      </dgm:prSet>
      <dgm:spPr/>
      <dgm:t>
        <a:bodyPr/>
        <a:lstStyle/>
        <a:p>
          <a:endParaRPr lang="en-US"/>
        </a:p>
      </dgm:t>
    </dgm:pt>
    <dgm:pt modelId="{8E1BCC0E-B989-4435-8915-645304C71A64}" type="pres">
      <dgm:prSet presAssocID="{56D25664-E470-4423-B8A9-9B6E4F3E9501}" presName="compositeNode" presStyleCnt="0">
        <dgm:presLayoutVars>
          <dgm:bulletEnabled val="1"/>
        </dgm:presLayoutVars>
      </dgm:prSet>
      <dgm:spPr/>
    </dgm:pt>
    <dgm:pt modelId="{5EE1D2E5-E13B-4FA3-A68E-FA18C8AD1A1A}" type="pres">
      <dgm:prSet presAssocID="{56D25664-E470-4423-B8A9-9B6E4F3E9501}" presName="bgRect" presStyleLbl="node1" presStyleIdx="0" presStyleCnt="3"/>
      <dgm:spPr/>
      <dgm:t>
        <a:bodyPr/>
        <a:lstStyle/>
        <a:p>
          <a:endParaRPr lang="en-US"/>
        </a:p>
      </dgm:t>
    </dgm:pt>
    <dgm:pt modelId="{1F2FC209-C6F9-4BD8-BE18-C50B50281548}" type="pres">
      <dgm:prSet presAssocID="{56D25664-E470-4423-B8A9-9B6E4F3E9501}" presName="parentNode" presStyleLbl="node1" presStyleIdx="0" presStyleCnt="3">
        <dgm:presLayoutVars>
          <dgm:chMax val="0"/>
          <dgm:bulletEnabled val="1"/>
        </dgm:presLayoutVars>
      </dgm:prSet>
      <dgm:spPr/>
      <dgm:t>
        <a:bodyPr/>
        <a:lstStyle/>
        <a:p>
          <a:endParaRPr lang="en-US"/>
        </a:p>
      </dgm:t>
    </dgm:pt>
    <dgm:pt modelId="{0F07502A-98A4-4880-9779-27EA2BEB6F02}" type="pres">
      <dgm:prSet presAssocID="{56D25664-E470-4423-B8A9-9B6E4F3E9501}" presName="childNode" presStyleLbl="node1" presStyleIdx="0" presStyleCnt="3">
        <dgm:presLayoutVars>
          <dgm:bulletEnabled val="1"/>
        </dgm:presLayoutVars>
      </dgm:prSet>
      <dgm:spPr/>
      <dgm:t>
        <a:bodyPr/>
        <a:lstStyle/>
        <a:p>
          <a:endParaRPr lang="en-US"/>
        </a:p>
      </dgm:t>
    </dgm:pt>
    <dgm:pt modelId="{13ACBB4E-2F0C-4773-92A7-F091255EA962}" type="pres">
      <dgm:prSet presAssocID="{0513D618-905F-43E6-8DF3-0764A99732D8}" presName="hSp" presStyleCnt="0"/>
      <dgm:spPr/>
    </dgm:pt>
    <dgm:pt modelId="{BAD87237-2D53-4DFC-BA2E-02EC39493885}" type="pres">
      <dgm:prSet presAssocID="{0513D618-905F-43E6-8DF3-0764A99732D8}" presName="vProcSp" presStyleCnt="0"/>
      <dgm:spPr/>
    </dgm:pt>
    <dgm:pt modelId="{221F174E-2568-4C2B-B98A-B21C733FC119}" type="pres">
      <dgm:prSet presAssocID="{0513D618-905F-43E6-8DF3-0764A99732D8}" presName="vSp1" presStyleCnt="0"/>
      <dgm:spPr/>
    </dgm:pt>
    <dgm:pt modelId="{45668240-D897-4FC1-8421-6DD785B65040}" type="pres">
      <dgm:prSet presAssocID="{0513D618-905F-43E6-8DF3-0764A99732D8}" presName="simulatedConn" presStyleLbl="solidFgAcc1" presStyleIdx="0" presStyleCnt="2"/>
      <dgm:spPr/>
    </dgm:pt>
    <dgm:pt modelId="{50ECFA14-9F36-4C35-911C-A780FF037D2C}" type="pres">
      <dgm:prSet presAssocID="{0513D618-905F-43E6-8DF3-0764A99732D8}" presName="vSp2" presStyleCnt="0"/>
      <dgm:spPr/>
    </dgm:pt>
    <dgm:pt modelId="{B0CEB5DD-B27E-454F-A39C-A559A187214D}" type="pres">
      <dgm:prSet presAssocID="{0513D618-905F-43E6-8DF3-0764A99732D8}" presName="sibTrans" presStyleCnt="0"/>
      <dgm:spPr/>
    </dgm:pt>
    <dgm:pt modelId="{4BB7D377-EFD6-4B5D-AFC7-E199B4378248}" type="pres">
      <dgm:prSet presAssocID="{E7E09A88-A855-416A-B17D-5608BAB5F968}" presName="compositeNode" presStyleCnt="0">
        <dgm:presLayoutVars>
          <dgm:bulletEnabled val="1"/>
        </dgm:presLayoutVars>
      </dgm:prSet>
      <dgm:spPr/>
    </dgm:pt>
    <dgm:pt modelId="{63E694CA-EB8A-49E7-8F7E-40E9648E8D50}" type="pres">
      <dgm:prSet presAssocID="{E7E09A88-A855-416A-B17D-5608BAB5F968}" presName="bgRect" presStyleLbl="node1" presStyleIdx="1" presStyleCnt="3"/>
      <dgm:spPr/>
      <dgm:t>
        <a:bodyPr/>
        <a:lstStyle/>
        <a:p>
          <a:endParaRPr lang="en-US"/>
        </a:p>
      </dgm:t>
    </dgm:pt>
    <dgm:pt modelId="{84855266-605F-4E2F-859A-33AF21B4CC74}" type="pres">
      <dgm:prSet presAssocID="{E7E09A88-A855-416A-B17D-5608BAB5F968}" presName="parentNode" presStyleLbl="node1" presStyleIdx="1" presStyleCnt="3">
        <dgm:presLayoutVars>
          <dgm:chMax val="0"/>
          <dgm:bulletEnabled val="1"/>
        </dgm:presLayoutVars>
      </dgm:prSet>
      <dgm:spPr/>
      <dgm:t>
        <a:bodyPr/>
        <a:lstStyle/>
        <a:p>
          <a:endParaRPr lang="en-US"/>
        </a:p>
      </dgm:t>
    </dgm:pt>
    <dgm:pt modelId="{27D5C2FA-66B3-4507-8DD9-0DFEBE9E49C4}" type="pres">
      <dgm:prSet presAssocID="{E7E09A88-A855-416A-B17D-5608BAB5F968}" presName="childNode" presStyleLbl="node1" presStyleIdx="1" presStyleCnt="3">
        <dgm:presLayoutVars>
          <dgm:bulletEnabled val="1"/>
        </dgm:presLayoutVars>
      </dgm:prSet>
      <dgm:spPr/>
      <dgm:t>
        <a:bodyPr/>
        <a:lstStyle/>
        <a:p>
          <a:endParaRPr lang="en-US"/>
        </a:p>
      </dgm:t>
    </dgm:pt>
    <dgm:pt modelId="{AE508BEB-62F7-4273-AFD9-13F02568DD39}" type="pres">
      <dgm:prSet presAssocID="{C2A5DE0A-7824-4E35-BB27-47DBE8541DB5}" presName="hSp" presStyleCnt="0"/>
      <dgm:spPr/>
    </dgm:pt>
    <dgm:pt modelId="{20A68127-C095-4D4D-B36C-96BA54B85DB0}" type="pres">
      <dgm:prSet presAssocID="{C2A5DE0A-7824-4E35-BB27-47DBE8541DB5}" presName="vProcSp" presStyleCnt="0"/>
      <dgm:spPr/>
    </dgm:pt>
    <dgm:pt modelId="{00D4E5B4-15FE-4223-8CF1-EADD9A7F1E52}" type="pres">
      <dgm:prSet presAssocID="{C2A5DE0A-7824-4E35-BB27-47DBE8541DB5}" presName="vSp1" presStyleCnt="0"/>
      <dgm:spPr/>
    </dgm:pt>
    <dgm:pt modelId="{0B1D8E78-2B68-4C5D-9329-AB01D008FC04}" type="pres">
      <dgm:prSet presAssocID="{C2A5DE0A-7824-4E35-BB27-47DBE8541DB5}" presName="simulatedConn" presStyleLbl="solidFgAcc1" presStyleIdx="1" presStyleCnt="2"/>
      <dgm:spPr/>
    </dgm:pt>
    <dgm:pt modelId="{E447F79B-3147-4AFA-97C4-CCAE6DBFF058}" type="pres">
      <dgm:prSet presAssocID="{C2A5DE0A-7824-4E35-BB27-47DBE8541DB5}" presName="vSp2" presStyleCnt="0"/>
      <dgm:spPr/>
    </dgm:pt>
    <dgm:pt modelId="{EAB02694-BB77-4688-815D-9FF6A75A2E23}" type="pres">
      <dgm:prSet presAssocID="{C2A5DE0A-7824-4E35-BB27-47DBE8541DB5}" presName="sibTrans" presStyleCnt="0"/>
      <dgm:spPr/>
    </dgm:pt>
    <dgm:pt modelId="{897A3698-2D97-4DDC-95D9-A0BDC45706A4}" type="pres">
      <dgm:prSet presAssocID="{38988576-B0AA-4C1A-9619-43A386D2A929}" presName="compositeNode" presStyleCnt="0">
        <dgm:presLayoutVars>
          <dgm:bulletEnabled val="1"/>
        </dgm:presLayoutVars>
      </dgm:prSet>
      <dgm:spPr/>
    </dgm:pt>
    <dgm:pt modelId="{89F889ED-FCCD-445E-BB3B-3F65B70521C8}" type="pres">
      <dgm:prSet presAssocID="{38988576-B0AA-4C1A-9619-43A386D2A929}" presName="bgRect" presStyleLbl="node1" presStyleIdx="2" presStyleCnt="3"/>
      <dgm:spPr/>
      <dgm:t>
        <a:bodyPr/>
        <a:lstStyle/>
        <a:p>
          <a:endParaRPr lang="en-US"/>
        </a:p>
      </dgm:t>
    </dgm:pt>
    <dgm:pt modelId="{7A9FE149-B78D-4591-8ED3-6FAE619303EF}" type="pres">
      <dgm:prSet presAssocID="{38988576-B0AA-4C1A-9619-43A386D2A929}" presName="parentNode" presStyleLbl="node1" presStyleIdx="2" presStyleCnt="3">
        <dgm:presLayoutVars>
          <dgm:chMax val="0"/>
          <dgm:bulletEnabled val="1"/>
        </dgm:presLayoutVars>
      </dgm:prSet>
      <dgm:spPr/>
      <dgm:t>
        <a:bodyPr/>
        <a:lstStyle/>
        <a:p>
          <a:endParaRPr lang="en-US"/>
        </a:p>
      </dgm:t>
    </dgm:pt>
    <dgm:pt modelId="{545B6FF8-55C8-4464-AD34-37C6C75F354E}" type="pres">
      <dgm:prSet presAssocID="{38988576-B0AA-4C1A-9619-43A386D2A929}" presName="childNode" presStyleLbl="node1" presStyleIdx="2" presStyleCnt="3">
        <dgm:presLayoutVars>
          <dgm:bulletEnabled val="1"/>
        </dgm:presLayoutVars>
      </dgm:prSet>
      <dgm:spPr/>
      <dgm:t>
        <a:bodyPr/>
        <a:lstStyle/>
        <a:p>
          <a:endParaRPr lang="en-US"/>
        </a:p>
      </dgm:t>
    </dgm:pt>
  </dgm:ptLst>
  <dgm:cxnLst>
    <dgm:cxn modelId="{874CAB56-E993-4BA7-B073-DD6F211AB452}" srcId="{E12051B9-F660-41FB-9BFB-187ECABCD821}" destId="{56D25664-E470-4423-B8A9-9B6E4F3E9501}" srcOrd="0" destOrd="0" parTransId="{AE225F17-CB4A-4698-895E-495209A24EDD}" sibTransId="{0513D618-905F-43E6-8DF3-0764A99732D8}"/>
    <dgm:cxn modelId="{C5F869C1-8FEF-4035-9EC3-FDF0092FF2C9}" srcId="{56D25664-E470-4423-B8A9-9B6E4F3E9501}" destId="{F754AD28-8B54-47D9-83F1-8D45F35B4A81}" srcOrd="0" destOrd="0" parTransId="{26AD8160-5FF5-41BE-AFAF-E29D66F0469B}" sibTransId="{BE9BECBC-F94F-4E2F-BDB2-93E8BAEBEFE7}"/>
    <dgm:cxn modelId="{846A0355-F2CE-4EB4-8DA9-D31767F64D80}" type="presOf" srcId="{E12051B9-F660-41FB-9BFB-187ECABCD821}" destId="{4413368B-ACCA-469B-9D0E-1FEFC4075FB0}" srcOrd="0" destOrd="0" presId="urn:microsoft.com/office/officeart/2005/8/layout/hProcess7"/>
    <dgm:cxn modelId="{0C085BD3-56BD-4E72-9F41-493BC83D4988}" type="presOf" srcId="{1783039C-F21C-45A8-A1D1-7C275C084E3D}" destId="{545B6FF8-55C8-4464-AD34-37C6C75F354E}" srcOrd="0" destOrd="0" presId="urn:microsoft.com/office/officeart/2005/8/layout/hProcess7"/>
    <dgm:cxn modelId="{B267EDD0-E9C3-40E2-A02F-8F2E23BDFFB8}" type="presOf" srcId="{E7E09A88-A855-416A-B17D-5608BAB5F968}" destId="{84855266-605F-4E2F-859A-33AF21B4CC74}" srcOrd="1" destOrd="0" presId="urn:microsoft.com/office/officeart/2005/8/layout/hProcess7"/>
    <dgm:cxn modelId="{359B345D-1425-490E-BB65-B1A59577003D}" srcId="{E12051B9-F660-41FB-9BFB-187ECABCD821}" destId="{38988576-B0AA-4C1A-9619-43A386D2A929}" srcOrd="2" destOrd="0" parTransId="{AA48F846-FDF7-46B2-8E10-A63DA435194B}" sibTransId="{34707D83-AD15-4F83-B9C6-839F2BAB8772}"/>
    <dgm:cxn modelId="{86333582-FF23-41F6-8282-EBACF325B294}" type="presOf" srcId="{56D25664-E470-4423-B8A9-9B6E4F3E9501}" destId="{5EE1D2E5-E13B-4FA3-A68E-FA18C8AD1A1A}" srcOrd="0" destOrd="0" presId="urn:microsoft.com/office/officeart/2005/8/layout/hProcess7"/>
    <dgm:cxn modelId="{5600036E-F944-4456-8734-48894D705AE6}" type="presOf" srcId="{38988576-B0AA-4C1A-9619-43A386D2A929}" destId="{89F889ED-FCCD-445E-BB3B-3F65B70521C8}" srcOrd="0" destOrd="0" presId="urn:microsoft.com/office/officeart/2005/8/layout/hProcess7"/>
    <dgm:cxn modelId="{955316F3-D59D-4E22-BAC5-4B54F7BE800A}" srcId="{E12051B9-F660-41FB-9BFB-187ECABCD821}" destId="{E7E09A88-A855-416A-B17D-5608BAB5F968}" srcOrd="1" destOrd="0" parTransId="{791A9365-62E9-4724-B5DD-36351582D82E}" sibTransId="{C2A5DE0A-7824-4E35-BB27-47DBE8541DB5}"/>
    <dgm:cxn modelId="{70636453-53E7-4C45-A69B-793DC6A00913}" type="presOf" srcId="{E7E09A88-A855-416A-B17D-5608BAB5F968}" destId="{63E694CA-EB8A-49E7-8F7E-40E9648E8D50}" srcOrd="0" destOrd="0" presId="urn:microsoft.com/office/officeart/2005/8/layout/hProcess7"/>
    <dgm:cxn modelId="{30F696CA-071B-474D-A34F-E0DC681B3E8E}" type="presOf" srcId="{F754AD28-8B54-47D9-83F1-8D45F35B4A81}" destId="{0F07502A-98A4-4880-9779-27EA2BEB6F02}" srcOrd="0" destOrd="0" presId="urn:microsoft.com/office/officeart/2005/8/layout/hProcess7"/>
    <dgm:cxn modelId="{4E0C14B0-C117-47B4-8CA4-F22EFF3F3287}" type="presOf" srcId="{D264B8C8-0C74-4047-BC3D-D328ABB04B07}" destId="{27D5C2FA-66B3-4507-8DD9-0DFEBE9E49C4}" srcOrd="0" destOrd="0" presId="urn:microsoft.com/office/officeart/2005/8/layout/hProcess7"/>
    <dgm:cxn modelId="{DB884937-1E09-49E0-BABE-97AC4679294D}" srcId="{E7E09A88-A855-416A-B17D-5608BAB5F968}" destId="{D264B8C8-0C74-4047-BC3D-D328ABB04B07}" srcOrd="0" destOrd="0" parTransId="{EFE8DCE1-CB9B-44C0-BE30-595BF1898A8E}" sibTransId="{E5F6790C-BCA3-4DEC-A52E-7D738F9F57BD}"/>
    <dgm:cxn modelId="{B9ACFF5E-19D2-42CD-8F69-30287C02FF3C}" type="presOf" srcId="{38988576-B0AA-4C1A-9619-43A386D2A929}" destId="{7A9FE149-B78D-4591-8ED3-6FAE619303EF}" srcOrd="1" destOrd="0" presId="urn:microsoft.com/office/officeart/2005/8/layout/hProcess7"/>
    <dgm:cxn modelId="{9B1BF8FA-CB63-4575-9457-0CB9BFE5E140}" type="presOf" srcId="{56D25664-E470-4423-B8A9-9B6E4F3E9501}" destId="{1F2FC209-C6F9-4BD8-BE18-C50B50281548}" srcOrd="1" destOrd="0" presId="urn:microsoft.com/office/officeart/2005/8/layout/hProcess7"/>
    <dgm:cxn modelId="{E0F0A2D0-BB2E-4DC0-84B4-747BCEFEEA08}" srcId="{38988576-B0AA-4C1A-9619-43A386D2A929}" destId="{1783039C-F21C-45A8-A1D1-7C275C084E3D}" srcOrd="0" destOrd="0" parTransId="{F569BECA-BA1C-4C40-875B-712F7A86376F}" sibTransId="{4FB813B0-7843-48EA-BCAE-C990504F24DD}"/>
    <dgm:cxn modelId="{36456D39-5280-4333-8C06-91FB460A29B9}" type="presParOf" srcId="{4413368B-ACCA-469B-9D0E-1FEFC4075FB0}" destId="{8E1BCC0E-B989-4435-8915-645304C71A64}" srcOrd="0" destOrd="0" presId="urn:microsoft.com/office/officeart/2005/8/layout/hProcess7"/>
    <dgm:cxn modelId="{8B6E8928-FBF4-4D67-A8A6-65A6854AABC7}" type="presParOf" srcId="{8E1BCC0E-B989-4435-8915-645304C71A64}" destId="{5EE1D2E5-E13B-4FA3-A68E-FA18C8AD1A1A}" srcOrd="0" destOrd="0" presId="urn:microsoft.com/office/officeart/2005/8/layout/hProcess7"/>
    <dgm:cxn modelId="{12019D09-BEF7-478B-A30B-93EB4C4C9725}" type="presParOf" srcId="{8E1BCC0E-B989-4435-8915-645304C71A64}" destId="{1F2FC209-C6F9-4BD8-BE18-C50B50281548}" srcOrd="1" destOrd="0" presId="urn:microsoft.com/office/officeart/2005/8/layout/hProcess7"/>
    <dgm:cxn modelId="{DE5D7836-302D-4F5D-863E-99C8C392A527}" type="presParOf" srcId="{8E1BCC0E-B989-4435-8915-645304C71A64}" destId="{0F07502A-98A4-4880-9779-27EA2BEB6F02}" srcOrd="2" destOrd="0" presId="urn:microsoft.com/office/officeart/2005/8/layout/hProcess7"/>
    <dgm:cxn modelId="{1B588293-4355-4EC0-A19A-A4961014F2E1}" type="presParOf" srcId="{4413368B-ACCA-469B-9D0E-1FEFC4075FB0}" destId="{13ACBB4E-2F0C-4773-92A7-F091255EA962}" srcOrd="1" destOrd="0" presId="urn:microsoft.com/office/officeart/2005/8/layout/hProcess7"/>
    <dgm:cxn modelId="{5C35080C-2BBF-4A1B-97F9-7D9305B42B54}" type="presParOf" srcId="{4413368B-ACCA-469B-9D0E-1FEFC4075FB0}" destId="{BAD87237-2D53-4DFC-BA2E-02EC39493885}" srcOrd="2" destOrd="0" presId="urn:microsoft.com/office/officeart/2005/8/layout/hProcess7"/>
    <dgm:cxn modelId="{A69C22AE-148E-4244-8032-BA4F96B5B7C3}" type="presParOf" srcId="{BAD87237-2D53-4DFC-BA2E-02EC39493885}" destId="{221F174E-2568-4C2B-B98A-B21C733FC119}" srcOrd="0" destOrd="0" presId="urn:microsoft.com/office/officeart/2005/8/layout/hProcess7"/>
    <dgm:cxn modelId="{0A1483A8-354C-4C67-A783-F7E09589ADA6}" type="presParOf" srcId="{BAD87237-2D53-4DFC-BA2E-02EC39493885}" destId="{45668240-D897-4FC1-8421-6DD785B65040}" srcOrd="1" destOrd="0" presId="urn:microsoft.com/office/officeart/2005/8/layout/hProcess7"/>
    <dgm:cxn modelId="{DD433462-1CB1-4D4B-85B7-9EB73387DBD1}" type="presParOf" srcId="{BAD87237-2D53-4DFC-BA2E-02EC39493885}" destId="{50ECFA14-9F36-4C35-911C-A780FF037D2C}" srcOrd="2" destOrd="0" presId="urn:microsoft.com/office/officeart/2005/8/layout/hProcess7"/>
    <dgm:cxn modelId="{65B847FD-CD98-4081-9661-2FB959031E73}" type="presParOf" srcId="{4413368B-ACCA-469B-9D0E-1FEFC4075FB0}" destId="{B0CEB5DD-B27E-454F-A39C-A559A187214D}" srcOrd="3" destOrd="0" presId="urn:microsoft.com/office/officeart/2005/8/layout/hProcess7"/>
    <dgm:cxn modelId="{9FCB1850-9995-435F-B320-BA56830990F2}" type="presParOf" srcId="{4413368B-ACCA-469B-9D0E-1FEFC4075FB0}" destId="{4BB7D377-EFD6-4B5D-AFC7-E199B4378248}" srcOrd="4" destOrd="0" presId="urn:microsoft.com/office/officeart/2005/8/layout/hProcess7"/>
    <dgm:cxn modelId="{3B090F4B-D477-44A4-91CE-09101D8EC94C}" type="presParOf" srcId="{4BB7D377-EFD6-4B5D-AFC7-E199B4378248}" destId="{63E694CA-EB8A-49E7-8F7E-40E9648E8D50}" srcOrd="0" destOrd="0" presId="urn:microsoft.com/office/officeart/2005/8/layout/hProcess7"/>
    <dgm:cxn modelId="{9BBB9526-C0E8-4C4F-B645-116273401389}" type="presParOf" srcId="{4BB7D377-EFD6-4B5D-AFC7-E199B4378248}" destId="{84855266-605F-4E2F-859A-33AF21B4CC74}" srcOrd="1" destOrd="0" presId="urn:microsoft.com/office/officeart/2005/8/layout/hProcess7"/>
    <dgm:cxn modelId="{2F08140D-A41F-4ECA-BFCA-BBCFFBE1C03F}" type="presParOf" srcId="{4BB7D377-EFD6-4B5D-AFC7-E199B4378248}" destId="{27D5C2FA-66B3-4507-8DD9-0DFEBE9E49C4}" srcOrd="2" destOrd="0" presId="urn:microsoft.com/office/officeart/2005/8/layout/hProcess7"/>
    <dgm:cxn modelId="{6EE4D2FF-EDD0-458D-A76B-C12D79F9D635}" type="presParOf" srcId="{4413368B-ACCA-469B-9D0E-1FEFC4075FB0}" destId="{AE508BEB-62F7-4273-AFD9-13F02568DD39}" srcOrd="5" destOrd="0" presId="urn:microsoft.com/office/officeart/2005/8/layout/hProcess7"/>
    <dgm:cxn modelId="{AF9618B2-B8FD-4F60-99A1-A5A71F67CC59}" type="presParOf" srcId="{4413368B-ACCA-469B-9D0E-1FEFC4075FB0}" destId="{20A68127-C095-4D4D-B36C-96BA54B85DB0}" srcOrd="6" destOrd="0" presId="urn:microsoft.com/office/officeart/2005/8/layout/hProcess7"/>
    <dgm:cxn modelId="{52C4DB0A-7270-4824-9E1F-1B4D63133329}" type="presParOf" srcId="{20A68127-C095-4D4D-B36C-96BA54B85DB0}" destId="{00D4E5B4-15FE-4223-8CF1-EADD9A7F1E52}" srcOrd="0" destOrd="0" presId="urn:microsoft.com/office/officeart/2005/8/layout/hProcess7"/>
    <dgm:cxn modelId="{300D4047-E91D-4769-865D-2BF453DF2F65}" type="presParOf" srcId="{20A68127-C095-4D4D-B36C-96BA54B85DB0}" destId="{0B1D8E78-2B68-4C5D-9329-AB01D008FC04}" srcOrd="1" destOrd="0" presId="urn:microsoft.com/office/officeart/2005/8/layout/hProcess7"/>
    <dgm:cxn modelId="{FDD64055-524A-41D7-ABE9-E9A8223022BB}" type="presParOf" srcId="{20A68127-C095-4D4D-B36C-96BA54B85DB0}" destId="{E447F79B-3147-4AFA-97C4-CCAE6DBFF058}" srcOrd="2" destOrd="0" presId="urn:microsoft.com/office/officeart/2005/8/layout/hProcess7"/>
    <dgm:cxn modelId="{7096C061-92D0-4AE3-82C8-9B0187E77C73}" type="presParOf" srcId="{4413368B-ACCA-469B-9D0E-1FEFC4075FB0}" destId="{EAB02694-BB77-4688-815D-9FF6A75A2E23}" srcOrd="7" destOrd="0" presId="urn:microsoft.com/office/officeart/2005/8/layout/hProcess7"/>
    <dgm:cxn modelId="{F9BCC103-0602-4DD9-BE7A-7E6C5B7DF6A6}" type="presParOf" srcId="{4413368B-ACCA-469B-9D0E-1FEFC4075FB0}" destId="{897A3698-2D97-4DDC-95D9-A0BDC45706A4}" srcOrd="8" destOrd="0" presId="urn:microsoft.com/office/officeart/2005/8/layout/hProcess7"/>
    <dgm:cxn modelId="{2DC273F9-839B-49E8-81C8-8152C56CAB79}" type="presParOf" srcId="{897A3698-2D97-4DDC-95D9-A0BDC45706A4}" destId="{89F889ED-FCCD-445E-BB3B-3F65B70521C8}" srcOrd="0" destOrd="0" presId="urn:microsoft.com/office/officeart/2005/8/layout/hProcess7"/>
    <dgm:cxn modelId="{069C7A69-99DD-43E1-AB95-CC765D3DDE6D}" type="presParOf" srcId="{897A3698-2D97-4DDC-95D9-A0BDC45706A4}" destId="{7A9FE149-B78D-4591-8ED3-6FAE619303EF}" srcOrd="1" destOrd="0" presId="urn:microsoft.com/office/officeart/2005/8/layout/hProcess7"/>
    <dgm:cxn modelId="{0D94ED7D-610C-47CC-A271-CE4775ED980A}" type="presParOf" srcId="{897A3698-2D97-4DDC-95D9-A0BDC45706A4}" destId="{545B6FF8-55C8-4464-AD34-37C6C75F354E}"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F574F-C00C-419E-B294-5B62392995ED}">
      <dsp:nvSpPr>
        <dsp:cNvPr id="0" name=""/>
        <dsp:cNvSpPr/>
      </dsp:nvSpPr>
      <dsp:spPr>
        <a:xfrm rot="10800000">
          <a:off x="1585054" y="52"/>
          <a:ext cx="5776722" cy="520062"/>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333" tIns="91440" rIns="170688" bIns="91440" numCol="1" spcCol="1270" anchor="ctr" anchorCtr="0">
          <a:noAutofit/>
        </a:bodyPr>
        <a:lstStyle/>
        <a:p>
          <a:pPr lvl="0" algn="l" defTabSz="1066800">
            <a:lnSpc>
              <a:spcPct val="90000"/>
            </a:lnSpc>
            <a:spcBef>
              <a:spcPct val="0"/>
            </a:spcBef>
            <a:spcAft>
              <a:spcPct val="35000"/>
            </a:spcAft>
          </a:pPr>
          <a:r>
            <a:rPr lang="en-US" sz="2400" kern="1200" dirty="0" smtClean="0"/>
            <a:t>Significance and Importance</a:t>
          </a:r>
          <a:endParaRPr lang="en-US" sz="2400" kern="1200" dirty="0"/>
        </a:p>
      </dsp:txBody>
      <dsp:txXfrm rot="10800000">
        <a:off x="1715069" y="52"/>
        <a:ext cx="5646707" cy="520062"/>
      </dsp:txXfrm>
    </dsp:sp>
    <dsp:sp modelId="{6965332F-1952-481F-843C-8D6A4017949F}">
      <dsp:nvSpPr>
        <dsp:cNvPr id="0" name=""/>
        <dsp:cNvSpPr/>
      </dsp:nvSpPr>
      <dsp:spPr>
        <a:xfrm>
          <a:off x="1325023" y="52"/>
          <a:ext cx="520062" cy="520062"/>
        </a:xfrm>
        <a:prstGeom prst="ellipse">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BEEAC4-E6ED-4176-A3A0-0FC265993473}">
      <dsp:nvSpPr>
        <dsp:cNvPr id="0" name=""/>
        <dsp:cNvSpPr/>
      </dsp:nvSpPr>
      <dsp:spPr>
        <a:xfrm rot="10800000">
          <a:off x="1585054" y="675357"/>
          <a:ext cx="5776722" cy="520062"/>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333" tIns="91440" rIns="170688" bIns="91440" numCol="1" spcCol="1270" anchor="ctr" anchorCtr="0">
          <a:noAutofit/>
        </a:bodyPr>
        <a:lstStyle/>
        <a:p>
          <a:pPr lvl="0" algn="l" defTabSz="1066800">
            <a:lnSpc>
              <a:spcPct val="90000"/>
            </a:lnSpc>
            <a:spcBef>
              <a:spcPct val="0"/>
            </a:spcBef>
            <a:spcAft>
              <a:spcPct val="35000"/>
            </a:spcAft>
          </a:pPr>
          <a:r>
            <a:rPr lang="en-US" sz="2400" kern="1200" dirty="0" smtClean="0"/>
            <a:t>Literature Review</a:t>
          </a:r>
        </a:p>
      </dsp:txBody>
      <dsp:txXfrm rot="10800000">
        <a:off x="1715069" y="675357"/>
        <a:ext cx="5646707" cy="520062"/>
      </dsp:txXfrm>
    </dsp:sp>
    <dsp:sp modelId="{41043DCC-E95D-45E8-A50A-2765152EF6D5}">
      <dsp:nvSpPr>
        <dsp:cNvPr id="0" name=""/>
        <dsp:cNvSpPr/>
      </dsp:nvSpPr>
      <dsp:spPr>
        <a:xfrm>
          <a:off x="1325023" y="675357"/>
          <a:ext cx="520062" cy="520062"/>
        </a:xfrm>
        <a:prstGeom prst="ellipse">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83C161-7CE7-4FBE-A65B-AA864FAF26B5}">
      <dsp:nvSpPr>
        <dsp:cNvPr id="0" name=""/>
        <dsp:cNvSpPr/>
      </dsp:nvSpPr>
      <dsp:spPr>
        <a:xfrm rot="10800000">
          <a:off x="1585054" y="1350663"/>
          <a:ext cx="5776722" cy="520062"/>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333" tIns="91440" rIns="170688" bIns="91440" numCol="1" spcCol="1270" anchor="ctr" anchorCtr="0">
          <a:noAutofit/>
        </a:bodyPr>
        <a:lstStyle/>
        <a:p>
          <a:pPr lvl="0" algn="l" defTabSz="1066800">
            <a:lnSpc>
              <a:spcPct val="90000"/>
            </a:lnSpc>
            <a:spcBef>
              <a:spcPct val="0"/>
            </a:spcBef>
            <a:spcAft>
              <a:spcPct val="35000"/>
            </a:spcAft>
          </a:pPr>
          <a:r>
            <a:rPr lang="en-US" sz="2400" kern="1200" dirty="0" smtClean="0"/>
            <a:t>Research Questions and Hypotheses</a:t>
          </a:r>
          <a:endParaRPr lang="en-US" sz="2400" kern="1200" dirty="0"/>
        </a:p>
      </dsp:txBody>
      <dsp:txXfrm rot="10800000">
        <a:off x="1715069" y="1350663"/>
        <a:ext cx="5646707" cy="520062"/>
      </dsp:txXfrm>
    </dsp:sp>
    <dsp:sp modelId="{36AFC75F-A2DE-4365-8B77-BD5E3C0C770E}">
      <dsp:nvSpPr>
        <dsp:cNvPr id="0" name=""/>
        <dsp:cNvSpPr/>
      </dsp:nvSpPr>
      <dsp:spPr>
        <a:xfrm>
          <a:off x="1325023" y="1350663"/>
          <a:ext cx="520062" cy="520062"/>
        </a:xfrm>
        <a:prstGeom prst="ellipse">
          <a:avLst/>
        </a:prstGeom>
        <a:solidFill>
          <a:schemeClr val="accent4">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12E7C1-5E4D-4B07-A5A4-1C7C1EF6A566}">
      <dsp:nvSpPr>
        <dsp:cNvPr id="0" name=""/>
        <dsp:cNvSpPr/>
      </dsp:nvSpPr>
      <dsp:spPr>
        <a:xfrm rot="10800000">
          <a:off x="1585054" y="2025968"/>
          <a:ext cx="5776722" cy="520062"/>
        </a:xfrm>
        <a:prstGeom prst="homePlat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333" tIns="91440" rIns="170688" bIns="91440" numCol="1" spcCol="1270" anchor="ctr" anchorCtr="0">
          <a:noAutofit/>
        </a:bodyPr>
        <a:lstStyle/>
        <a:p>
          <a:pPr lvl="0" algn="l" defTabSz="1066800">
            <a:lnSpc>
              <a:spcPct val="90000"/>
            </a:lnSpc>
            <a:spcBef>
              <a:spcPct val="0"/>
            </a:spcBef>
            <a:spcAft>
              <a:spcPct val="35000"/>
            </a:spcAft>
          </a:pPr>
          <a:r>
            <a:rPr lang="en-US" sz="2400" kern="1200" dirty="0" smtClean="0"/>
            <a:t>Methodology and Data</a:t>
          </a:r>
        </a:p>
      </dsp:txBody>
      <dsp:txXfrm rot="10800000">
        <a:off x="1715069" y="2025968"/>
        <a:ext cx="5646707" cy="520062"/>
      </dsp:txXfrm>
    </dsp:sp>
    <dsp:sp modelId="{5B18C8C6-A1CA-45A7-9C87-F683F0C663F3}">
      <dsp:nvSpPr>
        <dsp:cNvPr id="0" name=""/>
        <dsp:cNvSpPr/>
      </dsp:nvSpPr>
      <dsp:spPr>
        <a:xfrm>
          <a:off x="1325023" y="2025968"/>
          <a:ext cx="520062" cy="520062"/>
        </a:xfrm>
        <a:prstGeom prst="ellipse">
          <a:avLst/>
        </a:prstGeom>
        <a:solidFill>
          <a:schemeClr val="accent5">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4D4CFD-B51F-4EF3-BA49-144E2D33D50E}">
      <dsp:nvSpPr>
        <dsp:cNvPr id="0" name=""/>
        <dsp:cNvSpPr/>
      </dsp:nvSpPr>
      <dsp:spPr>
        <a:xfrm rot="10800000">
          <a:off x="1585054" y="2701274"/>
          <a:ext cx="5776722" cy="520062"/>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333" tIns="91440" rIns="170688" bIns="91440" numCol="1" spcCol="1270" anchor="ctr" anchorCtr="0">
          <a:noAutofit/>
        </a:bodyPr>
        <a:lstStyle/>
        <a:p>
          <a:pPr lvl="0" algn="l" defTabSz="1066800">
            <a:lnSpc>
              <a:spcPct val="90000"/>
            </a:lnSpc>
            <a:spcBef>
              <a:spcPct val="0"/>
            </a:spcBef>
            <a:spcAft>
              <a:spcPct val="35000"/>
            </a:spcAft>
          </a:pPr>
          <a:r>
            <a:rPr lang="en-US" sz="2400" kern="1200" dirty="0" smtClean="0"/>
            <a:t>Analysis</a:t>
          </a:r>
        </a:p>
      </dsp:txBody>
      <dsp:txXfrm rot="10800000">
        <a:off x="1715069" y="2701274"/>
        <a:ext cx="5646707" cy="520062"/>
      </dsp:txXfrm>
    </dsp:sp>
    <dsp:sp modelId="{F713E425-6E59-482E-AFB2-1B507E620CC6}">
      <dsp:nvSpPr>
        <dsp:cNvPr id="0" name=""/>
        <dsp:cNvSpPr/>
      </dsp:nvSpPr>
      <dsp:spPr>
        <a:xfrm>
          <a:off x="1325023" y="2701274"/>
          <a:ext cx="520062" cy="520062"/>
        </a:xfrm>
        <a:prstGeom prst="ellipse">
          <a:avLst/>
        </a:prstGeom>
        <a:solidFill>
          <a:schemeClr val="accent6">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AA00FE8-242B-4888-A53F-D09E1E67898D}">
      <dsp:nvSpPr>
        <dsp:cNvPr id="0" name=""/>
        <dsp:cNvSpPr/>
      </dsp:nvSpPr>
      <dsp:spPr>
        <a:xfrm rot="10800000">
          <a:off x="1585054" y="3376579"/>
          <a:ext cx="5776722" cy="520062"/>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333" tIns="91440" rIns="170688" bIns="91440" numCol="1" spcCol="1270" anchor="ctr" anchorCtr="0">
          <a:noAutofit/>
        </a:bodyPr>
        <a:lstStyle/>
        <a:p>
          <a:pPr lvl="0" algn="l" defTabSz="1066800">
            <a:lnSpc>
              <a:spcPct val="90000"/>
            </a:lnSpc>
            <a:spcBef>
              <a:spcPct val="0"/>
            </a:spcBef>
            <a:spcAft>
              <a:spcPct val="35000"/>
            </a:spcAft>
          </a:pPr>
          <a:r>
            <a:rPr lang="en-US" sz="2400" kern="1200" dirty="0" smtClean="0"/>
            <a:t>Limitations and Future Study</a:t>
          </a:r>
        </a:p>
      </dsp:txBody>
      <dsp:txXfrm rot="10800000">
        <a:off x="1715069" y="3376579"/>
        <a:ext cx="5646707" cy="520062"/>
      </dsp:txXfrm>
    </dsp:sp>
    <dsp:sp modelId="{DAE632EB-9F97-4011-9001-B1C353BB1361}">
      <dsp:nvSpPr>
        <dsp:cNvPr id="0" name=""/>
        <dsp:cNvSpPr/>
      </dsp:nvSpPr>
      <dsp:spPr>
        <a:xfrm>
          <a:off x="1325023" y="3376579"/>
          <a:ext cx="520062" cy="520062"/>
        </a:xfrm>
        <a:prstGeom prst="ellipse">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AD7040-8FDD-4828-AED6-4F3F2F03D583}">
      <dsp:nvSpPr>
        <dsp:cNvPr id="0" name=""/>
        <dsp:cNvSpPr/>
      </dsp:nvSpPr>
      <dsp:spPr>
        <a:xfrm rot="10800000">
          <a:off x="1585054" y="4051884"/>
          <a:ext cx="5776722" cy="520062"/>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333" tIns="91440" rIns="170688" bIns="91440" numCol="1" spcCol="1270" anchor="ctr" anchorCtr="0">
          <a:noAutofit/>
        </a:bodyPr>
        <a:lstStyle/>
        <a:p>
          <a:pPr lvl="0" algn="l" defTabSz="1066800">
            <a:lnSpc>
              <a:spcPct val="90000"/>
            </a:lnSpc>
            <a:spcBef>
              <a:spcPct val="0"/>
            </a:spcBef>
            <a:spcAft>
              <a:spcPct val="35000"/>
            </a:spcAft>
          </a:pPr>
          <a:r>
            <a:rPr lang="en-US" sz="2400" kern="1200" dirty="0" smtClean="0"/>
            <a:t>Open Discussion</a:t>
          </a:r>
        </a:p>
      </dsp:txBody>
      <dsp:txXfrm rot="10800000">
        <a:off x="1715069" y="4051884"/>
        <a:ext cx="5646707" cy="520062"/>
      </dsp:txXfrm>
    </dsp:sp>
    <dsp:sp modelId="{F5FF08DC-DB0C-4B35-B1F2-CF437C4987AF}">
      <dsp:nvSpPr>
        <dsp:cNvPr id="0" name=""/>
        <dsp:cNvSpPr/>
      </dsp:nvSpPr>
      <dsp:spPr>
        <a:xfrm>
          <a:off x="1325023" y="4051884"/>
          <a:ext cx="520062" cy="520062"/>
        </a:xfrm>
        <a:prstGeom prst="ellipse">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1917700"/>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Construct</a:t>
          </a:r>
          <a:endParaRPr lang="en-US" sz="2500" kern="1200" dirty="0"/>
        </a:p>
      </dsp:txBody>
      <dsp:txXfrm rot="16200000">
        <a:off x="-493729" y="494408"/>
        <a:ext cx="1572514" cy="583697"/>
      </dsp:txXfrm>
    </dsp:sp>
    <dsp:sp modelId="{0F07502A-98A4-4880-9779-27EA2BEB6F02}">
      <dsp:nvSpPr>
        <dsp:cNvPr id="0" name=""/>
        <dsp:cNvSpPr/>
      </dsp:nvSpPr>
      <dsp:spPr>
        <a:xfrm>
          <a:off x="584376"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6873" rIns="0" bIns="0" numCol="1" spcCol="1270" anchor="t" anchorCtr="0">
          <a:noAutofit/>
        </a:bodyPr>
        <a:lstStyle/>
        <a:p>
          <a:pPr lvl="0" algn="l" defTabSz="1644650">
            <a:lnSpc>
              <a:spcPct val="90000"/>
            </a:lnSpc>
            <a:spcBef>
              <a:spcPct val="0"/>
            </a:spcBef>
            <a:spcAft>
              <a:spcPct val="35000"/>
            </a:spcAft>
          </a:pPr>
          <a:r>
            <a:rPr lang="en-US" sz="3700" kern="1200" dirty="0" smtClean="0"/>
            <a:t>Technology</a:t>
          </a:r>
          <a:endParaRPr lang="en-US" sz="3700" kern="1200" dirty="0"/>
        </a:p>
      </dsp:txBody>
      <dsp:txXfrm>
        <a:off x="584376" y="0"/>
        <a:ext cx="2174274" cy="1917700"/>
      </dsp:txXfrm>
    </dsp:sp>
    <dsp:sp modelId="{CB5EA34A-627A-4C1F-96E3-4088D2A98FDD}">
      <dsp:nvSpPr>
        <dsp:cNvPr id="0" name=""/>
        <dsp:cNvSpPr/>
      </dsp:nvSpPr>
      <dsp:spPr>
        <a:xfrm>
          <a:off x="3021315" y="0"/>
          <a:ext cx="2918489" cy="1917700"/>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Literature</a:t>
          </a:r>
          <a:endParaRPr lang="en-US" sz="2500" kern="1200" dirty="0"/>
        </a:p>
      </dsp:txBody>
      <dsp:txXfrm rot="16200000">
        <a:off x="2526907" y="494408"/>
        <a:ext cx="1572514" cy="583697"/>
      </dsp:txXfrm>
    </dsp:sp>
    <dsp:sp modelId="{45668240-D897-4FC1-8421-6DD785B65040}">
      <dsp:nvSpPr>
        <dsp:cNvPr id="0" name=""/>
        <dsp:cNvSpPr/>
      </dsp:nvSpPr>
      <dsp:spPr>
        <a:xfrm rot="5400000">
          <a:off x="2894960" y="1425498"/>
          <a:ext cx="28189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1FE252-E5CE-40AF-AE08-799A5F741FEE}">
      <dsp:nvSpPr>
        <dsp:cNvPr id="0" name=""/>
        <dsp:cNvSpPr/>
      </dsp:nvSpPr>
      <dsp:spPr>
        <a:xfrm>
          <a:off x="3605013"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6873" rIns="0" bIns="0" numCol="1" spcCol="1270" anchor="t" anchorCtr="0">
          <a:noAutofit/>
        </a:bodyPr>
        <a:lstStyle/>
        <a:p>
          <a:pPr lvl="0" algn="l" defTabSz="1644650">
            <a:lnSpc>
              <a:spcPct val="90000"/>
            </a:lnSpc>
            <a:spcBef>
              <a:spcPct val="0"/>
            </a:spcBef>
            <a:spcAft>
              <a:spcPct val="35000"/>
            </a:spcAft>
          </a:pPr>
          <a:endParaRPr lang="en-US" sz="3700" kern="1200"/>
        </a:p>
      </dsp:txBody>
      <dsp:txXfrm>
        <a:off x="3605013" y="0"/>
        <a:ext cx="2174274" cy="1917700"/>
      </dsp:txXfrm>
    </dsp:sp>
    <dsp:sp modelId="{BBE81636-BCDD-48A0-B978-839FA7B950F8}">
      <dsp:nvSpPr>
        <dsp:cNvPr id="0" name=""/>
        <dsp:cNvSpPr/>
      </dsp:nvSpPr>
      <dsp:spPr>
        <a:xfrm>
          <a:off x="6041952" y="0"/>
          <a:ext cx="2918489" cy="1917700"/>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Limitations</a:t>
          </a:r>
          <a:endParaRPr lang="en-US" sz="2500" kern="1200" dirty="0"/>
        </a:p>
      </dsp:txBody>
      <dsp:txXfrm rot="16200000">
        <a:off x="5547544" y="494408"/>
        <a:ext cx="1572514" cy="583697"/>
      </dsp:txXfrm>
    </dsp:sp>
    <dsp:sp modelId="{BAC8B8B3-49A2-4BE7-B498-654C601FE809}">
      <dsp:nvSpPr>
        <dsp:cNvPr id="0" name=""/>
        <dsp:cNvSpPr/>
      </dsp:nvSpPr>
      <dsp:spPr>
        <a:xfrm rot="5400000">
          <a:off x="5915597" y="1425498"/>
          <a:ext cx="28189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28B23C-049C-4D7B-92D7-DD65A1003E4E}">
      <dsp:nvSpPr>
        <dsp:cNvPr id="0" name=""/>
        <dsp:cNvSpPr/>
      </dsp:nvSpPr>
      <dsp:spPr>
        <a:xfrm>
          <a:off x="6625649"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6873" rIns="0" bIns="0" numCol="1" spcCol="1270" anchor="t" anchorCtr="0">
          <a:noAutofit/>
        </a:bodyPr>
        <a:lstStyle/>
        <a:p>
          <a:pPr lvl="0" algn="l" defTabSz="1644650">
            <a:lnSpc>
              <a:spcPct val="90000"/>
            </a:lnSpc>
            <a:spcBef>
              <a:spcPct val="0"/>
            </a:spcBef>
            <a:spcAft>
              <a:spcPct val="35000"/>
            </a:spcAft>
          </a:pPr>
          <a:endParaRPr lang="en-US" sz="3700" kern="1200"/>
        </a:p>
      </dsp:txBody>
      <dsp:txXfrm>
        <a:off x="6625649" y="0"/>
        <a:ext cx="2174274" cy="1917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1917700"/>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Construct</a:t>
          </a:r>
          <a:endParaRPr lang="en-US" sz="2500" kern="1200" dirty="0"/>
        </a:p>
      </dsp:txBody>
      <dsp:txXfrm rot="16200000">
        <a:off x="-493729" y="494408"/>
        <a:ext cx="1572514" cy="583697"/>
      </dsp:txXfrm>
    </dsp:sp>
    <dsp:sp modelId="{0F07502A-98A4-4880-9779-27EA2BEB6F02}">
      <dsp:nvSpPr>
        <dsp:cNvPr id="0" name=""/>
        <dsp:cNvSpPr/>
      </dsp:nvSpPr>
      <dsp:spPr>
        <a:xfrm>
          <a:off x="584376"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3444" rIns="0" bIns="0" numCol="1" spcCol="1270" anchor="t" anchorCtr="0">
          <a:noAutofit/>
        </a:bodyPr>
        <a:lstStyle/>
        <a:p>
          <a:pPr lvl="0" algn="l" defTabSz="1600200">
            <a:lnSpc>
              <a:spcPct val="90000"/>
            </a:lnSpc>
            <a:spcBef>
              <a:spcPct val="0"/>
            </a:spcBef>
            <a:spcAft>
              <a:spcPct val="35000"/>
            </a:spcAft>
          </a:pPr>
          <a:r>
            <a:rPr lang="en-US" sz="3600" kern="1200" dirty="0" smtClean="0"/>
            <a:t>Technology Transfer</a:t>
          </a:r>
          <a:endParaRPr lang="en-US" sz="3600" kern="1200" dirty="0"/>
        </a:p>
      </dsp:txBody>
      <dsp:txXfrm>
        <a:off x="584376" y="0"/>
        <a:ext cx="2174274" cy="1917700"/>
      </dsp:txXfrm>
    </dsp:sp>
    <dsp:sp modelId="{CB5EA34A-627A-4C1F-96E3-4088D2A98FDD}">
      <dsp:nvSpPr>
        <dsp:cNvPr id="0" name=""/>
        <dsp:cNvSpPr/>
      </dsp:nvSpPr>
      <dsp:spPr>
        <a:xfrm>
          <a:off x="3021315" y="0"/>
          <a:ext cx="2918489" cy="1917700"/>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Literature</a:t>
          </a:r>
          <a:endParaRPr lang="en-US" sz="2500" kern="1200" dirty="0"/>
        </a:p>
      </dsp:txBody>
      <dsp:txXfrm rot="16200000">
        <a:off x="2526907" y="494408"/>
        <a:ext cx="1572514" cy="583697"/>
      </dsp:txXfrm>
    </dsp:sp>
    <dsp:sp modelId="{45668240-D897-4FC1-8421-6DD785B65040}">
      <dsp:nvSpPr>
        <dsp:cNvPr id="0" name=""/>
        <dsp:cNvSpPr/>
      </dsp:nvSpPr>
      <dsp:spPr>
        <a:xfrm rot="5400000">
          <a:off x="2894960" y="1425498"/>
          <a:ext cx="28189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1FE252-E5CE-40AF-AE08-799A5F741FEE}">
      <dsp:nvSpPr>
        <dsp:cNvPr id="0" name=""/>
        <dsp:cNvSpPr/>
      </dsp:nvSpPr>
      <dsp:spPr>
        <a:xfrm>
          <a:off x="3605013"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1435" rIns="0" bIns="0" numCol="1" spcCol="1270" anchor="t" anchorCtr="0">
          <a:noAutofit/>
        </a:bodyPr>
        <a:lstStyle/>
        <a:p>
          <a:pPr lvl="0" algn="l" defTabSz="666750">
            <a:lnSpc>
              <a:spcPct val="90000"/>
            </a:lnSpc>
            <a:spcBef>
              <a:spcPct val="0"/>
            </a:spcBef>
            <a:spcAft>
              <a:spcPct val="35000"/>
            </a:spcAft>
          </a:pPr>
          <a:r>
            <a:rPr lang="en-US" sz="1500" kern="1200" dirty="0" smtClean="0"/>
            <a:t>The conveyance from one person or entity to another person or entity of a capability to perform a useful task or replicate a beneficial accomplishment.</a:t>
          </a:r>
          <a:endParaRPr lang="en-US" sz="1500" kern="1200" dirty="0"/>
        </a:p>
        <a:p>
          <a:pPr lvl="0" algn="l" defTabSz="666750">
            <a:lnSpc>
              <a:spcPct val="90000"/>
            </a:lnSpc>
            <a:spcBef>
              <a:spcPct val="0"/>
            </a:spcBef>
            <a:spcAft>
              <a:spcPct val="35000"/>
            </a:spcAft>
          </a:pPr>
          <a:endParaRPr lang="en-US" sz="1500" kern="1200" dirty="0"/>
        </a:p>
      </dsp:txBody>
      <dsp:txXfrm>
        <a:off x="3605013" y="0"/>
        <a:ext cx="2174274" cy="1917700"/>
      </dsp:txXfrm>
    </dsp:sp>
    <dsp:sp modelId="{BBE81636-BCDD-48A0-B978-839FA7B950F8}">
      <dsp:nvSpPr>
        <dsp:cNvPr id="0" name=""/>
        <dsp:cNvSpPr/>
      </dsp:nvSpPr>
      <dsp:spPr>
        <a:xfrm>
          <a:off x="6041952" y="0"/>
          <a:ext cx="2918489" cy="1917700"/>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Limitations</a:t>
          </a:r>
          <a:endParaRPr lang="en-US" sz="2500" kern="1200" dirty="0"/>
        </a:p>
      </dsp:txBody>
      <dsp:txXfrm rot="16200000">
        <a:off x="5547544" y="494408"/>
        <a:ext cx="1572514" cy="583697"/>
      </dsp:txXfrm>
    </dsp:sp>
    <dsp:sp modelId="{BAC8B8B3-49A2-4BE7-B498-654C601FE809}">
      <dsp:nvSpPr>
        <dsp:cNvPr id="0" name=""/>
        <dsp:cNvSpPr/>
      </dsp:nvSpPr>
      <dsp:spPr>
        <a:xfrm rot="5400000">
          <a:off x="5915597" y="1425498"/>
          <a:ext cx="28189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28B23C-049C-4D7B-92D7-DD65A1003E4E}">
      <dsp:nvSpPr>
        <dsp:cNvPr id="0" name=""/>
        <dsp:cNvSpPr/>
      </dsp:nvSpPr>
      <dsp:spPr>
        <a:xfrm>
          <a:off x="6625649"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1435" rIns="0" bIns="0" numCol="1" spcCol="1270" anchor="t" anchorCtr="0">
          <a:noAutofit/>
        </a:bodyPr>
        <a:lstStyle/>
        <a:p>
          <a:pPr lvl="0" algn="l" defTabSz="666750">
            <a:lnSpc>
              <a:spcPct val="90000"/>
            </a:lnSpc>
            <a:spcBef>
              <a:spcPct val="0"/>
            </a:spcBef>
            <a:spcAft>
              <a:spcPct val="35000"/>
            </a:spcAft>
          </a:pPr>
          <a:endParaRPr lang="en-US" sz="1500" kern="1200"/>
        </a:p>
      </dsp:txBody>
      <dsp:txXfrm>
        <a:off x="6625649" y="0"/>
        <a:ext cx="2174274" cy="19177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1917700"/>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Construct</a:t>
          </a:r>
          <a:endParaRPr lang="en-US" sz="2500" kern="1200" dirty="0"/>
        </a:p>
      </dsp:txBody>
      <dsp:txXfrm rot="16200000">
        <a:off x="-493729" y="494408"/>
        <a:ext cx="1572514" cy="583697"/>
      </dsp:txXfrm>
    </dsp:sp>
    <dsp:sp modelId="{0F07502A-98A4-4880-9779-27EA2BEB6F02}">
      <dsp:nvSpPr>
        <dsp:cNvPr id="0" name=""/>
        <dsp:cNvSpPr/>
      </dsp:nvSpPr>
      <dsp:spPr>
        <a:xfrm>
          <a:off x="584376"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3444" rIns="0" bIns="0" numCol="1" spcCol="1270" anchor="t" anchorCtr="0">
          <a:noAutofit/>
        </a:bodyPr>
        <a:lstStyle/>
        <a:p>
          <a:pPr lvl="0" algn="l" defTabSz="1600200">
            <a:lnSpc>
              <a:spcPct val="90000"/>
            </a:lnSpc>
            <a:spcBef>
              <a:spcPct val="0"/>
            </a:spcBef>
            <a:spcAft>
              <a:spcPct val="35000"/>
            </a:spcAft>
          </a:pPr>
          <a:r>
            <a:rPr lang="en-US" sz="3600" kern="1200" dirty="0" smtClean="0"/>
            <a:t>Technology Transfer Policy</a:t>
          </a:r>
          <a:endParaRPr lang="en-US" sz="3600" kern="1200" dirty="0"/>
        </a:p>
      </dsp:txBody>
      <dsp:txXfrm>
        <a:off x="584376" y="0"/>
        <a:ext cx="2174274" cy="1917700"/>
      </dsp:txXfrm>
    </dsp:sp>
    <dsp:sp modelId="{CB5EA34A-627A-4C1F-96E3-4088D2A98FDD}">
      <dsp:nvSpPr>
        <dsp:cNvPr id="0" name=""/>
        <dsp:cNvSpPr/>
      </dsp:nvSpPr>
      <dsp:spPr>
        <a:xfrm>
          <a:off x="3021315" y="0"/>
          <a:ext cx="2918489" cy="1917700"/>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Literature</a:t>
          </a:r>
          <a:endParaRPr lang="en-US" sz="2500" kern="1200" dirty="0"/>
        </a:p>
      </dsp:txBody>
      <dsp:txXfrm rot="16200000">
        <a:off x="2526907" y="494408"/>
        <a:ext cx="1572514" cy="583697"/>
      </dsp:txXfrm>
    </dsp:sp>
    <dsp:sp modelId="{45668240-D897-4FC1-8421-6DD785B65040}">
      <dsp:nvSpPr>
        <dsp:cNvPr id="0" name=""/>
        <dsp:cNvSpPr/>
      </dsp:nvSpPr>
      <dsp:spPr>
        <a:xfrm rot="5400000">
          <a:off x="2894960" y="1425498"/>
          <a:ext cx="28189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1FE252-E5CE-40AF-AE08-799A5F741FEE}">
      <dsp:nvSpPr>
        <dsp:cNvPr id="0" name=""/>
        <dsp:cNvSpPr/>
      </dsp:nvSpPr>
      <dsp:spPr>
        <a:xfrm>
          <a:off x="3605013"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r>
            <a:rPr lang="en-US" sz="6500" kern="1200" dirty="0" smtClean="0"/>
            <a:t>[Text]</a:t>
          </a:r>
          <a:endParaRPr lang="en-US" sz="6500" kern="1200" dirty="0"/>
        </a:p>
      </dsp:txBody>
      <dsp:txXfrm>
        <a:off x="3605013" y="0"/>
        <a:ext cx="2174274" cy="1917700"/>
      </dsp:txXfrm>
    </dsp:sp>
    <dsp:sp modelId="{BBE81636-BCDD-48A0-B978-839FA7B950F8}">
      <dsp:nvSpPr>
        <dsp:cNvPr id="0" name=""/>
        <dsp:cNvSpPr/>
      </dsp:nvSpPr>
      <dsp:spPr>
        <a:xfrm>
          <a:off x="6041952" y="0"/>
          <a:ext cx="2918489" cy="1917700"/>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Limitations</a:t>
          </a:r>
          <a:endParaRPr lang="en-US" sz="2500" kern="1200" dirty="0"/>
        </a:p>
      </dsp:txBody>
      <dsp:txXfrm rot="16200000">
        <a:off x="5547544" y="494408"/>
        <a:ext cx="1572514" cy="583697"/>
      </dsp:txXfrm>
    </dsp:sp>
    <dsp:sp modelId="{BAC8B8B3-49A2-4BE7-B498-654C601FE809}">
      <dsp:nvSpPr>
        <dsp:cNvPr id="0" name=""/>
        <dsp:cNvSpPr/>
      </dsp:nvSpPr>
      <dsp:spPr>
        <a:xfrm rot="5400000">
          <a:off x="5915597" y="1425498"/>
          <a:ext cx="28189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28B23C-049C-4D7B-92D7-DD65A1003E4E}">
      <dsp:nvSpPr>
        <dsp:cNvPr id="0" name=""/>
        <dsp:cNvSpPr/>
      </dsp:nvSpPr>
      <dsp:spPr>
        <a:xfrm>
          <a:off x="6625649"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a:p>
      </dsp:txBody>
      <dsp:txXfrm>
        <a:off x="6625649" y="0"/>
        <a:ext cx="2174274" cy="19177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1917700"/>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Construct</a:t>
          </a:r>
          <a:endParaRPr lang="en-US" sz="2500" kern="1200" dirty="0"/>
        </a:p>
      </dsp:txBody>
      <dsp:txXfrm rot="16200000">
        <a:off x="-493729" y="494408"/>
        <a:ext cx="1572514" cy="583697"/>
      </dsp:txXfrm>
    </dsp:sp>
    <dsp:sp modelId="{0F07502A-98A4-4880-9779-27EA2BEB6F02}">
      <dsp:nvSpPr>
        <dsp:cNvPr id="0" name=""/>
        <dsp:cNvSpPr/>
      </dsp:nvSpPr>
      <dsp:spPr>
        <a:xfrm>
          <a:off x="584376"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3444" rIns="0" bIns="0" numCol="1" spcCol="1270" anchor="t" anchorCtr="0">
          <a:noAutofit/>
        </a:bodyPr>
        <a:lstStyle/>
        <a:p>
          <a:pPr lvl="0" algn="l" defTabSz="1600200">
            <a:lnSpc>
              <a:spcPct val="90000"/>
            </a:lnSpc>
            <a:spcBef>
              <a:spcPct val="0"/>
            </a:spcBef>
            <a:spcAft>
              <a:spcPct val="35000"/>
            </a:spcAft>
          </a:pPr>
          <a:r>
            <a:rPr lang="en-US" sz="3600" kern="1200" dirty="0" smtClean="0"/>
            <a:t>Defining Success</a:t>
          </a:r>
          <a:endParaRPr lang="en-US" sz="3600" kern="1200" dirty="0"/>
        </a:p>
      </dsp:txBody>
      <dsp:txXfrm>
        <a:off x="584376" y="0"/>
        <a:ext cx="2174274" cy="1917700"/>
      </dsp:txXfrm>
    </dsp:sp>
    <dsp:sp modelId="{CB5EA34A-627A-4C1F-96E3-4088D2A98FDD}">
      <dsp:nvSpPr>
        <dsp:cNvPr id="0" name=""/>
        <dsp:cNvSpPr/>
      </dsp:nvSpPr>
      <dsp:spPr>
        <a:xfrm>
          <a:off x="3021315" y="0"/>
          <a:ext cx="2918489" cy="1917700"/>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Literature</a:t>
          </a:r>
          <a:endParaRPr lang="en-US" sz="2500" kern="1200" dirty="0"/>
        </a:p>
      </dsp:txBody>
      <dsp:txXfrm rot="16200000">
        <a:off x="2526907" y="494408"/>
        <a:ext cx="1572514" cy="583697"/>
      </dsp:txXfrm>
    </dsp:sp>
    <dsp:sp modelId="{45668240-D897-4FC1-8421-6DD785B65040}">
      <dsp:nvSpPr>
        <dsp:cNvPr id="0" name=""/>
        <dsp:cNvSpPr/>
      </dsp:nvSpPr>
      <dsp:spPr>
        <a:xfrm rot="5400000">
          <a:off x="2894960" y="1425498"/>
          <a:ext cx="28189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1FE252-E5CE-40AF-AE08-799A5F741FEE}">
      <dsp:nvSpPr>
        <dsp:cNvPr id="0" name=""/>
        <dsp:cNvSpPr/>
      </dsp:nvSpPr>
      <dsp:spPr>
        <a:xfrm>
          <a:off x="3605013"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r>
            <a:rPr lang="en-US" sz="6500" kern="1200" dirty="0" smtClean="0"/>
            <a:t>[Text]</a:t>
          </a:r>
          <a:endParaRPr lang="en-US" sz="6500" kern="1200" dirty="0"/>
        </a:p>
      </dsp:txBody>
      <dsp:txXfrm>
        <a:off x="3605013" y="0"/>
        <a:ext cx="2174274" cy="1917700"/>
      </dsp:txXfrm>
    </dsp:sp>
    <dsp:sp modelId="{BBE81636-BCDD-48A0-B978-839FA7B950F8}">
      <dsp:nvSpPr>
        <dsp:cNvPr id="0" name=""/>
        <dsp:cNvSpPr/>
      </dsp:nvSpPr>
      <dsp:spPr>
        <a:xfrm>
          <a:off x="6041952" y="0"/>
          <a:ext cx="2918489" cy="1917700"/>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Limitations</a:t>
          </a:r>
          <a:endParaRPr lang="en-US" sz="2500" kern="1200" dirty="0"/>
        </a:p>
      </dsp:txBody>
      <dsp:txXfrm rot="16200000">
        <a:off x="5547544" y="494408"/>
        <a:ext cx="1572514" cy="583697"/>
      </dsp:txXfrm>
    </dsp:sp>
    <dsp:sp modelId="{BAC8B8B3-49A2-4BE7-B498-654C601FE809}">
      <dsp:nvSpPr>
        <dsp:cNvPr id="0" name=""/>
        <dsp:cNvSpPr/>
      </dsp:nvSpPr>
      <dsp:spPr>
        <a:xfrm rot="5400000">
          <a:off x="5915597" y="1425498"/>
          <a:ext cx="28189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28B23C-049C-4D7B-92D7-DD65A1003E4E}">
      <dsp:nvSpPr>
        <dsp:cNvPr id="0" name=""/>
        <dsp:cNvSpPr/>
      </dsp:nvSpPr>
      <dsp:spPr>
        <a:xfrm>
          <a:off x="6625649"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a:p>
      </dsp:txBody>
      <dsp:txXfrm>
        <a:off x="6625649" y="0"/>
        <a:ext cx="2174274" cy="19177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1917700"/>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Construct</a:t>
          </a:r>
          <a:endParaRPr lang="en-US" sz="2500" kern="1200" dirty="0"/>
        </a:p>
      </dsp:txBody>
      <dsp:txXfrm rot="16200000">
        <a:off x="-493729" y="494408"/>
        <a:ext cx="1572514" cy="583697"/>
      </dsp:txXfrm>
    </dsp:sp>
    <dsp:sp modelId="{0F07502A-98A4-4880-9779-27EA2BEB6F02}">
      <dsp:nvSpPr>
        <dsp:cNvPr id="0" name=""/>
        <dsp:cNvSpPr/>
      </dsp:nvSpPr>
      <dsp:spPr>
        <a:xfrm>
          <a:off x="584376"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3444" rIns="0" bIns="0" numCol="1" spcCol="1270" anchor="t" anchorCtr="0">
          <a:noAutofit/>
        </a:bodyPr>
        <a:lstStyle/>
        <a:p>
          <a:pPr lvl="0" algn="l" defTabSz="1600200">
            <a:lnSpc>
              <a:spcPct val="90000"/>
            </a:lnSpc>
            <a:spcBef>
              <a:spcPct val="0"/>
            </a:spcBef>
            <a:spcAft>
              <a:spcPct val="35000"/>
            </a:spcAft>
          </a:pPr>
          <a:r>
            <a:rPr lang="en-US" sz="3600" kern="1200" dirty="0" smtClean="0"/>
            <a:t>Success Factors</a:t>
          </a:r>
          <a:endParaRPr lang="en-US" sz="3600" kern="1200" dirty="0"/>
        </a:p>
      </dsp:txBody>
      <dsp:txXfrm>
        <a:off x="584376" y="0"/>
        <a:ext cx="2174274" cy="1917700"/>
      </dsp:txXfrm>
    </dsp:sp>
    <dsp:sp modelId="{CB5EA34A-627A-4C1F-96E3-4088D2A98FDD}">
      <dsp:nvSpPr>
        <dsp:cNvPr id="0" name=""/>
        <dsp:cNvSpPr/>
      </dsp:nvSpPr>
      <dsp:spPr>
        <a:xfrm>
          <a:off x="3021315" y="0"/>
          <a:ext cx="2918489" cy="1917700"/>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Literature</a:t>
          </a:r>
          <a:endParaRPr lang="en-US" sz="2500" kern="1200" dirty="0"/>
        </a:p>
      </dsp:txBody>
      <dsp:txXfrm rot="16200000">
        <a:off x="2526907" y="494408"/>
        <a:ext cx="1572514" cy="583697"/>
      </dsp:txXfrm>
    </dsp:sp>
    <dsp:sp modelId="{45668240-D897-4FC1-8421-6DD785B65040}">
      <dsp:nvSpPr>
        <dsp:cNvPr id="0" name=""/>
        <dsp:cNvSpPr/>
      </dsp:nvSpPr>
      <dsp:spPr>
        <a:xfrm rot="5400000">
          <a:off x="2894960" y="1425498"/>
          <a:ext cx="28189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1FE252-E5CE-40AF-AE08-799A5F741FEE}">
      <dsp:nvSpPr>
        <dsp:cNvPr id="0" name=""/>
        <dsp:cNvSpPr/>
      </dsp:nvSpPr>
      <dsp:spPr>
        <a:xfrm>
          <a:off x="3605013"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r>
            <a:rPr lang="en-US" sz="6500" kern="1200" dirty="0" smtClean="0"/>
            <a:t>[Text]</a:t>
          </a:r>
          <a:endParaRPr lang="en-US" sz="6500" kern="1200" dirty="0"/>
        </a:p>
      </dsp:txBody>
      <dsp:txXfrm>
        <a:off x="3605013" y="0"/>
        <a:ext cx="2174274" cy="1917700"/>
      </dsp:txXfrm>
    </dsp:sp>
    <dsp:sp modelId="{BBE81636-BCDD-48A0-B978-839FA7B950F8}">
      <dsp:nvSpPr>
        <dsp:cNvPr id="0" name=""/>
        <dsp:cNvSpPr/>
      </dsp:nvSpPr>
      <dsp:spPr>
        <a:xfrm>
          <a:off x="6041952" y="0"/>
          <a:ext cx="2918489" cy="1917700"/>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Limitations</a:t>
          </a:r>
          <a:endParaRPr lang="en-US" sz="2500" kern="1200" dirty="0"/>
        </a:p>
      </dsp:txBody>
      <dsp:txXfrm rot="16200000">
        <a:off x="5547544" y="494408"/>
        <a:ext cx="1572514" cy="583697"/>
      </dsp:txXfrm>
    </dsp:sp>
    <dsp:sp modelId="{BAC8B8B3-49A2-4BE7-B498-654C601FE809}">
      <dsp:nvSpPr>
        <dsp:cNvPr id="0" name=""/>
        <dsp:cNvSpPr/>
      </dsp:nvSpPr>
      <dsp:spPr>
        <a:xfrm rot="5400000">
          <a:off x="5915597" y="1425498"/>
          <a:ext cx="28189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28B23C-049C-4D7B-92D7-DD65A1003E4E}">
      <dsp:nvSpPr>
        <dsp:cNvPr id="0" name=""/>
        <dsp:cNvSpPr/>
      </dsp:nvSpPr>
      <dsp:spPr>
        <a:xfrm>
          <a:off x="6625649"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a:p>
      </dsp:txBody>
      <dsp:txXfrm>
        <a:off x="6625649" y="0"/>
        <a:ext cx="2174274" cy="19177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1917700"/>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Construct</a:t>
          </a:r>
          <a:endParaRPr lang="en-US" sz="2500" kern="1200" dirty="0"/>
        </a:p>
      </dsp:txBody>
      <dsp:txXfrm rot="16200000">
        <a:off x="-493729" y="494408"/>
        <a:ext cx="1572514" cy="583697"/>
      </dsp:txXfrm>
    </dsp:sp>
    <dsp:sp modelId="{0F07502A-98A4-4880-9779-27EA2BEB6F02}">
      <dsp:nvSpPr>
        <dsp:cNvPr id="0" name=""/>
        <dsp:cNvSpPr/>
      </dsp:nvSpPr>
      <dsp:spPr>
        <a:xfrm>
          <a:off x="584376"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23444" rIns="0" bIns="0" numCol="1" spcCol="1270" anchor="t" anchorCtr="0">
          <a:noAutofit/>
        </a:bodyPr>
        <a:lstStyle/>
        <a:p>
          <a:pPr lvl="0" algn="l" defTabSz="1600200">
            <a:lnSpc>
              <a:spcPct val="90000"/>
            </a:lnSpc>
            <a:spcBef>
              <a:spcPct val="0"/>
            </a:spcBef>
            <a:spcAft>
              <a:spcPct val="35000"/>
            </a:spcAft>
          </a:pPr>
          <a:r>
            <a:rPr lang="en-US" sz="3600" kern="1200" dirty="0" smtClean="0"/>
            <a:t>Stage &amp; Geography</a:t>
          </a:r>
          <a:endParaRPr lang="en-US" sz="3600" kern="1200" dirty="0"/>
        </a:p>
      </dsp:txBody>
      <dsp:txXfrm>
        <a:off x="584376" y="0"/>
        <a:ext cx="2174274" cy="1917700"/>
      </dsp:txXfrm>
    </dsp:sp>
    <dsp:sp modelId="{CB5EA34A-627A-4C1F-96E3-4088D2A98FDD}">
      <dsp:nvSpPr>
        <dsp:cNvPr id="0" name=""/>
        <dsp:cNvSpPr/>
      </dsp:nvSpPr>
      <dsp:spPr>
        <a:xfrm>
          <a:off x="3021315" y="0"/>
          <a:ext cx="2918489" cy="1917700"/>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Literature</a:t>
          </a:r>
          <a:endParaRPr lang="en-US" sz="2500" kern="1200" dirty="0"/>
        </a:p>
      </dsp:txBody>
      <dsp:txXfrm rot="16200000">
        <a:off x="2526907" y="494408"/>
        <a:ext cx="1572514" cy="583697"/>
      </dsp:txXfrm>
    </dsp:sp>
    <dsp:sp modelId="{45668240-D897-4FC1-8421-6DD785B65040}">
      <dsp:nvSpPr>
        <dsp:cNvPr id="0" name=""/>
        <dsp:cNvSpPr/>
      </dsp:nvSpPr>
      <dsp:spPr>
        <a:xfrm rot="5400000">
          <a:off x="2894960" y="1425498"/>
          <a:ext cx="28189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1FE252-E5CE-40AF-AE08-799A5F741FEE}">
      <dsp:nvSpPr>
        <dsp:cNvPr id="0" name=""/>
        <dsp:cNvSpPr/>
      </dsp:nvSpPr>
      <dsp:spPr>
        <a:xfrm>
          <a:off x="3605013"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r>
            <a:rPr lang="en-US" sz="6500" kern="1200" dirty="0" smtClean="0"/>
            <a:t>[Text]</a:t>
          </a:r>
          <a:endParaRPr lang="en-US" sz="6500" kern="1200" dirty="0"/>
        </a:p>
      </dsp:txBody>
      <dsp:txXfrm>
        <a:off x="3605013" y="0"/>
        <a:ext cx="2174274" cy="1917700"/>
      </dsp:txXfrm>
    </dsp:sp>
    <dsp:sp modelId="{BBE81636-BCDD-48A0-B978-839FA7B950F8}">
      <dsp:nvSpPr>
        <dsp:cNvPr id="0" name=""/>
        <dsp:cNvSpPr/>
      </dsp:nvSpPr>
      <dsp:spPr>
        <a:xfrm>
          <a:off x="6041952" y="0"/>
          <a:ext cx="2918489" cy="1917700"/>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lvl="0" algn="r" defTabSz="1111250">
            <a:lnSpc>
              <a:spcPct val="90000"/>
            </a:lnSpc>
            <a:spcBef>
              <a:spcPct val="0"/>
            </a:spcBef>
            <a:spcAft>
              <a:spcPct val="35000"/>
            </a:spcAft>
          </a:pPr>
          <a:r>
            <a:rPr lang="en-US" sz="2500" kern="1200" dirty="0" smtClean="0"/>
            <a:t>Limitations</a:t>
          </a:r>
          <a:endParaRPr lang="en-US" sz="2500" kern="1200" dirty="0"/>
        </a:p>
      </dsp:txBody>
      <dsp:txXfrm rot="16200000">
        <a:off x="5547544" y="494408"/>
        <a:ext cx="1572514" cy="583697"/>
      </dsp:txXfrm>
    </dsp:sp>
    <dsp:sp modelId="{BAC8B8B3-49A2-4BE7-B498-654C601FE809}">
      <dsp:nvSpPr>
        <dsp:cNvPr id="0" name=""/>
        <dsp:cNvSpPr/>
      </dsp:nvSpPr>
      <dsp:spPr>
        <a:xfrm rot="5400000">
          <a:off x="5915597" y="1425498"/>
          <a:ext cx="28189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28B23C-049C-4D7B-92D7-DD65A1003E4E}">
      <dsp:nvSpPr>
        <dsp:cNvPr id="0" name=""/>
        <dsp:cNvSpPr/>
      </dsp:nvSpPr>
      <dsp:spPr>
        <a:xfrm>
          <a:off x="6625649" y="0"/>
          <a:ext cx="2174274" cy="1917700"/>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a:p>
      </dsp:txBody>
      <dsp:txXfrm>
        <a:off x="6625649" y="0"/>
        <a:ext cx="2174274" cy="19177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065CDD-DFD7-4D33-9DBE-0AD4241E5EB9}">
      <dsp:nvSpPr>
        <dsp:cNvPr id="0" name=""/>
        <dsp:cNvSpPr/>
      </dsp:nvSpPr>
      <dsp:spPr>
        <a:xfrm>
          <a:off x="1105729" y="2974834"/>
          <a:ext cx="2374682" cy="1420788"/>
        </a:xfrm>
        <a:prstGeom prst="rightArrow">
          <a:avLst>
            <a:gd name="adj1" fmla="val 70000"/>
            <a:gd name="adj2" fmla="val 5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5720" tIns="11430" rIns="2286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Logistic Regression</a:t>
          </a:r>
          <a:endParaRPr lang="en-US" sz="1800" kern="1200" dirty="0"/>
        </a:p>
        <a:p>
          <a:pPr marL="171450" lvl="1" indent="-171450" algn="l" defTabSz="800100">
            <a:lnSpc>
              <a:spcPct val="90000"/>
            </a:lnSpc>
            <a:spcBef>
              <a:spcPct val="0"/>
            </a:spcBef>
            <a:spcAft>
              <a:spcPct val="15000"/>
            </a:spcAft>
            <a:buChar char="••"/>
          </a:pPr>
          <a:r>
            <a:rPr lang="en-US" sz="1800" kern="1200" dirty="0" smtClean="0"/>
            <a:t>Kendall’s Tau</a:t>
          </a:r>
          <a:endParaRPr lang="en-US" sz="1800" kern="1200" dirty="0"/>
        </a:p>
      </dsp:txBody>
      <dsp:txXfrm>
        <a:off x="1699399" y="3187952"/>
        <a:ext cx="1283736" cy="994552"/>
      </dsp:txXfrm>
    </dsp:sp>
    <dsp:sp modelId="{088E468E-E6DE-4F0F-A86F-AFEFEA680604}">
      <dsp:nvSpPr>
        <dsp:cNvPr id="0" name=""/>
        <dsp:cNvSpPr/>
      </dsp:nvSpPr>
      <dsp:spPr>
        <a:xfrm>
          <a:off x="0" y="2827672"/>
          <a:ext cx="1717638" cy="171763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Quantitative</a:t>
          </a:r>
          <a:endParaRPr lang="en-US" sz="1800" kern="1200" dirty="0"/>
        </a:p>
      </dsp:txBody>
      <dsp:txXfrm>
        <a:off x="251542" y="3079214"/>
        <a:ext cx="1214554" cy="1214554"/>
      </dsp:txXfrm>
    </dsp:sp>
    <dsp:sp modelId="{C7B07B6A-2913-4481-A94E-4F0876271F1C}">
      <dsp:nvSpPr>
        <dsp:cNvPr id="0" name=""/>
        <dsp:cNvSpPr/>
      </dsp:nvSpPr>
      <dsp:spPr>
        <a:xfrm>
          <a:off x="3691028" y="1553236"/>
          <a:ext cx="2286001" cy="1420788"/>
        </a:xfrm>
        <a:prstGeom prst="rightArrow">
          <a:avLst>
            <a:gd name="adj1" fmla="val 70000"/>
            <a:gd name="adj2" fmla="val 5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5720" tIns="11430" rIns="2286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Content Analysis</a:t>
          </a:r>
          <a:endParaRPr lang="en-US" sz="1800" kern="1200" dirty="0"/>
        </a:p>
        <a:p>
          <a:pPr marL="171450" lvl="1" indent="-171450" algn="l" defTabSz="800100">
            <a:lnSpc>
              <a:spcPct val="90000"/>
            </a:lnSpc>
            <a:spcBef>
              <a:spcPct val="0"/>
            </a:spcBef>
            <a:spcAft>
              <a:spcPct val="15000"/>
            </a:spcAft>
            <a:buChar char="••"/>
          </a:pPr>
          <a:r>
            <a:rPr lang="en-US" sz="1800" kern="1200" dirty="0" smtClean="0"/>
            <a:t>Logic Model</a:t>
          </a:r>
          <a:endParaRPr lang="en-US" sz="1800" kern="1200" dirty="0"/>
        </a:p>
      </dsp:txBody>
      <dsp:txXfrm>
        <a:off x="4262529" y="1766354"/>
        <a:ext cx="1217225" cy="994552"/>
      </dsp:txXfrm>
    </dsp:sp>
    <dsp:sp modelId="{3A448A58-6617-48D2-9581-3D27DDBA145C}">
      <dsp:nvSpPr>
        <dsp:cNvPr id="0" name=""/>
        <dsp:cNvSpPr/>
      </dsp:nvSpPr>
      <dsp:spPr>
        <a:xfrm>
          <a:off x="2498217" y="1403269"/>
          <a:ext cx="1717638" cy="1717638"/>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Qualitative</a:t>
          </a:r>
          <a:endParaRPr lang="en-US" sz="1800" kern="1200" dirty="0"/>
        </a:p>
      </dsp:txBody>
      <dsp:txXfrm>
        <a:off x="2749759" y="1654811"/>
        <a:ext cx="1214554" cy="1214554"/>
      </dsp:txXfrm>
    </dsp:sp>
    <dsp:sp modelId="{762703CE-4815-4B8A-B298-2820EF25E80C}">
      <dsp:nvSpPr>
        <dsp:cNvPr id="0" name=""/>
        <dsp:cNvSpPr/>
      </dsp:nvSpPr>
      <dsp:spPr>
        <a:xfrm>
          <a:off x="6306170" y="292073"/>
          <a:ext cx="2274136" cy="1420788"/>
        </a:xfrm>
        <a:prstGeom prst="rightArrow">
          <a:avLst>
            <a:gd name="adj1" fmla="val 70000"/>
            <a:gd name="adj2" fmla="val 5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5720" tIns="11430" rIns="2286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t>PPA</a:t>
          </a:r>
          <a:endParaRPr lang="en-US" sz="1800" kern="1200" dirty="0"/>
        </a:p>
        <a:p>
          <a:pPr marL="171450" lvl="1" indent="-171450" algn="l" defTabSz="800100">
            <a:lnSpc>
              <a:spcPct val="90000"/>
            </a:lnSpc>
            <a:spcBef>
              <a:spcPct val="0"/>
            </a:spcBef>
            <a:spcAft>
              <a:spcPct val="15000"/>
            </a:spcAft>
            <a:buChar char="••"/>
          </a:pPr>
          <a:r>
            <a:rPr lang="en-US" sz="1800" kern="1200" dirty="0" smtClean="0"/>
            <a:t>Delphi Technique</a:t>
          </a:r>
          <a:endParaRPr lang="en-US" sz="1800" kern="1200" dirty="0"/>
        </a:p>
      </dsp:txBody>
      <dsp:txXfrm>
        <a:off x="6874704" y="505191"/>
        <a:ext cx="1208326" cy="994552"/>
      </dsp:txXfrm>
    </dsp:sp>
    <dsp:sp modelId="{9DB06BE9-448D-4829-BF41-0662BB4070BC}">
      <dsp:nvSpPr>
        <dsp:cNvPr id="0" name=""/>
        <dsp:cNvSpPr/>
      </dsp:nvSpPr>
      <dsp:spPr>
        <a:xfrm>
          <a:off x="5164754" y="144297"/>
          <a:ext cx="1717638" cy="1717638"/>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Qualitative</a:t>
          </a:r>
          <a:endParaRPr lang="en-US" sz="1800" kern="1200" dirty="0"/>
        </a:p>
      </dsp:txBody>
      <dsp:txXfrm>
        <a:off x="5416296" y="395839"/>
        <a:ext cx="1214554" cy="121455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2258836"/>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Construct</a:t>
          </a:r>
          <a:endParaRPr lang="en-US" sz="1800" kern="1200" dirty="0"/>
        </a:p>
      </dsp:txBody>
      <dsp:txXfrm rot="16200000">
        <a:off x="-633595" y="634273"/>
        <a:ext cx="1852245" cy="583697"/>
      </dsp:txXfrm>
    </dsp:sp>
    <dsp:sp modelId="{0F07502A-98A4-4880-9779-27EA2BEB6F02}">
      <dsp:nvSpPr>
        <dsp:cNvPr id="0" name=""/>
        <dsp:cNvSpPr/>
      </dsp:nvSpPr>
      <dsp:spPr>
        <a:xfrm>
          <a:off x="584376"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9728" rIns="0" bIns="0" numCol="1" spcCol="1270" anchor="t" anchorCtr="0">
          <a:noAutofit/>
        </a:bodyPr>
        <a:lstStyle/>
        <a:p>
          <a:pPr lvl="0" algn="l" defTabSz="1422400">
            <a:lnSpc>
              <a:spcPct val="90000"/>
            </a:lnSpc>
            <a:spcBef>
              <a:spcPct val="0"/>
            </a:spcBef>
            <a:spcAft>
              <a:spcPct val="35000"/>
            </a:spcAft>
          </a:pPr>
          <a:r>
            <a:rPr lang="en-US" sz="3200" kern="1200" dirty="0" smtClean="0"/>
            <a:t>Technology</a:t>
          </a:r>
          <a:endParaRPr lang="en-US" sz="3700" kern="1200" dirty="0"/>
        </a:p>
      </dsp:txBody>
      <dsp:txXfrm>
        <a:off x="584376" y="0"/>
        <a:ext cx="2174274" cy="2258836"/>
      </dsp:txXfrm>
    </dsp:sp>
    <dsp:sp modelId="{63E694CA-EB8A-49E7-8F7E-40E9648E8D50}">
      <dsp:nvSpPr>
        <dsp:cNvPr id="0" name=""/>
        <dsp:cNvSpPr/>
      </dsp:nvSpPr>
      <dsp:spPr>
        <a:xfrm>
          <a:off x="3021315" y="0"/>
          <a:ext cx="2918489" cy="2258836"/>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Operationalization</a:t>
          </a:r>
          <a:endParaRPr lang="en-US" sz="1800" kern="1200" dirty="0"/>
        </a:p>
      </dsp:txBody>
      <dsp:txXfrm rot="16200000">
        <a:off x="2387041" y="634273"/>
        <a:ext cx="1852245" cy="583697"/>
      </dsp:txXfrm>
    </dsp:sp>
    <dsp:sp modelId="{45668240-D897-4FC1-8421-6DD785B65040}">
      <dsp:nvSpPr>
        <dsp:cNvPr id="0" name=""/>
        <dsp:cNvSpPr/>
      </dsp:nvSpPr>
      <dsp:spPr>
        <a:xfrm rot="5400000">
          <a:off x="2869855" y="1718386"/>
          <a:ext cx="33210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D5C2FA-66B3-4507-8DD9-0DFEBE9E49C4}">
      <dsp:nvSpPr>
        <dsp:cNvPr id="0" name=""/>
        <dsp:cNvSpPr/>
      </dsp:nvSpPr>
      <dsp:spPr>
        <a:xfrm>
          <a:off x="3605013"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dirty="0"/>
        </a:p>
      </dsp:txBody>
      <dsp:txXfrm>
        <a:off x="3605013" y="0"/>
        <a:ext cx="2174274" cy="2258836"/>
      </dsp:txXfrm>
    </dsp:sp>
    <dsp:sp modelId="{89F889ED-FCCD-445E-BB3B-3F65B70521C8}">
      <dsp:nvSpPr>
        <dsp:cNvPr id="0" name=""/>
        <dsp:cNvSpPr/>
      </dsp:nvSpPr>
      <dsp:spPr>
        <a:xfrm>
          <a:off x="6041952" y="0"/>
          <a:ext cx="2918489" cy="2258836"/>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Variables and Data</a:t>
          </a:r>
          <a:endParaRPr lang="en-US" sz="1800" kern="1200" dirty="0"/>
        </a:p>
      </dsp:txBody>
      <dsp:txXfrm rot="16200000">
        <a:off x="5407678" y="634273"/>
        <a:ext cx="1852245" cy="583697"/>
      </dsp:txXfrm>
    </dsp:sp>
    <dsp:sp modelId="{0B1D8E78-2B68-4C5D-9329-AB01D008FC04}">
      <dsp:nvSpPr>
        <dsp:cNvPr id="0" name=""/>
        <dsp:cNvSpPr/>
      </dsp:nvSpPr>
      <dsp:spPr>
        <a:xfrm rot="5400000">
          <a:off x="5890492" y="1718386"/>
          <a:ext cx="33210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5B6FF8-55C8-4464-AD34-37C6C75F354E}">
      <dsp:nvSpPr>
        <dsp:cNvPr id="0" name=""/>
        <dsp:cNvSpPr/>
      </dsp:nvSpPr>
      <dsp:spPr>
        <a:xfrm>
          <a:off x="6625649"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dirty="0"/>
        </a:p>
      </dsp:txBody>
      <dsp:txXfrm>
        <a:off x="6625649" y="0"/>
        <a:ext cx="2174274" cy="225883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2258836"/>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Construct</a:t>
          </a:r>
          <a:endParaRPr lang="en-US" sz="1800" kern="1200" dirty="0"/>
        </a:p>
      </dsp:txBody>
      <dsp:txXfrm rot="16200000">
        <a:off x="-633595" y="634273"/>
        <a:ext cx="1852245" cy="583697"/>
      </dsp:txXfrm>
    </dsp:sp>
    <dsp:sp modelId="{0F07502A-98A4-4880-9779-27EA2BEB6F02}">
      <dsp:nvSpPr>
        <dsp:cNvPr id="0" name=""/>
        <dsp:cNvSpPr/>
      </dsp:nvSpPr>
      <dsp:spPr>
        <a:xfrm>
          <a:off x="584376"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9728" rIns="0" bIns="0" numCol="1" spcCol="1270" anchor="t" anchorCtr="0">
          <a:noAutofit/>
        </a:bodyPr>
        <a:lstStyle/>
        <a:p>
          <a:pPr lvl="0" algn="l" defTabSz="1422400">
            <a:lnSpc>
              <a:spcPct val="90000"/>
            </a:lnSpc>
            <a:spcBef>
              <a:spcPct val="0"/>
            </a:spcBef>
            <a:spcAft>
              <a:spcPct val="35000"/>
            </a:spcAft>
          </a:pPr>
          <a:r>
            <a:rPr lang="en-US" sz="3200" kern="1200" dirty="0" smtClean="0"/>
            <a:t>Technology Transfer</a:t>
          </a:r>
          <a:endParaRPr lang="en-US" sz="3200" kern="1200" dirty="0"/>
        </a:p>
      </dsp:txBody>
      <dsp:txXfrm>
        <a:off x="584376" y="0"/>
        <a:ext cx="2174274" cy="2258836"/>
      </dsp:txXfrm>
    </dsp:sp>
    <dsp:sp modelId="{63E694CA-EB8A-49E7-8F7E-40E9648E8D50}">
      <dsp:nvSpPr>
        <dsp:cNvPr id="0" name=""/>
        <dsp:cNvSpPr/>
      </dsp:nvSpPr>
      <dsp:spPr>
        <a:xfrm>
          <a:off x="3021315" y="0"/>
          <a:ext cx="2918489" cy="2258836"/>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Operationalization</a:t>
          </a:r>
          <a:endParaRPr lang="en-US" sz="1800" kern="1200" dirty="0"/>
        </a:p>
      </dsp:txBody>
      <dsp:txXfrm rot="16200000">
        <a:off x="2387041" y="634273"/>
        <a:ext cx="1852245" cy="583697"/>
      </dsp:txXfrm>
    </dsp:sp>
    <dsp:sp modelId="{45668240-D897-4FC1-8421-6DD785B65040}">
      <dsp:nvSpPr>
        <dsp:cNvPr id="0" name=""/>
        <dsp:cNvSpPr/>
      </dsp:nvSpPr>
      <dsp:spPr>
        <a:xfrm rot="5400000">
          <a:off x="2869855" y="1718386"/>
          <a:ext cx="33210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D5C2FA-66B3-4507-8DD9-0DFEBE9E49C4}">
      <dsp:nvSpPr>
        <dsp:cNvPr id="0" name=""/>
        <dsp:cNvSpPr/>
      </dsp:nvSpPr>
      <dsp:spPr>
        <a:xfrm>
          <a:off x="3605013"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dirty="0"/>
        </a:p>
      </dsp:txBody>
      <dsp:txXfrm>
        <a:off x="3605013" y="0"/>
        <a:ext cx="2174274" cy="2258836"/>
      </dsp:txXfrm>
    </dsp:sp>
    <dsp:sp modelId="{89F889ED-FCCD-445E-BB3B-3F65B70521C8}">
      <dsp:nvSpPr>
        <dsp:cNvPr id="0" name=""/>
        <dsp:cNvSpPr/>
      </dsp:nvSpPr>
      <dsp:spPr>
        <a:xfrm>
          <a:off x="6041952" y="0"/>
          <a:ext cx="2918489" cy="2258836"/>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Variables and Data</a:t>
          </a:r>
          <a:endParaRPr lang="en-US" sz="1800" kern="1200" dirty="0"/>
        </a:p>
      </dsp:txBody>
      <dsp:txXfrm rot="16200000">
        <a:off x="5407678" y="634273"/>
        <a:ext cx="1852245" cy="583697"/>
      </dsp:txXfrm>
    </dsp:sp>
    <dsp:sp modelId="{0B1D8E78-2B68-4C5D-9329-AB01D008FC04}">
      <dsp:nvSpPr>
        <dsp:cNvPr id="0" name=""/>
        <dsp:cNvSpPr/>
      </dsp:nvSpPr>
      <dsp:spPr>
        <a:xfrm rot="5400000">
          <a:off x="5890492" y="1718386"/>
          <a:ext cx="33210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5B6FF8-55C8-4464-AD34-37C6C75F354E}">
      <dsp:nvSpPr>
        <dsp:cNvPr id="0" name=""/>
        <dsp:cNvSpPr/>
      </dsp:nvSpPr>
      <dsp:spPr>
        <a:xfrm>
          <a:off x="6625649"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dirty="0"/>
        </a:p>
      </dsp:txBody>
      <dsp:txXfrm>
        <a:off x="6625649" y="0"/>
        <a:ext cx="2174274" cy="225883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2258836"/>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Construct</a:t>
          </a:r>
          <a:endParaRPr lang="en-US" sz="1800" kern="1200" dirty="0"/>
        </a:p>
      </dsp:txBody>
      <dsp:txXfrm rot="16200000">
        <a:off x="-633595" y="634273"/>
        <a:ext cx="1852245" cy="583697"/>
      </dsp:txXfrm>
    </dsp:sp>
    <dsp:sp modelId="{0F07502A-98A4-4880-9779-27EA2BEB6F02}">
      <dsp:nvSpPr>
        <dsp:cNvPr id="0" name=""/>
        <dsp:cNvSpPr/>
      </dsp:nvSpPr>
      <dsp:spPr>
        <a:xfrm>
          <a:off x="584376"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6299" rIns="0" bIns="0" numCol="1" spcCol="1270" anchor="t" anchorCtr="0">
          <a:noAutofit/>
        </a:bodyPr>
        <a:lstStyle/>
        <a:p>
          <a:pPr lvl="0" algn="l" defTabSz="1377950">
            <a:lnSpc>
              <a:spcPct val="90000"/>
            </a:lnSpc>
            <a:spcBef>
              <a:spcPct val="0"/>
            </a:spcBef>
            <a:spcAft>
              <a:spcPct val="35000"/>
            </a:spcAft>
          </a:pPr>
          <a:r>
            <a:rPr lang="en-US" sz="3100" kern="1200" dirty="0" smtClean="0"/>
            <a:t>Development Stage</a:t>
          </a:r>
          <a:endParaRPr lang="en-US" sz="3100" kern="1200" dirty="0"/>
        </a:p>
      </dsp:txBody>
      <dsp:txXfrm>
        <a:off x="584376" y="0"/>
        <a:ext cx="2174274" cy="2258836"/>
      </dsp:txXfrm>
    </dsp:sp>
    <dsp:sp modelId="{63E694CA-EB8A-49E7-8F7E-40E9648E8D50}">
      <dsp:nvSpPr>
        <dsp:cNvPr id="0" name=""/>
        <dsp:cNvSpPr/>
      </dsp:nvSpPr>
      <dsp:spPr>
        <a:xfrm>
          <a:off x="3021315" y="0"/>
          <a:ext cx="2918489" cy="2258836"/>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Operationalization</a:t>
          </a:r>
          <a:endParaRPr lang="en-US" sz="1800" kern="1200" dirty="0"/>
        </a:p>
      </dsp:txBody>
      <dsp:txXfrm rot="16200000">
        <a:off x="2387041" y="634273"/>
        <a:ext cx="1852245" cy="583697"/>
      </dsp:txXfrm>
    </dsp:sp>
    <dsp:sp modelId="{45668240-D897-4FC1-8421-6DD785B65040}">
      <dsp:nvSpPr>
        <dsp:cNvPr id="0" name=""/>
        <dsp:cNvSpPr/>
      </dsp:nvSpPr>
      <dsp:spPr>
        <a:xfrm rot="5400000">
          <a:off x="2869855" y="1718386"/>
          <a:ext cx="33210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D5C2FA-66B3-4507-8DD9-0DFEBE9E49C4}">
      <dsp:nvSpPr>
        <dsp:cNvPr id="0" name=""/>
        <dsp:cNvSpPr/>
      </dsp:nvSpPr>
      <dsp:spPr>
        <a:xfrm>
          <a:off x="3605013"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6299" rIns="0" bIns="0" numCol="1" spcCol="1270" anchor="t" anchorCtr="0">
          <a:noAutofit/>
        </a:bodyPr>
        <a:lstStyle/>
        <a:p>
          <a:pPr lvl="0" algn="l" defTabSz="1377950">
            <a:lnSpc>
              <a:spcPct val="90000"/>
            </a:lnSpc>
            <a:spcBef>
              <a:spcPct val="0"/>
            </a:spcBef>
            <a:spcAft>
              <a:spcPct val="35000"/>
            </a:spcAft>
          </a:pPr>
          <a:endParaRPr lang="en-US" sz="3100" kern="1200" dirty="0"/>
        </a:p>
      </dsp:txBody>
      <dsp:txXfrm>
        <a:off x="3605013" y="0"/>
        <a:ext cx="2174274" cy="2258836"/>
      </dsp:txXfrm>
    </dsp:sp>
    <dsp:sp modelId="{89F889ED-FCCD-445E-BB3B-3F65B70521C8}">
      <dsp:nvSpPr>
        <dsp:cNvPr id="0" name=""/>
        <dsp:cNvSpPr/>
      </dsp:nvSpPr>
      <dsp:spPr>
        <a:xfrm>
          <a:off x="6041952" y="0"/>
          <a:ext cx="2918489" cy="2258836"/>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Variables and Data</a:t>
          </a:r>
          <a:endParaRPr lang="en-US" sz="1800" kern="1200" dirty="0"/>
        </a:p>
      </dsp:txBody>
      <dsp:txXfrm rot="16200000">
        <a:off x="5407678" y="634273"/>
        <a:ext cx="1852245" cy="583697"/>
      </dsp:txXfrm>
    </dsp:sp>
    <dsp:sp modelId="{0B1D8E78-2B68-4C5D-9329-AB01D008FC04}">
      <dsp:nvSpPr>
        <dsp:cNvPr id="0" name=""/>
        <dsp:cNvSpPr/>
      </dsp:nvSpPr>
      <dsp:spPr>
        <a:xfrm rot="5400000">
          <a:off x="5890492" y="1718386"/>
          <a:ext cx="33210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5B6FF8-55C8-4464-AD34-37C6C75F354E}">
      <dsp:nvSpPr>
        <dsp:cNvPr id="0" name=""/>
        <dsp:cNvSpPr/>
      </dsp:nvSpPr>
      <dsp:spPr>
        <a:xfrm>
          <a:off x="6625649"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6299" rIns="0" bIns="0" numCol="1" spcCol="1270" anchor="t" anchorCtr="0">
          <a:noAutofit/>
        </a:bodyPr>
        <a:lstStyle/>
        <a:p>
          <a:pPr lvl="0" algn="l" defTabSz="1377950">
            <a:lnSpc>
              <a:spcPct val="90000"/>
            </a:lnSpc>
            <a:spcBef>
              <a:spcPct val="0"/>
            </a:spcBef>
            <a:spcAft>
              <a:spcPct val="35000"/>
            </a:spcAft>
          </a:pPr>
          <a:endParaRPr lang="en-US" sz="3100" kern="1200" dirty="0"/>
        </a:p>
      </dsp:txBody>
      <dsp:txXfrm>
        <a:off x="6625649" y="0"/>
        <a:ext cx="2174274" cy="225883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1D2E5-E13B-4FA3-A68E-FA18C8AD1A1A}">
      <dsp:nvSpPr>
        <dsp:cNvPr id="0" name=""/>
        <dsp:cNvSpPr/>
      </dsp:nvSpPr>
      <dsp:spPr>
        <a:xfrm>
          <a:off x="678" y="0"/>
          <a:ext cx="2918489" cy="2258836"/>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Construct</a:t>
          </a:r>
          <a:endParaRPr lang="en-US" sz="1800" kern="1200" dirty="0"/>
        </a:p>
      </dsp:txBody>
      <dsp:txXfrm rot="16200000">
        <a:off x="-633595" y="634273"/>
        <a:ext cx="1852245" cy="583697"/>
      </dsp:txXfrm>
    </dsp:sp>
    <dsp:sp modelId="{0F07502A-98A4-4880-9779-27EA2BEB6F02}">
      <dsp:nvSpPr>
        <dsp:cNvPr id="0" name=""/>
        <dsp:cNvSpPr/>
      </dsp:nvSpPr>
      <dsp:spPr>
        <a:xfrm>
          <a:off x="584376"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9728" rIns="0" bIns="0" numCol="1" spcCol="1270" anchor="t" anchorCtr="0">
          <a:noAutofit/>
        </a:bodyPr>
        <a:lstStyle/>
        <a:p>
          <a:pPr lvl="0" algn="l" defTabSz="1422400">
            <a:lnSpc>
              <a:spcPct val="90000"/>
            </a:lnSpc>
            <a:spcBef>
              <a:spcPct val="0"/>
            </a:spcBef>
            <a:spcAft>
              <a:spcPct val="35000"/>
            </a:spcAft>
          </a:pPr>
          <a:r>
            <a:rPr lang="en-US" sz="3200" kern="1200" dirty="0" smtClean="0"/>
            <a:t>City</a:t>
          </a:r>
          <a:endParaRPr lang="en-US" sz="3200" kern="1200" dirty="0"/>
        </a:p>
      </dsp:txBody>
      <dsp:txXfrm>
        <a:off x="584376" y="0"/>
        <a:ext cx="2174274" cy="2258836"/>
      </dsp:txXfrm>
    </dsp:sp>
    <dsp:sp modelId="{63E694CA-EB8A-49E7-8F7E-40E9648E8D50}">
      <dsp:nvSpPr>
        <dsp:cNvPr id="0" name=""/>
        <dsp:cNvSpPr/>
      </dsp:nvSpPr>
      <dsp:spPr>
        <a:xfrm>
          <a:off x="3021315" y="0"/>
          <a:ext cx="2918489" cy="2258836"/>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Operationalization</a:t>
          </a:r>
          <a:endParaRPr lang="en-US" sz="1800" kern="1200" dirty="0"/>
        </a:p>
      </dsp:txBody>
      <dsp:txXfrm rot="16200000">
        <a:off x="2387041" y="634273"/>
        <a:ext cx="1852245" cy="583697"/>
      </dsp:txXfrm>
    </dsp:sp>
    <dsp:sp modelId="{45668240-D897-4FC1-8421-6DD785B65040}">
      <dsp:nvSpPr>
        <dsp:cNvPr id="0" name=""/>
        <dsp:cNvSpPr/>
      </dsp:nvSpPr>
      <dsp:spPr>
        <a:xfrm rot="5400000">
          <a:off x="2869855" y="1718386"/>
          <a:ext cx="332104" cy="43777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D5C2FA-66B3-4507-8DD9-0DFEBE9E49C4}">
      <dsp:nvSpPr>
        <dsp:cNvPr id="0" name=""/>
        <dsp:cNvSpPr/>
      </dsp:nvSpPr>
      <dsp:spPr>
        <a:xfrm>
          <a:off x="3605013"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dirty="0"/>
        </a:p>
      </dsp:txBody>
      <dsp:txXfrm>
        <a:off x="3605013" y="0"/>
        <a:ext cx="2174274" cy="2258836"/>
      </dsp:txXfrm>
    </dsp:sp>
    <dsp:sp modelId="{89F889ED-FCCD-445E-BB3B-3F65B70521C8}">
      <dsp:nvSpPr>
        <dsp:cNvPr id="0" name=""/>
        <dsp:cNvSpPr/>
      </dsp:nvSpPr>
      <dsp:spPr>
        <a:xfrm>
          <a:off x="6041952" y="0"/>
          <a:ext cx="2918489" cy="2258836"/>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r" defTabSz="800100">
            <a:lnSpc>
              <a:spcPct val="90000"/>
            </a:lnSpc>
            <a:spcBef>
              <a:spcPct val="0"/>
            </a:spcBef>
            <a:spcAft>
              <a:spcPct val="35000"/>
            </a:spcAft>
          </a:pPr>
          <a:r>
            <a:rPr lang="en-US" sz="1800" kern="1200" dirty="0" smtClean="0"/>
            <a:t>Variables and Data</a:t>
          </a:r>
          <a:endParaRPr lang="en-US" sz="1800" kern="1200" dirty="0"/>
        </a:p>
      </dsp:txBody>
      <dsp:txXfrm rot="16200000">
        <a:off x="5407678" y="634273"/>
        <a:ext cx="1852245" cy="583697"/>
      </dsp:txXfrm>
    </dsp:sp>
    <dsp:sp modelId="{0B1D8E78-2B68-4C5D-9329-AB01D008FC04}">
      <dsp:nvSpPr>
        <dsp:cNvPr id="0" name=""/>
        <dsp:cNvSpPr/>
      </dsp:nvSpPr>
      <dsp:spPr>
        <a:xfrm rot="5400000">
          <a:off x="5890492" y="1718386"/>
          <a:ext cx="332104" cy="43777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5B6FF8-55C8-4464-AD34-37C6C75F354E}">
      <dsp:nvSpPr>
        <dsp:cNvPr id="0" name=""/>
        <dsp:cNvSpPr/>
      </dsp:nvSpPr>
      <dsp:spPr>
        <a:xfrm>
          <a:off x="6625649" y="0"/>
          <a:ext cx="2174274" cy="225883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222885" rIns="0" bIns="0" numCol="1" spcCol="1270" anchor="t" anchorCtr="0">
          <a:noAutofit/>
        </a:bodyPr>
        <a:lstStyle/>
        <a:p>
          <a:pPr lvl="0" algn="l" defTabSz="2889250">
            <a:lnSpc>
              <a:spcPct val="90000"/>
            </a:lnSpc>
            <a:spcBef>
              <a:spcPct val="0"/>
            </a:spcBef>
            <a:spcAft>
              <a:spcPct val="35000"/>
            </a:spcAft>
          </a:pPr>
          <a:endParaRPr lang="en-US" sz="6500" kern="1200" dirty="0"/>
        </a:p>
      </dsp:txBody>
      <dsp:txXfrm>
        <a:off x="6625649" y="0"/>
        <a:ext cx="2174274" cy="2258836"/>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DA0FC191-2DC4-4A3C-B384-0C651DCE00E9}" type="datetimeFigureOut">
              <a:rPr lang="en-US" smtClean="0"/>
              <a:t>04/11/2019</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F2A53F67-EC31-4399-91BC-4634EC46F478}" type="slidenum">
              <a:rPr lang="en-US" smtClean="0"/>
              <a:t>‹#›</a:t>
            </a:fld>
            <a:endParaRPr lang="en-US"/>
          </a:p>
        </p:txBody>
      </p:sp>
    </p:spTree>
    <p:extLst>
      <p:ext uri="{BB962C8B-B14F-4D97-AF65-F5344CB8AC3E}">
        <p14:creationId xmlns:p14="http://schemas.microsoft.com/office/powerpoint/2010/main" val="406172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0F42D459-5C80-4371-BDC6-89835A09395D}" type="datetimeFigureOut">
              <a:rPr lang="en-US" smtClean="0"/>
              <a:t>04/11/2019</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6C7EBE9-FBA5-4606-B4BF-D5A892555425}" type="slidenum">
              <a:rPr lang="en-US" smtClean="0"/>
              <a:t>‹#›</a:t>
            </a:fld>
            <a:endParaRPr lang="en-US"/>
          </a:p>
        </p:txBody>
      </p:sp>
    </p:spTree>
    <p:extLst>
      <p:ext uri="{BB962C8B-B14F-4D97-AF65-F5344CB8AC3E}">
        <p14:creationId xmlns:p14="http://schemas.microsoft.com/office/powerpoint/2010/main" val="2619493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Intuitive</a:t>
            </a:r>
            <a:r>
              <a:rPr lang="en-US" baseline="0" dirty="0" smtClean="0"/>
              <a:t> concept.</a:t>
            </a:r>
          </a:p>
          <a:p>
            <a:r>
              <a:rPr lang="en-US" baseline="0" dirty="0" smtClean="0"/>
              <a:t>No universal definition.</a:t>
            </a:r>
            <a:endParaRPr lang="en-US" dirty="0"/>
          </a:p>
        </p:txBody>
      </p:sp>
      <p:sp>
        <p:nvSpPr>
          <p:cNvPr id="4" name="Slide Number Placeholder 3"/>
          <p:cNvSpPr>
            <a:spLocks noGrp="1"/>
          </p:cNvSpPr>
          <p:nvPr>
            <p:ph type="sldNum" sz="quarter" idx="10"/>
          </p:nvPr>
        </p:nvSpPr>
        <p:spPr/>
        <p:txBody>
          <a:bodyPr/>
          <a:lstStyle/>
          <a:p>
            <a:fld id="{76C7EBE9-FBA5-4606-B4BF-D5A892555425}" type="slidenum">
              <a:rPr lang="en-US" smtClean="0"/>
              <a:t>2</a:t>
            </a:fld>
            <a:endParaRPr lang="en-US"/>
          </a:p>
        </p:txBody>
      </p:sp>
    </p:spTree>
    <p:extLst>
      <p:ext uri="{BB962C8B-B14F-4D97-AF65-F5344CB8AC3E}">
        <p14:creationId xmlns:p14="http://schemas.microsoft.com/office/powerpoint/2010/main" val="271082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Intuitive</a:t>
            </a:r>
            <a:r>
              <a:rPr lang="en-US" baseline="0" dirty="0" smtClean="0"/>
              <a:t> concept.</a:t>
            </a:r>
          </a:p>
          <a:p>
            <a:r>
              <a:rPr lang="en-US" baseline="0" dirty="0" smtClean="0"/>
              <a:t>No universal definition.</a:t>
            </a:r>
            <a:endParaRPr lang="en-US" dirty="0"/>
          </a:p>
        </p:txBody>
      </p:sp>
      <p:sp>
        <p:nvSpPr>
          <p:cNvPr id="4" name="Slide Number Placeholder 3"/>
          <p:cNvSpPr>
            <a:spLocks noGrp="1"/>
          </p:cNvSpPr>
          <p:nvPr>
            <p:ph type="sldNum" sz="quarter" idx="10"/>
          </p:nvPr>
        </p:nvSpPr>
        <p:spPr/>
        <p:txBody>
          <a:bodyPr/>
          <a:lstStyle/>
          <a:p>
            <a:fld id="{76C7EBE9-FBA5-4606-B4BF-D5A892555425}" type="slidenum">
              <a:rPr lang="en-US" smtClean="0"/>
              <a:t>3</a:t>
            </a:fld>
            <a:endParaRPr lang="en-US"/>
          </a:p>
        </p:txBody>
      </p:sp>
    </p:spTree>
    <p:extLst>
      <p:ext uri="{BB962C8B-B14F-4D97-AF65-F5344CB8AC3E}">
        <p14:creationId xmlns:p14="http://schemas.microsoft.com/office/powerpoint/2010/main" val="2710821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Criteria: The government</a:t>
            </a:r>
            <a:r>
              <a:rPr lang="en-US" baseline="0" dirty="0" smtClean="0"/>
              <a:t> has decided that the issue is a societal problem that must </a:t>
            </a:r>
            <a:r>
              <a:rPr lang="en-US" baseline="0" smtClean="0"/>
              <a:t>be addressed.</a:t>
            </a:r>
            <a:endParaRPr lang="en-US" dirty="0"/>
          </a:p>
        </p:txBody>
      </p:sp>
      <p:sp>
        <p:nvSpPr>
          <p:cNvPr id="4" name="Slide Number Placeholder 3"/>
          <p:cNvSpPr>
            <a:spLocks noGrp="1"/>
          </p:cNvSpPr>
          <p:nvPr>
            <p:ph type="sldNum" sz="quarter" idx="10"/>
          </p:nvPr>
        </p:nvSpPr>
        <p:spPr/>
        <p:txBody>
          <a:bodyPr/>
          <a:lstStyle/>
          <a:p>
            <a:fld id="{76C7EBE9-FBA5-4606-B4BF-D5A892555425}" type="slidenum">
              <a:rPr lang="en-US" smtClean="0"/>
              <a:t>5</a:t>
            </a:fld>
            <a:endParaRPr lang="en-US"/>
          </a:p>
        </p:txBody>
      </p:sp>
    </p:spTree>
    <p:extLst>
      <p:ext uri="{BB962C8B-B14F-4D97-AF65-F5344CB8AC3E}">
        <p14:creationId xmlns:p14="http://schemas.microsoft.com/office/powerpoint/2010/main" val="3133091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Criteria: The issue</a:t>
            </a:r>
            <a:r>
              <a:rPr lang="en-US" baseline="0" dirty="0" smtClean="0"/>
              <a:t> involves a significant amount of limited resources.</a:t>
            </a:r>
            <a:endParaRPr lang="en-US" dirty="0" smtClean="0"/>
          </a:p>
          <a:p>
            <a:endParaRPr lang="en-US" dirty="0" smtClean="0"/>
          </a:p>
          <a:p>
            <a:r>
              <a:rPr lang="en-US" dirty="0" smtClean="0"/>
              <a:t>“CMS Medicare Budget Overview.” 2018. Centers for Medicare and Medicaid</a:t>
            </a:r>
            <a:r>
              <a:rPr lang="en-US" baseline="0" dirty="0" smtClean="0"/>
              <a:t> Services. U.S. Department of Health &amp; Human Services. Retrieved from https://www.hhs.gov/about/budget/fy2018/budget-in-brief/cms/medicare/index.html.</a:t>
            </a:r>
          </a:p>
          <a:p>
            <a:endParaRPr lang="en-US" baseline="0" dirty="0" smtClean="0"/>
          </a:p>
          <a:p>
            <a:r>
              <a:rPr lang="en-US" baseline="0" dirty="0" smtClean="0"/>
              <a:t>US Spending. (</a:t>
            </a:r>
            <a:r>
              <a:rPr lang="en-US" baseline="0" dirty="0" err="1" smtClean="0"/>
              <a:t>n.d.</a:t>
            </a:r>
            <a:r>
              <a:rPr lang="en-US" baseline="0" dirty="0" smtClean="0"/>
              <a:t>) USGovernmentSpending.com. Retrieved from https://www.usgovernmentspending.com/year_spending_2018USbn_20bs2n_4041_605#usgs302</a:t>
            </a:r>
            <a:endParaRPr lang="en-US" dirty="0"/>
          </a:p>
        </p:txBody>
      </p:sp>
      <p:sp>
        <p:nvSpPr>
          <p:cNvPr id="4" name="Slide Number Placeholder 3"/>
          <p:cNvSpPr>
            <a:spLocks noGrp="1"/>
          </p:cNvSpPr>
          <p:nvPr>
            <p:ph type="sldNum" sz="quarter" idx="10"/>
          </p:nvPr>
        </p:nvSpPr>
        <p:spPr/>
        <p:txBody>
          <a:bodyPr/>
          <a:lstStyle/>
          <a:p>
            <a:fld id="{76C7EBE9-FBA5-4606-B4BF-D5A892555425}" type="slidenum">
              <a:rPr lang="en-US" smtClean="0"/>
              <a:t>6</a:t>
            </a:fld>
            <a:endParaRPr lang="en-US"/>
          </a:p>
        </p:txBody>
      </p:sp>
    </p:spTree>
    <p:extLst>
      <p:ext uri="{BB962C8B-B14F-4D97-AF65-F5344CB8AC3E}">
        <p14:creationId xmlns:p14="http://schemas.microsoft.com/office/powerpoint/2010/main" val="177481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Criteria: The issue has a significant</a:t>
            </a:r>
            <a:r>
              <a:rPr lang="en-US" baseline="0" dirty="0" smtClean="0"/>
              <a:t> impact </a:t>
            </a:r>
            <a:r>
              <a:rPr lang="en-US" dirty="0" smtClean="0"/>
              <a:t>on general</a:t>
            </a:r>
            <a:r>
              <a:rPr lang="en-US" baseline="0" dirty="0" smtClean="0"/>
              <a:t> societal welfare.</a:t>
            </a:r>
            <a:endParaRPr lang="en-US" dirty="0"/>
          </a:p>
        </p:txBody>
      </p:sp>
      <p:sp>
        <p:nvSpPr>
          <p:cNvPr id="4" name="Slide Number Placeholder 3"/>
          <p:cNvSpPr>
            <a:spLocks noGrp="1"/>
          </p:cNvSpPr>
          <p:nvPr>
            <p:ph type="sldNum" sz="quarter" idx="10"/>
          </p:nvPr>
        </p:nvSpPr>
        <p:spPr/>
        <p:txBody>
          <a:bodyPr/>
          <a:lstStyle/>
          <a:p>
            <a:fld id="{76C7EBE9-FBA5-4606-B4BF-D5A892555425}" type="slidenum">
              <a:rPr lang="en-US" smtClean="0"/>
              <a:t>7</a:t>
            </a:fld>
            <a:endParaRPr lang="en-US"/>
          </a:p>
        </p:txBody>
      </p:sp>
    </p:spTree>
    <p:extLst>
      <p:ext uri="{BB962C8B-B14F-4D97-AF65-F5344CB8AC3E}">
        <p14:creationId xmlns:p14="http://schemas.microsoft.com/office/powerpoint/2010/main" val="3000330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C7EBE9-FBA5-4606-B4BF-D5A892555425}" type="slidenum">
              <a:rPr lang="en-US" smtClean="0"/>
              <a:t>19</a:t>
            </a:fld>
            <a:endParaRPr lang="en-US"/>
          </a:p>
        </p:txBody>
      </p:sp>
    </p:spTree>
    <p:extLst>
      <p:ext uri="{BB962C8B-B14F-4D97-AF65-F5344CB8AC3E}">
        <p14:creationId xmlns:p14="http://schemas.microsoft.com/office/powerpoint/2010/main" val="810233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Excluded</a:t>
            </a:r>
            <a:r>
              <a:rPr lang="en-US" baseline="0" dirty="0" smtClean="0"/>
              <a:t> CMADE and RATIOCIT because of logical reasoning.</a:t>
            </a:r>
          </a:p>
          <a:p>
            <a:r>
              <a:rPr lang="en-US" baseline="0" dirty="0" smtClean="0"/>
              <a:t>Excluded other predictor variables that were not continuous interval. </a:t>
            </a:r>
            <a:endParaRPr lang="en-US" dirty="0"/>
          </a:p>
        </p:txBody>
      </p:sp>
      <p:sp>
        <p:nvSpPr>
          <p:cNvPr id="4" name="Slide Number Placeholder 3"/>
          <p:cNvSpPr>
            <a:spLocks noGrp="1"/>
          </p:cNvSpPr>
          <p:nvPr>
            <p:ph type="sldNum" sz="quarter" idx="10"/>
          </p:nvPr>
        </p:nvSpPr>
        <p:spPr/>
        <p:txBody>
          <a:bodyPr/>
          <a:lstStyle/>
          <a:p>
            <a:fld id="{76C7EBE9-FBA5-4606-B4BF-D5A892555425}" type="slidenum">
              <a:rPr lang="en-US" smtClean="0"/>
              <a:t>23</a:t>
            </a:fld>
            <a:endParaRPr lang="en-US"/>
          </a:p>
        </p:txBody>
      </p:sp>
    </p:spTree>
    <p:extLst>
      <p:ext uri="{BB962C8B-B14F-4D97-AF65-F5344CB8AC3E}">
        <p14:creationId xmlns:p14="http://schemas.microsoft.com/office/powerpoint/2010/main" val="3042111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1FCE38-2186-4D26-B7FB-3342183A2F51}" type="datetimeFigureOut">
              <a:rPr lang="en-US" smtClean="0"/>
              <a:t>04/11/2019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704911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1FCE38-2186-4D26-B7FB-3342183A2F51}" type="datetimeFigureOut">
              <a:rPr lang="en-US" smtClean="0"/>
              <a:t>04/11/2019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4199269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1FCE38-2186-4D26-B7FB-3342183A2F51}" type="datetimeFigureOut">
              <a:rPr lang="en-US" smtClean="0"/>
              <a:t>04/11/2019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4173417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11250"/>
            <a:ext cx="4038600" cy="3143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11250"/>
            <a:ext cx="4038600" cy="3143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1FCE38-2186-4D26-B7FB-3342183A2F51}" type="datetimeFigureOut">
              <a:rPr lang="en-US" smtClean="0"/>
              <a:t>04/11/2019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285470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9525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1FCE38-2186-4D26-B7FB-3342183A2F51}" type="datetimeFigureOut">
              <a:rPr lang="en-US" smtClean="0"/>
              <a:t>04/11/2019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2037929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1FCE38-2186-4D26-B7FB-3342183A2F51}" type="datetimeFigureOut">
              <a:rPr lang="en-US" smtClean="0"/>
              <a:t>04/11/2019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2216548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1FCE38-2186-4D26-B7FB-3342183A2F51}" type="datetimeFigureOut">
              <a:rPr lang="en-US" smtClean="0"/>
              <a:t>04/11/2019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3153959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27542"/>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1FCE38-2186-4D26-B7FB-3342183A2F51}" type="datetimeFigureOut">
              <a:rPr lang="en-US" smtClean="0"/>
              <a:t>04/11/2019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3972390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1FCE38-2186-4D26-B7FB-3342183A2F51}" type="datetimeFigureOut">
              <a:rPr lang="en-US" smtClean="0"/>
              <a:t>04/11/2019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3030684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1FCE38-2186-4D26-B7FB-3342183A2F51}" type="datetimeFigureOut">
              <a:rPr lang="en-US" smtClean="0"/>
              <a:t>04/11/2019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218858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406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406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1FCE38-2186-4D26-B7FB-3342183A2F51}" type="datetimeFigureOut">
              <a:rPr lang="en-US" smtClean="0"/>
              <a:t>04/11/2019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165FE-5E7F-4CA1-B535-35D8C888C589}" type="slidenum">
              <a:rPr lang="en-US" smtClean="0"/>
              <a:t>‹#›</a:t>
            </a:fld>
            <a:endParaRPr lang="en-US"/>
          </a:p>
        </p:txBody>
      </p:sp>
    </p:spTree>
    <p:extLst>
      <p:ext uri="{BB962C8B-B14F-4D97-AF65-F5344CB8AC3E}">
        <p14:creationId xmlns:p14="http://schemas.microsoft.com/office/powerpoint/2010/main" val="2812078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865"/>
            <a:ext cx="8229600" cy="9525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333500"/>
            <a:ext cx="8229600" cy="377163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5296959"/>
            <a:ext cx="21336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fld id="{FC1FCE38-2186-4D26-B7FB-3342183A2F51}" type="datetimeFigureOut">
              <a:rPr lang="en-US" smtClean="0"/>
              <a:t>04/11/2019</a:t>
            </a:fld>
            <a:endParaRPr lang="en-US"/>
          </a:p>
        </p:txBody>
      </p:sp>
      <p:sp>
        <p:nvSpPr>
          <p:cNvPr id="5" name="Footer Placeholder 4"/>
          <p:cNvSpPr>
            <a:spLocks noGrp="1"/>
          </p:cNvSpPr>
          <p:nvPr>
            <p:ph type="ftr" sz="quarter" idx="3"/>
          </p:nvPr>
        </p:nvSpPr>
        <p:spPr>
          <a:xfrm>
            <a:off x="3124200" y="5296959"/>
            <a:ext cx="2895600" cy="3042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5296959"/>
            <a:ext cx="21336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8DF165FE-5E7F-4CA1-B535-35D8C888C589}" type="slidenum">
              <a:rPr lang="en-US" smtClean="0"/>
              <a:t>‹#›</a:t>
            </a:fld>
            <a:endParaRPr lang="en-US"/>
          </a:p>
        </p:txBody>
      </p:sp>
    </p:spTree>
    <p:extLst>
      <p:ext uri="{BB962C8B-B14F-4D97-AF65-F5344CB8AC3E}">
        <p14:creationId xmlns:p14="http://schemas.microsoft.com/office/powerpoint/2010/main" val="2662382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Microsoft_Excel_97-2003_Worksheet1.xls"/></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63040"/>
            <a:ext cx="9144000" cy="954107"/>
          </a:xfrm>
          <a:prstGeom prst="rect">
            <a:avLst/>
          </a:prstGeom>
          <a:noFill/>
        </p:spPr>
        <p:txBody>
          <a:bodyPr wrap="square" rtlCol="0">
            <a:spAutoFit/>
          </a:bodyPr>
          <a:lstStyle/>
          <a:p>
            <a:pPr algn="ctr"/>
            <a:r>
              <a:rPr lang="en-US" sz="2800" b="1" dirty="0" smtClean="0"/>
              <a:t>Considering Development Stage and Geography in Technology Transfer Public Policy</a:t>
            </a:r>
            <a:endParaRPr lang="en-US" sz="2800" b="1" dirty="0"/>
          </a:p>
        </p:txBody>
      </p:sp>
      <p:sp>
        <p:nvSpPr>
          <p:cNvPr id="5" name="TextBox 4"/>
          <p:cNvSpPr txBox="1"/>
          <p:nvPr/>
        </p:nvSpPr>
        <p:spPr>
          <a:xfrm>
            <a:off x="0" y="2743200"/>
            <a:ext cx="9144000" cy="923330"/>
          </a:xfrm>
          <a:prstGeom prst="rect">
            <a:avLst/>
          </a:prstGeom>
          <a:noFill/>
        </p:spPr>
        <p:txBody>
          <a:bodyPr wrap="square" rtlCol="0">
            <a:spAutoFit/>
          </a:bodyPr>
          <a:lstStyle/>
          <a:p>
            <a:pPr algn="ctr"/>
            <a:r>
              <a:rPr lang="en-US" dirty="0" smtClean="0"/>
              <a:t>Malcolm S. Townes</a:t>
            </a:r>
          </a:p>
          <a:p>
            <a:pPr algn="ctr"/>
            <a:endParaRPr lang="en-US" dirty="0" smtClean="0"/>
          </a:p>
          <a:p>
            <a:pPr algn="ctr"/>
            <a:r>
              <a:rPr lang="en-US" dirty="0" smtClean="0"/>
              <a:t>Saint Louis University</a:t>
            </a:r>
            <a:endParaRPr lang="en-US" dirty="0"/>
          </a:p>
        </p:txBody>
      </p:sp>
    </p:spTree>
    <p:extLst>
      <p:ext uri="{BB962C8B-B14F-4D97-AF65-F5344CB8AC3E}">
        <p14:creationId xmlns:p14="http://schemas.microsoft.com/office/powerpoint/2010/main" val="4071271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91440"/>
            <a:ext cx="9144000" cy="523220"/>
          </a:xfrm>
          <a:prstGeom prst="rect">
            <a:avLst/>
          </a:prstGeom>
          <a:noFill/>
        </p:spPr>
        <p:txBody>
          <a:bodyPr wrap="square" rtlCol="0">
            <a:spAutoFit/>
          </a:bodyPr>
          <a:lstStyle/>
          <a:p>
            <a:pPr algn="ctr"/>
            <a:r>
              <a:rPr lang="en-US" sz="2800" b="1" dirty="0" smtClean="0"/>
              <a:t>Agenda</a:t>
            </a:r>
            <a:endParaRPr lang="en-US" sz="2800" b="1" dirty="0"/>
          </a:p>
        </p:txBody>
      </p:sp>
      <p:graphicFrame>
        <p:nvGraphicFramePr>
          <p:cNvPr id="2" name="Diagram 1"/>
          <p:cNvGraphicFramePr/>
          <p:nvPr>
            <p:extLst>
              <p:ext uri="{D42A27DB-BD31-4B8C-83A1-F6EECF244321}">
                <p14:modId xmlns:p14="http://schemas.microsoft.com/office/powerpoint/2010/main" val="725048687"/>
              </p:ext>
            </p:extLst>
          </p:nvPr>
        </p:nvGraphicFramePr>
        <p:xfrm>
          <a:off x="228600" y="825479"/>
          <a:ext cx="86868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090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91440"/>
            <a:ext cx="9144000" cy="523220"/>
          </a:xfrm>
          <a:prstGeom prst="rect">
            <a:avLst/>
          </a:prstGeom>
          <a:noFill/>
        </p:spPr>
        <p:txBody>
          <a:bodyPr wrap="square" rtlCol="0">
            <a:spAutoFit/>
          </a:bodyPr>
          <a:lstStyle/>
          <a:p>
            <a:pPr algn="ctr"/>
            <a:r>
              <a:rPr lang="en-US" sz="2800" b="1" dirty="0" smtClean="0"/>
              <a:t>Defining Public Policy</a:t>
            </a:r>
            <a:endParaRPr lang="en-US" sz="2800" b="1" dirty="0"/>
          </a:p>
        </p:txBody>
      </p:sp>
      <p:sp>
        <p:nvSpPr>
          <p:cNvPr id="4" name="TextBox 3"/>
          <p:cNvSpPr txBox="1"/>
          <p:nvPr/>
        </p:nvSpPr>
        <p:spPr>
          <a:xfrm>
            <a:off x="228600" y="1020726"/>
            <a:ext cx="8686800" cy="2308324"/>
          </a:xfrm>
          <a:prstGeom prst="rect">
            <a:avLst/>
          </a:prstGeom>
          <a:noFill/>
        </p:spPr>
        <p:txBody>
          <a:bodyPr wrap="square" rtlCol="0">
            <a:spAutoFit/>
          </a:bodyPr>
          <a:lstStyle/>
          <a:p>
            <a:pPr lvl="0"/>
            <a:r>
              <a:rPr lang="en-US" dirty="0">
                <a:solidFill>
                  <a:prstClr val="black"/>
                </a:solidFill>
              </a:rPr>
              <a:t>“whatever governments choose to do or not do” (Dye, 1987).</a:t>
            </a:r>
          </a:p>
          <a:p>
            <a:endParaRPr lang="en-US" dirty="0" smtClean="0"/>
          </a:p>
          <a:p>
            <a:r>
              <a:rPr lang="en-US" dirty="0" smtClean="0"/>
              <a:t>“the </a:t>
            </a:r>
            <a:r>
              <a:rPr lang="en-US" dirty="0"/>
              <a:t>sum total of government action, from signals of intent to the final </a:t>
            </a:r>
            <a:r>
              <a:rPr lang="en-US" dirty="0" smtClean="0"/>
              <a:t>outcomes” </a:t>
            </a:r>
            <a:br>
              <a:rPr lang="en-US" dirty="0" smtClean="0"/>
            </a:br>
            <a:r>
              <a:rPr lang="en-US" dirty="0" smtClean="0"/>
              <a:t>(</a:t>
            </a:r>
            <a:r>
              <a:rPr lang="en-US" dirty="0" err="1" smtClean="0"/>
              <a:t>Cairney</a:t>
            </a:r>
            <a:r>
              <a:rPr lang="en-US" dirty="0" smtClean="0"/>
              <a:t>, 2016).</a:t>
            </a:r>
          </a:p>
          <a:p>
            <a:endParaRPr lang="en-US" dirty="0"/>
          </a:p>
          <a:p>
            <a:pPr lvl="0"/>
            <a:r>
              <a:rPr lang="en-US" dirty="0" smtClean="0">
                <a:solidFill>
                  <a:prstClr val="black"/>
                </a:solidFill>
              </a:rPr>
              <a:t>“the actions, objectives, and pronouncements of governments on particular matters, the steps they take (or fail to take) to implement them, and the explanations they give for what happens (or does not happen)” (Wilson, 2006).</a:t>
            </a:r>
            <a:endParaRPr lang="en-US" dirty="0">
              <a:solidFill>
                <a:prstClr val="black"/>
              </a:solidFill>
            </a:endParaRPr>
          </a:p>
        </p:txBody>
      </p:sp>
    </p:spTree>
    <p:extLst>
      <p:ext uri="{BB962C8B-B14F-4D97-AF65-F5344CB8AC3E}">
        <p14:creationId xmlns:p14="http://schemas.microsoft.com/office/powerpoint/2010/main" val="297501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9144000" cy="523220"/>
          </a:xfrm>
          <a:prstGeom prst="rect">
            <a:avLst/>
          </a:prstGeom>
          <a:noFill/>
        </p:spPr>
        <p:txBody>
          <a:bodyPr wrap="square" rtlCol="0">
            <a:spAutoFit/>
          </a:bodyPr>
          <a:lstStyle/>
          <a:p>
            <a:pPr algn="ctr"/>
            <a:r>
              <a:rPr lang="en-US" sz="2800" b="1" dirty="0" smtClean="0"/>
              <a:t>Significance and Importance</a:t>
            </a:r>
            <a:endParaRPr lang="en-US" sz="2800" b="1" dirty="0"/>
          </a:p>
        </p:txBody>
      </p:sp>
    </p:spTree>
    <p:extLst>
      <p:ext uri="{BB962C8B-B14F-4D97-AF65-F5344CB8AC3E}">
        <p14:creationId xmlns:p14="http://schemas.microsoft.com/office/powerpoint/2010/main" val="10532295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8637" y="25758"/>
            <a:ext cx="4421810" cy="5669280"/>
            <a:chOff x="38637" y="25758"/>
            <a:chExt cx="4421810" cy="566928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7" y="25758"/>
              <a:ext cx="4421810" cy="5669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808602" y="3264905"/>
              <a:ext cx="1280160" cy="92154"/>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40357" y="3577829"/>
              <a:ext cx="1459106" cy="92154"/>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40357" y="3669522"/>
              <a:ext cx="449608" cy="92154"/>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431951" y="3484186"/>
              <a:ext cx="667512" cy="93643"/>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46457" y="4074565"/>
              <a:ext cx="1459106" cy="102413"/>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46457" y="3972152"/>
              <a:ext cx="1459106" cy="102413"/>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28839" y="3869739"/>
              <a:ext cx="1078992" cy="102413"/>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40357" y="3353036"/>
              <a:ext cx="548640" cy="92154"/>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37947" y="1743384"/>
              <a:ext cx="1645920" cy="663317"/>
            </a:xfrm>
            <a:prstGeom prst="rect">
              <a:avLst/>
            </a:prstGeom>
            <a:solidFill>
              <a:srgbClr val="FFFF00">
                <a:alpha val="20000"/>
              </a:srgbClr>
            </a:solidFill>
            <a:ln w="158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9465166" y="4014835"/>
            <a:ext cx="4591976" cy="1516858"/>
            <a:chOff x="4520821" y="2249757"/>
            <a:chExt cx="4591976" cy="1516858"/>
          </a:xfrm>
        </p:grpSpPr>
        <p:sp>
          <p:nvSpPr>
            <p:cNvPr id="13" name="TextBox 12"/>
            <p:cNvSpPr txBox="1"/>
            <p:nvPr/>
          </p:nvSpPr>
          <p:spPr>
            <a:xfrm>
              <a:off x="4776717" y="2251882"/>
              <a:ext cx="4336080" cy="1200329"/>
            </a:xfrm>
            <a:prstGeom prst="rect">
              <a:avLst/>
            </a:prstGeom>
            <a:noFill/>
          </p:spPr>
          <p:txBody>
            <a:bodyPr wrap="square" rtlCol="0">
              <a:spAutoFit/>
            </a:bodyPr>
            <a:lstStyle/>
            <a:p>
              <a:r>
                <a:rPr lang="en-US" sz="2400" dirty="0" smtClean="0"/>
                <a:t>…prior to 1980, only 5 percent of government-owned patents had ever been used by industry.</a:t>
              </a:r>
              <a:endParaRPr lang="en-US" sz="2400" dirty="0"/>
            </a:p>
          </p:txBody>
        </p:sp>
        <p:sp>
          <p:nvSpPr>
            <p:cNvPr id="15" name="TextBox 14"/>
            <p:cNvSpPr txBox="1"/>
            <p:nvPr/>
          </p:nvSpPr>
          <p:spPr>
            <a:xfrm>
              <a:off x="5008729" y="3458838"/>
              <a:ext cx="3998795" cy="307777"/>
            </a:xfrm>
            <a:prstGeom prst="rect">
              <a:avLst/>
            </a:prstGeom>
            <a:noFill/>
          </p:spPr>
          <p:txBody>
            <a:bodyPr wrap="square" rtlCol="0">
              <a:spAutoFit/>
            </a:bodyPr>
            <a:lstStyle/>
            <a:p>
              <a:pPr algn="r"/>
              <a:r>
                <a:rPr lang="en-US" sz="1400" dirty="0" smtClean="0"/>
                <a:t>Schact  (2012) as cited in Tseng &amp; </a:t>
              </a:r>
              <a:r>
                <a:rPr lang="en-US" sz="1400" dirty="0" err="1" smtClean="0"/>
                <a:t>Raudensky</a:t>
              </a:r>
              <a:r>
                <a:rPr lang="en-US" sz="1400" dirty="0" smtClean="0"/>
                <a:t>, 2014</a:t>
              </a:r>
              <a:endParaRPr lang="en-US" sz="1400" dirty="0"/>
            </a:p>
          </p:txBody>
        </p:sp>
        <p:pic>
          <p:nvPicPr>
            <p:cNvPr id="5122" name="Picture 2" descr="C:\Users\townesm\Downloads\kisspng-quotation-mark-symbol-icon-quotation-transparent-png-5a758275d3b618.865304691517650549867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20821" y="2249757"/>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Users\townesm\Downloads\kisspng-quotation-mark-symbol-icon-quotation-transparent-png-5a758275d3b618.865304691517650549867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flipV="1">
              <a:off x="8368996" y="3012559"/>
              <a:ext cx="274320" cy="274320"/>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Rectangular Callout 15"/>
          <p:cNvSpPr/>
          <p:nvPr/>
        </p:nvSpPr>
        <p:spPr>
          <a:xfrm>
            <a:off x="4699443" y="63772"/>
            <a:ext cx="4389120" cy="2233077"/>
          </a:xfrm>
          <a:prstGeom prst="wedgeRectCallout">
            <a:avLst>
              <a:gd name="adj1" fmla="val -107179"/>
              <a:gd name="adj2" fmla="val 396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For America to maintain its position as the </a:t>
            </a:r>
            <a:r>
              <a:rPr lang="en-US" dirty="0" smtClean="0"/>
              <a:t>leader in </a:t>
            </a:r>
            <a:r>
              <a:rPr lang="en-US" dirty="0"/>
              <a:t>global innovation, bring products to </a:t>
            </a:r>
            <a:r>
              <a:rPr lang="en-US" dirty="0" smtClean="0"/>
              <a:t>market more </a:t>
            </a:r>
            <a:r>
              <a:rPr lang="en-US" dirty="0"/>
              <a:t>quickly, grow the economy, and </a:t>
            </a:r>
            <a:r>
              <a:rPr lang="en-US" dirty="0" smtClean="0"/>
              <a:t>maintain a </a:t>
            </a:r>
            <a:r>
              <a:rPr lang="en-US" dirty="0"/>
              <a:t>strong national security </a:t>
            </a:r>
            <a:r>
              <a:rPr lang="en-US" dirty="0" smtClean="0"/>
              <a:t>innovation </a:t>
            </a:r>
            <a:r>
              <a:rPr lang="en-US" dirty="0"/>
              <a:t>base, it </a:t>
            </a:r>
            <a:r>
              <a:rPr lang="en-US" dirty="0" smtClean="0"/>
              <a:t>is essential </a:t>
            </a:r>
            <a:r>
              <a:rPr lang="en-US" dirty="0"/>
              <a:t>to optimize technology transfer and </a:t>
            </a:r>
            <a:r>
              <a:rPr lang="en-US" dirty="0" smtClean="0"/>
              <a:t>support programs </a:t>
            </a:r>
            <a:r>
              <a:rPr lang="en-US" dirty="0"/>
              <a:t>to increase the return on </a:t>
            </a:r>
            <a:r>
              <a:rPr lang="en-US" dirty="0" smtClean="0"/>
              <a:t>investment (ROI</a:t>
            </a:r>
            <a:r>
              <a:rPr lang="en-US" dirty="0"/>
              <a:t>) from federally funded R&amp;D.</a:t>
            </a:r>
          </a:p>
        </p:txBody>
      </p:sp>
      <p:sp>
        <p:nvSpPr>
          <p:cNvPr id="18" name="Rectangular Callout 17"/>
          <p:cNvSpPr/>
          <p:nvPr/>
        </p:nvSpPr>
        <p:spPr>
          <a:xfrm>
            <a:off x="4688958" y="2434843"/>
            <a:ext cx="4389120" cy="640080"/>
          </a:xfrm>
          <a:prstGeom prst="wedgeRectCallout">
            <a:avLst>
              <a:gd name="adj1" fmla="val -107764"/>
              <a:gd name="adj2" fmla="val 8471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…increasing private sector investment in</a:t>
            </a:r>
          </a:p>
          <a:p>
            <a:r>
              <a:rPr lang="en-US" dirty="0"/>
              <a:t>later-stage R&amp;D…</a:t>
            </a:r>
          </a:p>
        </p:txBody>
      </p:sp>
      <p:sp>
        <p:nvSpPr>
          <p:cNvPr id="21" name="Rectangular Callout 20"/>
          <p:cNvSpPr/>
          <p:nvPr/>
        </p:nvSpPr>
        <p:spPr>
          <a:xfrm>
            <a:off x="4699443" y="3310981"/>
            <a:ext cx="4389120" cy="640080"/>
          </a:xfrm>
          <a:prstGeom prst="wedgeRectCallout">
            <a:avLst>
              <a:gd name="adj1" fmla="val -107764"/>
              <a:gd name="adj2" fmla="val -90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…more effective partnering </a:t>
            </a:r>
            <a:r>
              <a:rPr lang="en-US" dirty="0"/>
              <a:t>models and technology </a:t>
            </a:r>
            <a:r>
              <a:rPr lang="en-US" dirty="0" smtClean="0"/>
              <a:t>transfer mechanisms…</a:t>
            </a:r>
            <a:endParaRPr lang="en-US" dirty="0"/>
          </a:p>
        </p:txBody>
      </p:sp>
      <p:sp>
        <p:nvSpPr>
          <p:cNvPr id="22" name="Rectangular Callout 21"/>
          <p:cNvSpPr/>
          <p:nvPr/>
        </p:nvSpPr>
        <p:spPr>
          <a:xfrm>
            <a:off x="4688958" y="4289154"/>
            <a:ext cx="4389120" cy="822960"/>
          </a:xfrm>
          <a:prstGeom prst="wedgeRectCallout">
            <a:avLst>
              <a:gd name="adj1" fmla="val -108006"/>
              <a:gd name="adj2" fmla="val -765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…improving the methods for evaluating</a:t>
            </a:r>
          </a:p>
          <a:p>
            <a:r>
              <a:rPr lang="en-US" dirty="0"/>
              <a:t>the ROI and economic and national</a:t>
            </a:r>
          </a:p>
          <a:p>
            <a:r>
              <a:rPr lang="en-US" dirty="0"/>
              <a:t>security impacts of federally funded R&amp;D…</a:t>
            </a:r>
          </a:p>
        </p:txBody>
      </p:sp>
      <p:sp>
        <p:nvSpPr>
          <p:cNvPr id="19" name="TextBox 18"/>
          <p:cNvSpPr txBox="1"/>
          <p:nvPr/>
        </p:nvSpPr>
        <p:spPr>
          <a:xfrm>
            <a:off x="4699443" y="5251509"/>
            <a:ext cx="3411404" cy="338554"/>
          </a:xfrm>
          <a:prstGeom prst="rect">
            <a:avLst/>
          </a:prstGeom>
          <a:noFill/>
        </p:spPr>
        <p:txBody>
          <a:bodyPr wrap="square" rtlCol="0">
            <a:spAutoFit/>
          </a:bodyPr>
          <a:lstStyle/>
          <a:p>
            <a:r>
              <a:rPr lang="en-US" sz="1600" dirty="0" smtClean="0"/>
              <a:t>Source: OMB, 2018.</a:t>
            </a:r>
            <a:endParaRPr lang="en-US" sz="1600" dirty="0"/>
          </a:p>
        </p:txBody>
      </p:sp>
    </p:spTree>
    <p:extLst>
      <p:ext uri="{BB962C8B-B14F-4D97-AF65-F5344CB8AC3E}">
        <p14:creationId xmlns:p14="http://schemas.microsoft.com/office/powerpoint/2010/main" val="3667946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5204055"/>
            <a:ext cx="9144000" cy="338554"/>
          </a:xfrm>
          <a:prstGeom prst="rect">
            <a:avLst/>
          </a:prstGeom>
          <a:noFill/>
        </p:spPr>
        <p:txBody>
          <a:bodyPr wrap="square" rtlCol="0">
            <a:spAutoFit/>
          </a:bodyPr>
          <a:lstStyle/>
          <a:p>
            <a:pPr marL="457200" lvl="0" indent="-457200">
              <a:spcAft>
                <a:spcPts val="600"/>
              </a:spcAft>
            </a:pPr>
            <a:r>
              <a:rPr lang="en-US" sz="1600" dirty="0" smtClean="0">
                <a:solidFill>
                  <a:prstClr val="black"/>
                </a:solidFill>
              </a:rPr>
              <a:t>Source: “CMS </a:t>
            </a:r>
            <a:r>
              <a:rPr lang="en-US" sz="1600" dirty="0">
                <a:solidFill>
                  <a:prstClr val="black"/>
                </a:solidFill>
              </a:rPr>
              <a:t>Medicare Budget </a:t>
            </a:r>
            <a:r>
              <a:rPr lang="en-US" sz="1600" dirty="0" smtClean="0">
                <a:solidFill>
                  <a:prstClr val="black"/>
                </a:solidFill>
              </a:rPr>
              <a:t>Overview,” </a:t>
            </a:r>
            <a:r>
              <a:rPr lang="en-US" sz="1600" dirty="0">
                <a:solidFill>
                  <a:prstClr val="black"/>
                </a:solidFill>
              </a:rPr>
              <a:t>2018. </a:t>
            </a:r>
            <a:r>
              <a:rPr lang="en-US" sz="1600" dirty="0" smtClean="0">
                <a:solidFill>
                  <a:prstClr val="black"/>
                </a:solidFill>
              </a:rPr>
              <a:t>; “US Spending”, </a:t>
            </a:r>
            <a:r>
              <a:rPr lang="en-US" sz="1600" dirty="0" err="1" smtClean="0">
                <a:solidFill>
                  <a:prstClr val="black"/>
                </a:solidFill>
              </a:rPr>
              <a:t>nd</a:t>
            </a:r>
            <a:r>
              <a:rPr lang="en-US" sz="1600" dirty="0" smtClean="0">
                <a:solidFill>
                  <a:prstClr val="black"/>
                </a:solidFill>
              </a:rPr>
              <a:t>. </a:t>
            </a:r>
            <a:endParaRPr lang="en-US" sz="1600" dirty="0">
              <a:solidFill>
                <a:prstClr val="black"/>
              </a:solidFill>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616891978"/>
              </p:ext>
            </p:extLst>
          </p:nvPr>
        </p:nvGraphicFramePr>
        <p:xfrm>
          <a:off x="228600" y="94998"/>
          <a:ext cx="8686800" cy="5044696"/>
        </p:xfrm>
        <a:graphic>
          <a:graphicData uri="http://schemas.openxmlformats.org/presentationml/2006/ole">
            <mc:AlternateContent xmlns:mc="http://schemas.openxmlformats.org/markup-compatibility/2006">
              <mc:Choice xmlns:v="urn:schemas-microsoft-com:vml" Requires="v">
                <p:oleObj spid="_x0000_s3286" name="Worksheet" r:id="rId4" imgW="7038854" imgH="4086180" progId="Excel.Sheet.8">
                  <p:embed followColorScheme="full"/>
                </p:oleObj>
              </mc:Choice>
              <mc:Fallback>
                <p:oleObj name="Worksheet" r:id="rId4" imgW="7038854" imgH="4086180" progId="Excel.Sheet.8">
                  <p:embed followColorScheme="full"/>
                  <p:pic>
                    <p:nvPicPr>
                      <p:cNvPr id="0" name=""/>
                      <p:cNvPicPr/>
                      <p:nvPr/>
                    </p:nvPicPr>
                    <p:blipFill>
                      <a:blip r:embed="rId5"/>
                      <a:stretch>
                        <a:fillRect/>
                      </a:stretch>
                    </p:blipFill>
                    <p:spPr>
                      <a:xfrm>
                        <a:off x="228600" y="94998"/>
                        <a:ext cx="8686800" cy="5044696"/>
                      </a:xfrm>
                      <a:prstGeom prst="rect">
                        <a:avLst/>
                      </a:prstGeom>
                    </p:spPr>
                  </p:pic>
                </p:oleObj>
              </mc:Fallback>
            </mc:AlternateContent>
          </a:graphicData>
        </a:graphic>
      </p:graphicFrame>
    </p:spTree>
    <p:extLst>
      <p:ext uri="{BB962C8B-B14F-4D97-AF65-F5344CB8AC3E}">
        <p14:creationId xmlns:p14="http://schemas.microsoft.com/office/powerpoint/2010/main" val="38609793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ChangeAspect="1"/>
          </p:cNvGraphicFramePr>
          <p:nvPr>
            <p:extLst>
              <p:ext uri="{D42A27DB-BD31-4B8C-83A1-F6EECF244321}">
                <p14:modId xmlns:p14="http://schemas.microsoft.com/office/powerpoint/2010/main" val="443779935"/>
              </p:ext>
            </p:extLst>
          </p:nvPr>
        </p:nvGraphicFramePr>
        <p:xfrm>
          <a:off x="708747" y="114300"/>
          <a:ext cx="7726507" cy="5486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15588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9144000" cy="523220"/>
          </a:xfrm>
          <a:prstGeom prst="rect">
            <a:avLst/>
          </a:prstGeom>
          <a:noFill/>
        </p:spPr>
        <p:txBody>
          <a:bodyPr wrap="square" rtlCol="0">
            <a:spAutoFit/>
          </a:bodyPr>
          <a:lstStyle/>
          <a:p>
            <a:pPr algn="ctr"/>
            <a:r>
              <a:rPr lang="en-US" sz="2800" b="1" dirty="0" smtClean="0"/>
              <a:t>Literature Review</a:t>
            </a:r>
            <a:endParaRPr lang="en-US" sz="2800" b="1" dirty="0"/>
          </a:p>
        </p:txBody>
      </p:sp>
    </p:spTree>
    <p:extLst>
      <p:ext uri="{BB962C8B-B14F-4D97-AF65-F5344CB8AC3E}">
        <p14:creationId xmlns:p14="http://schemas.microsoft.com/office/powerpoint/2010/main" val="36675979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91440"/>
            <a:ext cx="9144000" cy="523220"/>
          </a:xfrm>
          <a:prstGeom prst="rect">
            <a:avLst/>
          </a:prstGeom>
          <a:noFill/>
        </p:spPr>
        <p:txBody>
          <a:bodyPr wrap="square" rtlCol="0">
            <a:spAutoFit/>
          </a:bodyPr>
          <a:lstStyle/>
          <a:p>
            <a:pPr algn="ctr"/>
            <a:r>
              <a:rPr lang="en-US" sz="2800" b="1" dirty="0" smtClean="0"/>
              <a:t>Literature Review</a:t>
            </a:r>
            <a:endParaRPr lang="en-US" sz="2800" b="1" dirty="0"/>
          </a:p>
        </p:txBody>
      </p:sp>
      <p:graphicFrame>
        <p:nvGraphicFramePr>
          <p:cNvPr id="4" name="Diagram 3"/>
          <p:cNvGraphicFramePr>
            <a:graphicFrameLocks/>
          </p:cNvGraphicFramePr>
          <p:nvPr>
            <p:extLst>
              <p:ext uri="{D42A27DB-BD31-4B8C-83A1-F6EECF244321}">
                <p14:modId xmlns:p14="http://schemas.microsoft.com/office/powerpoint/2010/main" val="3855825998"/>
              </p:ext>
            </p:extLst>
          </p:nvPr>
        </p:nvGraphicFramePr>
        <p:xfrm>
          <a:off x="92014" y="816874"/>
          <a:ext cx="8961120" cy="1917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a:graphicFrameLocks/>
          </p:cNvGraphicFramePr>
          <p:nvPr>
            <p:extLst>
              <p:ext uri="{D42A27DB-BD31-4B8C-83A1-F6EECF244321}">
                <p14:modId xmlns:p14="http://schemas.microsoft.com/office/powerpoint/2010/main" val="3573423342"/>
              </p:ext>
            </p:extLst>
          </p:nvPr>
        </p:nvGraphicFramePr>
        <p:xfrm>
          <a:off x="91440" y="3023705"/>
          <a:ext cx="8961120" cy="19177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01834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91440"/>
            <a:ext cx="9144000" cy="523220"/>
          </a:xfrm>
          <a:prstGeom prst="rect">
            <a:avLst/>
          </a:prstGeom>
          <a:noFill/>
        </p:spPr>
        <p:txBody>
          <a:bodyPr wrap="square" rtlCol="0">
            <a:spAutoFit/>
          </a:bodyPr>
          <a:lstStyle/>
          <a:p>
            <a:pPr algn="ctr"/>
            <a:r>
              <a:rPr lang="en-US" sz="2800" b="1" dirty="0" smtClean="0"/>
              <a:t>Literature Review</a:t>
            </a:r>
            <a:endParaRPr lang="en-US" sz="2800" b="1" dirty="0"/>
          </a:p>
        </p:txBody>
      </p:sp>
      <p:graphicFrame>
        <p:nvGraphicFramePr>
          <p:cNvPr id="3" name="Diagram 2"/>
          <p:cNvGraphicFramePr>
            <a:graphicFrameLocks/>
          </p:cNvGraphicFramePr>
          <p:nvPr>
            <p:extLst>
              <p:ext uri="{D42A27DB-BD31-4B8C-83A1-F6EECF244321}">
                <p14:modId xmlns:p14="http://schemas.microsoft.com/office/powerpoint/2010/main" val="3858324149"/>
              </p:ext>
            </p:extLst>
          </p:nvPr>
        </p:nvGraphicFramePr>
        <p:xfrm>
          <a:off x="91440" y="791205"/>
          <a:ext cx="8961120" cy="1917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a:graphicFrameLocks/>
          </p:cNvGraphicFramePr>
          <p:nvPr>
            <p:extLst>
              <p:ext uri="{D42A27DB-BD31-4B8C-83A1-F6EECF244321}">
                <p14:modId xmlns:p14="http://schemas.microsoft.com/office/powerpoint/2010/main" val="13495531"/>
              </p:ext>
            </p:extLst>
          </p:nvPr>
        </p:nvGraphicFramePr>
        <p:xfrm>
          <a:off x="91440" y="3164291"/>
          <a:ext cx="8961120" cy="19177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598446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91440"/>
            <a:ext cx="9144000" cy="523220"/>
          </a:xfrm>
          <a:prstGeom prst="rect">
            <a:avLst/>
          </a:prstGeom>
          <a:noFill/>
        </p:spPr>
        <p:txBody>
          <a:bodyPr wrap="square" rtlCol="0">
            <a:spAutoFit/>
          </a:bodyPr>
          <a:lstStyle/>
          <a:p>
            <a:pPr algn="ctr"/>
            <a:r>
              <a:rPr lang="en-US" sz="2800" b="1" dirty="0" smtClean="0"/>
              <a:t>Literature Review</a:t>
            </a:r>
            <a:endParaRPr lang="en-US" sz="2800" b="1" dirty="0"/>
          </a:p>
        </p:txBody>
      </p:sp>
      <p:graphicFrame>
        <p:nvGraphicFramePr>
          <p:cNvPr id="3" name="Diagram 2"/>
          <p:cNvGraphicFramePr>
            <a:graphicFrameLocks/>
          </p:cNvGraphicFramePr>
          <p:nvPr>
            <p:extLst>
              <p:ext uri="{D42A27DB-BD31-4B8C-83A1-F6EECF244321}">
                <p14:modId xmlns:p14="http://schemas.microsoft.com/office/powerpoint/2010/main" val="1152818969"/>
              </p:ext>
            </p:extLst>
          </p:nvPr>
        </p:nvGraphicFramePr>
        <p:xfrm>
          <a:off x="91440" y="791205"/>
          <a:ext cx="8961120" cy="1917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a:graphicFrameLocks/>
          </p:cNvGraphicFramePr>
          <p:nvPr>
            <p:extLst>
              <p:ext uri="{D42A27DB-BD31-4B8C-83A1-F6EECF244321}">
                <p14:modId xmlns:p14="http://schemas.microsoft.com/office/powerpoint/2010/main" val="2537048077"/>
              </p:ext>
            </p:extLst>
          </p:nvPr>
        </p:nvGraphicFramePr>
        <p:xfrm>
          <a:off x="91440" y="3033662"/>
          <a:ext cx="8961120" cy="19177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541793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9144000" cy="523220"/>
          </a:xfrm>
          <a:prstGeom prst="rect">
            <a:avLst/>
          </a:prstGeom>
          <a:noFill/>
        </p:spPr>
        <p:txBody>
          <a:bodyPr wrap="square" rtlCol="0">
            <a:spAutoFit/>
          </a:bodyPr>
          <a:lstStyle/>
          <a:p>
            <a:pPr algn="ctr"/>
            <a:r>
              <a:rPr lang="en-US" sz="2800" b="1" dirty="0" smtClean="0"/>
              <a:t>Research Questions and Hypotheses</a:t>
            </a:r>
            <a:endParaRPr lang="en-US" sz="2800" b="1" dirty="0"/>
          </a:p>
        </p:txBody>
      </p:sp>
    </p:spTree>
    <p:extLst>
      <p:ext uri="{BB962C8B-B14F-4D97-AF65-F5344CB8AC3E}">
        <p14:creationId xmlns:p14="http://schemas.microsoft.com/office/powerpoint/2010/main" val="42251675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91440"/>
            <a:ext cx="9144000" cy="523220"/>
          </a:xfrm>
          <a:prstGeom prst="rect">
            <a:avLst/>
          </a:prstGeom>
          <a:noFill/>
        </p:spPr>
        <p:txBody>
          <a:bodyPr wrap="square" rtlCol="0">
            <a:spAutoFit/>
          </a:bodyPr>
          <a:lstStyle/>
          <a:p>
            <a:pPr algn="ctr"/>
            <a:r>
              <a:rPr lang="en-US" sz="2800" b="1" dirty="0" smtClean="0"/>
              <a:t>Research Questions</a:t>
            </a:r>
            <a:endParaRPr lang="en-US" sz="2800" b="1" dirty="0"/>
          </a:p>
        </p:txBody>
      </p:sp>
      <p:graphicFrame>
        <p:nvGraphicFramePr>
          <p:cNvPr id="5" name="Table 4"/>
          <p:cNvGraphicFramePr>
            <a:graphicFrameLocks noGrp="1"/>
          </p:cNvGraphicFramePr>
          <p:nvPr>
            <p:extLst>
              <p:ext uri="{D42A27DB-BD31-4B8C-83A1-F6EECF244321}">
                <p14:modId xmlns:p14="http://schemas.microsoft.com/office/powerpoint/2010/main" val="1849447105"/>
              </p:ext>
            </p:extLst>
          </p:nvPr>
        </p:nvGraphicFramePr>
        <p:xfrm>
          <a:off x="228600" y="569880"/>
          <a:ext cx="7359732" cy="5026660"/>
        </p:xfrm>
        <a:graphic>
          <a:graphicData uri="http://schemas.openxmlformats.org/drawingml/2006/table">
            <a:tbl>
              <a:tblPr firstRow="1" firstCol="1" bandRow="1"/>
              <a:tblGrid>
                <a:gridCol w="507670"/>
                <a:gridCol w="6852062"/>
              </a:tblGrid>
              <a:tr h="914401">
                <a:tc>
                  <a:txBody>
                    <a:bodyPr/>
                    <a:lstStyle/>
                    <a:p>
                      <a:pPr marL="0" marR="0">
                        <a:lnSpc>
                          <a:spcPct val="115000"/>
                        </a:lnSpc>
                        <a:spcBef>
                          <a:spcPts val="0"/>
                        </a:spcBef>
                        <a:spcAft>
                          <a:spcPts val="0"/>
                        </a:spcAft>
                      </a:pPr>
                      <a:r>
                        <a:rPr lang="en-US" sz="1800" dirty="0">
                          <a:solidFill>
                            <a:srgbClr val="000000"/>
                          </a:solidFill>
                          <a:effectLst/>
                          <a:latin typeface="+mn-lt"/>
                          <a:ea typeface="Calibri"/>
                          <a:cs typeface="Times New Roman"/>
                        </a:rPr>
                        <a:t>Q1</a:t>
                      </a:r>
                      <a:endParaRPr lang="en-US" sz="1600" dirty="0">
                        <a:solidFill>
                          <a:srgbClr val="000000"/>
                        </a:solidFill>
                        <a:effectLst/>
                        <a:latin typeface="+mn-lt"/>
                        <a:ea typeface="Calibri"/>
                        <a:cs typeface="Times New Roman"/>
                      </a:endParaRPr>
                    </a:p>
                  </a:txBody>
                  <a:tcPr marL="73025" marR="73025" marT="36830" marB="3683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r>
                        <a:rPr lang="en-US" sz="1800" dirty="0">
                          <a:solidFill>
                            <a:srgbClr val="000000"/>
                          </a:solidFill>
                          <a:effectLst/>
                          <a:latin typeface="+mn-lt"/>
                          <a:ea typeface="Calibri"/>
                          <a:cs typeface="Times New Roman"/>
                        </a:rPr>
                        <a:t>What public policy alternatives are available for increasing the transfer of technologies derived from federally-funded research and development (R&amp;D) to the private sector taking into consideration the potential role of development stage in technology transfer outcomes?  </a:t>
                      </a:r>
                      <a:endParaRPr lang="en-US" sz="1600" dirty="0">
                        <a:solidFill>
                          <a:srgbClr val="000000"/>
                        </a:solidFill>
                        <a:effectLst/>
                        <a:latin typeface="+mn-lt"/>
                        <a:ea typeface="Calibri"/>
                        <a:cs typeface="Times New Roman"/>
                      </a:endParaRPr>
                    </a:p>
                  </a:txBody>
                  <a:tcPr marL="73025" marR="73025" marT="36830" marB="3683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676328">
                <a:tc>
                  <a:txBody>
                    <a:bodyPr/>
                    <a:lstStyle/>
                    <a:p>
                      <a:pPr marL="0" marR="0">
                        <a:lnSpc>
                          <a:spcPct val="115000"/>
                        </a:lnSpc>
                        <a:spcBef>
                          <a:spcPts val="0"/>
                        </a:spcBef>
                        <a:spcAft>
                          <a:spcPts val="0"/>
                        </a:spcAft>
                      </a:pPr>
                      <a:r>
                        <a:rPr lang="en-US" sz="1800">
                          <a:solidFill>
                            <a:srgbClr val="000000"/>
                          </a:solidFill>
                          <a:effectLst/>
                          <a:latin typeface="+mn-lt"/>
                          <a:ea typeface="Calibri"/>
                          <a:cs typeface="Times New Roman"/>
                        </a:rPr>
                        <a:t>Q2</a:t>
                      </a:r>
                      <a:endParaRPr lang="en-US" sz="1600">
                        <a:solidFill>
                          <a:srgbClr val="000000"/>
                        </a:solidFill>
                        <a:effectLst/>
                        <a:latin typeface="+mn-lt"/>
                        <a:ea typeface="Calibri"/>
                        <a:cs typeface="Times New Roman"/>
                      </a:endParaRPr>
                    </a:p>
                  </a:txBody>
                  <a:tcPr marL="73025" marR="73025" marT="36830" marB="36830">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r>
                        <a:rPr lang="en-US" sz="1800">
                          <a:solidFill>
                            <a:srgbClr val="000000"/>
                          </a:solidFill>
                          <a:effectLst/>
                          <a:latin typeface="+mn-lt"/>
                          <a:ea typeface="Calibri"/>
                          <a:cs typeface="Times New Roman"/>
                        </a:rPr>
                        <a:t>Is there a statistically significant association between development stage of a federally-funded R&amp;D project and the successful transfer to the private sector of technology derived from the R&amp;D project?</a:t>
                      </a:r>
                      <a:endParaRPr lang="en-US" sz="1600">
                        <a:solidFill>
                          <a:srgbClr val="000000"/>
                        </a:solidFill>
                        <a:effectLst/>
                        <a:latin typeface="+mn-lt"/>
                        <a:ea typeface="Calibri"/>
                        <a:cs typeface="Times New Roman"/>
                      </a:endParaRPr>
                    </a:p>
                  </a:txBody>
                  <a:tcPr marL="73025" marR="73025" marT="36830" marB="36830">
                    <a:lnL>
                      <a:noFill/>
                    </a:lnL>
                    <a:lnR w="12700" cap="flat" cmpd="sng" algn="ctr">
                      <a:solidFill>
                        <a:srgbClr val="000000"/>
                      </a:solidFill>
                      <a:prstDash val="solid"/>
                      <a:round/>
                      <a:headEnd type="none" w="med" len="med"/>
                      <a:tailEnd type="none" w="med" len="med"/>
                    </a:lnR>
                    <a:lnT>
                      <a:noFill/>
                    </a:lnT>
                    <a:lnB>
                      <a:noFill/>
                    </a:lnB>
                    <a:solidFill>
                      <a:srgbClr val="C0C0C0"/>
                    </a:solidFill>
                  </a:tcPr>
                </a:tc>
              </a:tr>
              <a:tr h="898452">
                <a:tc>
                  <a:txBody>
                    <a:bodyPr/>
                    <a:lstStyle/>
                    <a:p>
                      <a:pPr marL="0" marR="0">
                        <a:lnSpc>
                          <a:spcPct val="115000"/>
                        </a:lnSpc>
                        <a:spcBef>
                          <a:spcPts val="0"/>
                        </a:spcBef>
                        <a:spcAft>
                          <a:spcPts val="0"/>
                        </a:spcAft>
                      </a:pPr>
                      <a:r>
                        <a:rPr lang="en-US" sz="1800">
                          <a:solidFill>
                            <a:srgbClr val="000000"/>
                          </a:solidFill>
                          <a:effectLst/>
                          <a:latin typeface="+mn-lt"/>
                          <a:ea typeface="Calibri"/>
                          <a:cs typeface="Times New Roman"/>
                        </a:rPr>
                        <a:t>Q3</a:t>
                      </a:r>
                      <a:endParaRPr lang="en-US" sz="1600">
                        <a:solidFill>
                          <a:srgbClr val="000000"/>
                        </a:solidFill>
                        <a:effectLst/>
                        <a:latin typeface="+mn-lt"/>
                        <a:ea typeface="Calibri"/>
                        <a:cs typeface="Times New Roman"/>
                      </a:endParaRPr>
                    </a:p>
                  </a:txBody>
                  <a:tcPr marL="73025" marR="73025" marT="36830" marB="36830">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r>
                        <a:rPr lang="en-US" sz="1800" dirty="0">
                          <a:solidFill>
                            <a:srgbClr val="000000"/>
                          </a:solidFill>
                          <a:effectLst/>
                          <a:latin typeface="+mn-lt"/>
                          <a:ea typeface="Calibri"/>
                          <a:cs typeface="Times New Roman"/>
                        </a:rPr>
                        <a:t>Is there a statistically significant association between how far a federally-funded R&amp;D project progresses through the stages of the technology development process and the spatial distance between where the R&amp;D project is conduct and the nearest city?</a:t>
                      </a:r>
                      <a:endParaRPr lang="en-US" sz="1600" dirty="0">
                        <a:solidFill>
                          <a:srgbClr val="000000"/>
                        </a:solidFill>
                        <a:effectLst/>
                        <a:latin typeface="+mn-lt"/>
                        <a:ea typeface="Calibri"/>
                        <a:cs typeface="Times New Roman"/>
                      </a:endParaRPr>
                    </a:p>
                  </a:txBody>
                  <a:tcPr marL="73025" marR="73025" marT="36830" marB="36830">
                    <a:lnL>
                      <a:noFill/>
                    </a:lnL>
                    <a:lnR w="12700" cap="flat" cmpd="sng" algn="ctr">
                      <a:solidFill>
                        <a:srgbClr val="000000"/>
                      </a:solidFill>
                      <a:prstDash val="solid"/>
                      <a:round/>
                      <a:headEnd type="none" w="med" len="med"/>
                      <a:tailEnd type="none" w="med" len="med"/>
                    </a:lnR>
                    <a:lnT>
                      <a:noFill/>
                    </a:lnT>
                    <a:lnB>
                      <a:noFill/>
                    </a:lnB>
                  </a:tcPr>
                </a:tc>
              </a:tr>
              <a:tr h="989987">
                <a:tc>
                  <a:txBody>
                    <a:bodyPr/>
                    <a:lstStyle/>
                    <a:p>
                      <a:pPr marL="0" marR="0">
                        <a:lnSpc>
                          <a:spcPct val="115000"/>
                        </a:lnSpc>
                        <a:spcBef>
                          <a:spcPts val="0"/>
                        </a:spcBef>
                        <a:spcAft>
                          <a:spcPts val="0"/>
                        </a:spcAft>
                      </a:pPr>
                      <a:r>
                        <a:rPr lang="en-US" sz="1800">
                          <a:solidFill>
                            <a:srgbClr val="000000"/>
                          </a:solidFill>
                          <a:effectLst/>
                          <a:latin typeface="+mn-lt"/>
                          <a:ea typeface="Calibri"/>
                          <a:cs typeface="Times New Roman"/>
                        </a:rPr>
                        <a:t>Q4</a:t>
                      </a:r>
                      <a:endParaRPr lang="en-US" sz="1600">
                        <a:solidFill>
                          <a:srgbClr val="000000"/>
                        </a:solidFill>
                        <a:effectLst/>
                        <a:latin typeface="+mn-lt"/>
                        <a:ea typeface="Calibri"/>
                        <a:cs typeface="Times New Roman"/>
                      </a:endParaRPr>
                    </a:p>
                  </a:txBody>
                  <a:tcPr marL="73025" marR="73025" marT="36830" marB="3683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r>
                        <a:rPr lang="en-US" sz="1800" dirty="0">
                          <a:solidFill>
                            <a:srgbClr val="000000"/>
                          </a:solidFill>
                          <a:effectLst/>
                          <a:latin typeface="+mn-lt"/>
                          <a:ea typeface="Calibri"/>
                          <a:cs typeface="Times New Roman"/>
                        </a:rPr>
                        <a:t>Is there a statistically significant association between the successfully transfer to the private sector of technology derived from federally-funded R&amp;D projects and the spatial distance between where the R&amp;D project is conduct and the nearest city?</a:t>
                      </a:r>
                      <a:endParaRPr lang="en-US" sz="1600" dirty="0">
                        <a:solidFill>
                          <a:srgbClr val="000000"/>
                        </a:solidFill>
                        <a:effectLst/>
                        <a:latin typeface="+mn-lt"/>
                        <a:ea typeface="Calibri"/>
                        <a:cs typeface="Times New Roman"/>
                      </a:endParaRPr>
                    </a:p>
                  </a:txBody>
                  <a:tcPr marL="73025" marR="73025" marT="36830" marB="3683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r>
            </a:tbl>
          </a:graphicData>
        </a:graphic>
      </p:graphicFrame>
      <p:sp>
        <p:nvSpPr>
          <p:cNvPr id="2" name="TextBox 1"/>
          <p:cNvSpPr txBox="1"/>
          <p:nvPr/>
        </p:nvSpPr>
        <p:spPr>
          <a:xfrm>
            <a:off x="7683335" y="848210"/>
            <a:ext cx="1371600" cy="646331"/>
          </a:xfrm>
          <a:prstGeom prst="rect">
            <a:avLst/>
          </a:prstGeom>
          <a:noFill/>
        </p:spPr>
        <p:txBody>
          <a:bodyPr wrap="square" lIns="0" rIns="0" rtlCol="0">
            <a:spAutoFit/>
          </a:bodyPr>
          <a:lstStyle/>
          <a:p>
            <a:r>
              <a:rPr lang="en-US" dirty="0" smtClean="0"/>
              <a:t>Policy Alternatives</a:t>
            </a:r>
            <a:endParaRPr lang="en-US" dirty="0"/>
          </a:p>
        </p:txBody>
      </p:sp>
      <p:sp>
        <p:nvSpPr>
          <p:cNvPr id="6" name="TextBox 5"/>
          <p:cNvSpPr txBox="1"/>
          <p:nvPr/>
        </p:nvSpPr>
        <p:spPr>
          <a:xfrm>
            <a:off x="7683335" y="2057514"/>
            <a:ext cx="1371600" cy="646331"/>
          </a:xfrm>
          <a:prstGeom prst="rect">
            <a:avLst/>
          </a:prstGeom>
          <a:noFill/>
        </p:spPr>
        <p:txBody>
          <a:bodyPr wrap="square" lIns="0" rIns="0" rtlCol="0">
            <a:spAutoFit/>
          </a:bodyPr>
          <a:lstStyle/>
          <a:p>
            <a:r>
              <a:rPr lang="en-US" dirty="0" smtClean="0"/>
              <a:t>Development Stage</a:t>
            </a:r>
            <a:endParaRPr lang="en-US" dirty="0"/>
          </a:p>
        </p:txBody>
      </p:sp>
      <p:sp>
        <p:nvSpPr>
          <p:cNvPr id="7" name="TextBox 6"/>
          <p:cNvSpPr txBox="1"/>
          <p:nvPr/>
        </p:nvSpPr>
        <p:spPr>
          <a:xfrm>
            <a:off x="7683335" y="3171815"/>
            <a:ext cx="1371600" cy="923330"/>
          </a:xfrm>
          <a:prstGeom prst="rect">
            <a:avLst/>
          </a:prstGeom>
          <a:noFill/>
        </p:spPr>
        <p:txBody>
          <a:bodyPr wrap="square" lIns="0" rIns="0" rtlCol="0">
            <a:spAutoFit/>
          </a:bodyPr>
          <a:lstStyle/>
          <a:p>
            <a:r>
              <a:rPr lang="en-US" dirty="0" smtClean="0"/>
              <a:t>Development Stage &amp; Geography</a:t>
            </a:r>
            <a:endParaRPr lang="en-US" dirty="0"/>
          </a:p>
        </p:txBody>
      </p:sp>
      <p:sp>
        <p:nvSpPr>
          <p:cNvPr id="8" name="TextBox 7"/>
          <p:cNvSpPr txBox="1"/>
          <p:nvPr/>
        </p:nvSpPr>
        <p:spPr>
          <a:xfrm>
            <a:off x="7683335" y="4620605"/>
            <a:ext cx="1371600" cy="369332"/>
          </a:xfrm>
          <a:prstGeom prst="rect">
            <a:avLst/>
          </a:prstGeom>
          <a:noFill/>
        </p:spPr>
        <p:txBody>
          <a:bodyPr wrap="square" lIns="0" rIns="0" rtlCol="0">
            <a:spAutoFit/>
          </a:bodyPr>
          <a:lstStyle/>
          <a:p>
            <a:r>
              <a:rPr lang="en-US" dirty="0" smtClean="0"/>
              <a:t>Geography</a:t>
            </a:r>
            <a:endParaRPr lang="en-US" dirty="0"/>
          </a:p>
        </p:txBody>
      </p:sp>
    </p:spTree>
    <p:extLst>
      <p:ext uri="{BB962C8B-B14F-4D97-AF65-F5344CB8AC3E}">
        <p14:creationId xmlns:p14="http://schemas.microsoft.com/office/powerpoint/2010/main" val="15721055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91440"/>
            <a:ext cx="9144000" cy="523220"/>
          </a:xfrm>
          <a:prstGeom prst="rect">
            <a:avLst/>
          </a:prstGeom>
          <a:noFill/>
        </p:spPr>
        <p:txBody>
          <a:bodyPr wrap="square" rtlCol="0">
            <a:spAutoFit/>
          </a:bodyPr>
          <a:lstStyle/>
          <a:p>
            <a:pPr algn="ctr"/>
            <a:r>
              <a:rPr lang="en-US" sz="2800" b="1" dirty="0" smtClean="0"/>
              <a:t>Hypotheses</a:t>
            </a:r>
            <a:endParaRPr lang="en-US" sz="2800" b="1" dirty="0"/>
          </a:p>
        </p:txBody>
      </p:sp>
      <p:graphicFrame>
        <p:nvGraphicFramePr>
          <p:cNvPr id="2" name="Table 1"/>
          <p:cNvGraphicFramePr>
            <a:graphicFrameLocks noGrp="1"/>
          </p:cNvGraphicFramePr>
          <p:nvPr>
            <p:extLst>
              <p:ext uri="{D42A27DB-BD31-4B8C-83A1-F6EECF244321}">
                <p14:modId xmlns:p14="http://schemas.microsoft.com/office/powerpoint/2010/main" val="619146090"/>
              </p:ext>
            </p:extLst>
          </p:nvPr>
        </p:nvGraphicFramePr>
        <p:xfrm>
          <a:off x="274320" y="691115"/>
          <a:ext cx="8595360" cy="4893541"/>
        </p:xfrm>
        <a:graphic>
          <a:graphicData uri="http://schemas.openxmlformats.org/drawingml/2006/table">
            <a:tbl>
              <a:tblPr firstRow="1" firstCol="1" bandRow="1"/>
              <a:tblGrid>
                <a:gridCol w="497576"/>
                <a:gridCol w="8097784"/>
              </a:tblGrid>
              <a:tr h="876629">
                <a:tc>
                  <a:txBody>
                    <a:bodyPr/>
                    <a:lstStyle/>
                    <a:p>
                      <a:pPr marL="0" marR="0">
                        <a:lnSpc>
                          <a:spcPct val="115000"/>
                        </a:lnSpc>
                        <a:spcBef>
                          <a:spcPts val="0"/>
                        </a:spcBef>
                        <a:spcAft>
                          <a:spcPts val="0"/>
                        </a:spcAft>
                      </a:pPr>
                      <a:r>
                        <a:rPr lang="en-US" sz="1400" dirty="0">
                          <a:solidFill>
                            <a:srgbClr val="000000"/>
                          </a:solidFill>
                          <a:effectLst/>
                          <a:latin typeface="+mn-lt"/>
                          <a:ea typeface="Calibri"/>
                          <a:cs typeface="Times New Roman"/>
                        </a:rPr>
                        <a:t>H1</a:t>
                      </a:r>
                      <a:r>
                        <a:rPr lang="en-US" sz="1400" baseline="-25000" dirty="0">
                          <a:solidFill>
                            <a:srgbClr val="000000"/>
                          </a:solidFill>
                          <a:effectLst/>
                          <a:latin typeface="+mn-lt"/>
                          <a:ea typeface="Calibri"/>
                          <a:cs typeface="Times New Roman"/>
                        </a:rPr>
                        <a:t>0</a:t>
                      </a:r>
                      <a:r>
                        <a:rPr lang="en-US" sz="1400" dirty="0">
                          <a:solidFill>
                            <a:srgbClr val="000000"/>
                          </a:solidFill>
                          <a:effectLst/>
                          <a:latin typeface="+mn-lt"/>
                          <a:ea typeface="Calibri"/>
                          <a:cs typeface="Times New Roman"/>
                        </a:rPr>
                        <a:t> </a:t>
                      </a:r>
                      <a:endParaRPr lang="en-US" sz="1200" dirty="0">
                        <a:solidFill>
                          <a:srgbClr val="000000"/>
                        </a:solidFill>
                        <a:effectLst/>
                        <a:latin typeface="+mn-lt"/>
                        <a:ea typeface="Calibri"/>
                        <a:cs typeface="Times New Roman"/>
                      </a:endParaRPr>
                    </a:p>
                  </a:txBody>
                  <a:tcPr marL="59258" marR="59258" marT="29887" marB="29887">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r>
                        <a:rPr lang="en-US" sz="1400" dirty="0">
                          <a:solidFill>
                            <a:srgbClr val="000000"/>
                          </a:solidFill>
                          <a:effectLst/>
                          <a:latin typeface="+mn-lt"/>
                          <a:ea typeface="Calibri"/>
                          <a:cs typeface="Times New Roman"/>
                        </a:rPr>
                        <a:t>Technologies derived from federally-funded R&amp;D projects that progress further along the development process are NOT transferred to the private sector at significantly greater rates than technologies derived from federally-funded R&amp;D projects that don’t progress very far in the development process.</a:t>
                      </a:r>
                      <a:endParaRPr lang="en-US" sz="1200" dirty="0">
                        <a:solidFill>
                          <a:srgbClr val="000000"/>
                        </a:solidFill>
                        <a:effectLst/>
                        <a:latin typeface="+mn-lt"/>
                        <a:ea typeface="Calibri"/>
                        <a:cs typeface="Times New Roman"/>
                      </a:endParaRPr>
                    </a:p>
                  </a:txBody>
                  <a:tcPr marL="59258" marR="59258" marT="29887" marB="29887">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876629">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H1</a:t>
                      </a:r>
                      <a:r>
                        <a:rPr lang="en-US" sz="1400" baseline="-25000">
                          <a:solidFill>
                            <a:srgbClr val="000000"/>
                          </a:solidFill>
                          <a:effectLst/>
                          <a:latin typeface="+mn-lt"/>
                          <a:ea typeface="Calibri"/>
                          <a:cs typeface="Times New Roman"/>
                        </a:rPr>
                        <a:t>A</a:t>
                      </a:r>
                      <a:endParaRPr lang="en-US" sz="1200">
                        <a:solidFill>
                          <a:srgbClr val="000000"/>
                        </a:solidFill>
                        <a:effectLst/>
                        <a:latin typeface="+mn-lt"/>
                        <a:ea typeface="Calibri"/>
                        <a:cs typeface="Times New Roman"/>
                      </a:endParaRPr>
                    </a:p>
                  </a:txBody>
                  <a:tcPr marL="59258" marR="59258" marT="29887" marB="29887">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r>
                        <a:rPr lang="en-US" sz="1400" dirty="0">
                          <a:solidFill>
                            <a:srgbClr val="000000"/>
                          </a:solidFill>
                          <a:effectLst/>
                          <a:latin typeface="+mn-lt"/>
                          <a:ea typeface="Calibri"/>
                          <a:cs typeface="Times New Roman"/>
                        </a:rPr>
                        <a:t>Technologies derived from federally-funded R&amp;D projects that progress further along the development process are transferred to the private sector at significantly greater rates than technologies derived from federally-funded R&amp;D projects that don’t progress very far in the development process.</a:t>
                      </a:r>
                      <a:endParaRPr lang="en-US" sz="1200" dirty="0">
                        <a:solidFill>
                          <a:srgbClr val="000000"/>
                        </a:solidFill>
                        <a:effectLst/>
                        <a:latin typeface="+mn-lt"/>
                        <a:ea typeface="Calibri"/>
                        <a:cs typeface="Times New Roman"/>
                      </a:endParaRPr>
                    </a:p>
                  </a:txBody>
                  <a:tcPr marL="59258" marR="59258" marT="29887" marB="29887">
                    <a:lnL>
                      <a:noFill/>
                    </a:lnL>
                    <a:lnR w="12700" cap="flat" cmpd="sng" algn="ctr">
                      <a:solidFill>
                        <a:srgbClr val="000000"/>
                      </a:solidFill>
                      <a:prstDash val="solid"/>
                      <a:round/>
                      <a:headEnd type="none" w="med" len="med"/>
                      <a:tailEnd type="none" w="med" len="med"/>
                    </a:lnR>
                    <a:lnT>
                      <a:noFill/>
                    </a:lnT>
                    <a:lnB>
                      <a:noFill/>
                    </a:lnB>
                    <a:solidFill>
                      <a:srgbClr val="C0C0C0"/>
                    </a:solidFill>
                  </a:tcPr>
                </a:tc>
              </a:tr>
              <a:tr h="671922">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H2</a:t>
                      </a:r>
                      <a:r>
                        <a:rPr lang="en-US" sz="1400" baseline="-25000">
                          <a:solidFill>
                            <a:srgbClr val="000000"/>
                          </a:solidFill>
                          <a:effectLst/>
                          <a:latin typeface="+mn-lt"/>
                          <a:ea typeface="Calibri"/>
                          <a:cs typeface="Times New Roman"/>
                        </a:rPr>
                        <a:t>0</a:t>
                      </a:r>
                      <a:endParaRPr lang="en-US" sz="1200">
                        <a:solidFill>
                          <a:srgbClr val="000000"/>
                        </a:solidFill>
                        <a:effectLst/>
                        <a:latin typeface="+mn-lt"/>
                        <a:ea typeface="Calibri"/>
                        <a:cs typeface="Times New Roman"/>
                      </a:endParaRPr>
                    </a:p>
                  </a:txBody>
                  <a:tcPr marL="59258" marR="59258" marT="29887" marB="29887">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The spatial distance between where the R&amp;D project is conducted and the nearest city is NOT negatively associated (i.e., either positively associated or not associated) with the final development stage attained by the R&amp;D project.</a:t>
                      </a:r>
                      <a:endParaRPr lang="en-US" sz="1200">
                        <a:solidFill>
                          <a:srgbClr val="000000"/>
                        </a:solidFill>
                        <a:effectLst/>
                        <a:latin typeface="+mn-lt"/>
                        <a:ea typeface="Calibri"/>
                        <a:cs typeface="Times New Roman"/>
                      </a:endParaRPr>
                    </a:p>
                  </a:txBody>
                  <a:tcPr marL="59258" marR="59258" marT="29887" marB="29887">
                    <a:lnL>
                      <a:noFill/>
                    </a:lnL>
                    <a:lnR w="12700" cap="flat" cmpd="sng" algn="ctr">
                      <a:solidFill>
                        <a:srgbClr val="000000"/>
                      </a:solidFill>
                      <a:prstDash val="solid"/>
                      <a:round/>
                      <a:headEnd type="none" w="med" len="med"/>
                      <a:tailEnd type="none" w="med" len="med"/>
                    </a:lnR>
                    <a:lnT>
                      <a:noFill/>
                    </a:lnT>
                    <a:lnB>
                      <a:noFill/>
                    </a:lnB>
                  </a:tcPr>
                </a:tc>
              </a:tr>
              <a:tr h="671922">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H2</a:t>
                      </a:r>
                      <a:r>
                        <a:rPr lang="en-US" sz="1400" baseline="-25000">
                          <a:solidFill>
                            <a:srgbClr val="000000"/>
                          </a:solidFill>
                          <a:effectLst/>
                          <a:latin typeface="+mn-lt"/>
                          <a:ea typeface="Calibri"/>
                          <a:cs typeface="Times New Roman"/>
                        </a:rPr>
                        <a:t>A</a:t>
                      </a:r>
                      <a:endParaRPr lang="en-US" sz="1200">
                        <a:solidFill>
                          <a:srgbClr val="000000"/>
                        </a:solidFill>
                        <a:effectLst/>
                        <a:latin typeface="+mn-lt"/>
                        <a:ea typeface="Calibri"/>
                        <a:cs typeface="Times New Roman"/>
                      </a:endParaRPr>
                    </a:p>
                  </a:txBody>
                  <a:tcPr marL="59258" marR="59258" marT="29887" marB="29887">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The spatial distance between where the R&amp;D project is conducted and the nearest city is negatively associated with the final development stage attained by the R&amp;D project.</a:t>
                      </a:r>
                      <a:endParaRPr lang="en-US" sz="1200">
                        <a:solidFill>
                          <a:srgbClr val="000000"/>
                        </a:solidFill>
                        <a:effectLst/>
                        <a:latin typeface="+mn-lt"/>
                        <a:ea typeface="Calibri"/>
                        <a:cs typeface="Times New Roman"/>
                      </a:endParaRPr>
                    </a:p>
                  </a:txBody>
                  <a:tcPr marL="59258" marR="59258" marT="29887" marB="29887">
                    <a:lnL>
                      <a:noFill/>
                    </a:lnL>
                    <a:lnR w="12700" cap="flat" cmpd="sng" algn="ctr">
                      <a:solidFill>
                        <a:srgbClr val="000000"/>
                      </a:solidFill>
                      <a:prstDash val="solid"/>
                      <a:round/>
                      <a:headEnd type="none" w="med" len="med"/>
                      <a:tailEnd type="none" w="med" len="med"/>
                    </a:lnR>
                    <a:lnT>
                      <a:noFill/>
                    </a:lnT>
                    <a:lnB>
                      <a:noFill/>
                    </a:lnB>
                    <a:solidFill>
                      <a:srgbClr val="C0C0C0"/>
                    </a:solidFill>
                  </a:tcPr>
                </a:tc>
              </a:tr>
              <a:tr h="876629">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H3</a:t>
                      </a:r>
                      <a:r>
                        <a:rPr lang="en-US" sz="1400" baseline="-25000">
                          <a:solidFill>
                            <a:srgbClr val="000000"/>
                          </a:solidFill>
                          <a:effectLst/>
                          <a:latin typeface="+mn-lt"/>
                          <a:ea typeface="Calibri"/>
                          <a:cs typeface="Times New Roman"/>
                        </a:rPr>
                        <a:t>0</a:t>
                      </a:r>
                      <a:endParaRPr lang="en-US" sz="1200">
                        <a:solidFill>
                          <a:srgbClr val="000000"/>
                        </a:solidFill>
                        <a:effectLst/>
                        <a:latin typeface="+mn-lt"/>
                        <a:ea typeface="Calibri"/>
                        <a:cs typeface="Times New Roman"/>
                      </a:endParaRPr>
                    </a:p>
                  </a:txBody>
                  <a:tcPr marL="59258" marR="59258" marT="29887" marB="29887">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Instances of technologies derived from federally-funded R&amp;D projects that are successfully transferred to the private sector are NOT negatively associated (i.e., either positively associated or not associated) with the spatial distance between where the R&amp;D project is conducted and the nearest city.</a:t>
                      </a:r>
                      <a:endParaRPr lang="en-US" sz="1200">
                        <a:solidFill>
                          <a:srgbClr val="000000"/>
                        </a:solidFill>
                        <a:effectLst/>
                        <a:latin typeface="+mn-lt"/>
                        <a:ea typeface="Calibri"/>
                        <a:cs typeface="Times New Roman"/>
                      </a:endParaRPr>
                    </a:p>
                  </a:txBody>
                  <a:tcPr marL="59258" marR="59258" marT="29887" marB="29887">
                    <a:lnL>
                      <a:noFill/>
                    </a:lnL>
                    <a:lnR w="12700" cap="flat" cmpd="sng" algn="ctr">
                      <a:solidFill>
                        <a:srgbClr val="000000"/>
                      </a:solidFill>
                      <a:prstDash val="solid"/>
                      <a:round/>
                      <a:headEnd type="none" w="med" len="med"/>
                      <a:tailEnd type="none" w="med" len="med"/>
                    </a:lnR>
                    <a:lnT>
                      <a:noFill/>
                    </a:lnT>
                    <a:lnB>
                      <a:noFill/>
                    </a:lnB>
                  </a:tcPr>
                </a:tc>
              </a:tr>
              <a:tr h="671922">
                <a:tc>
                  <a:txBody>
                    <a:bodyPr/>
                    <a:lstStyle/>
                    <a:p>
                      <a:pPr marL="0" marR="0">
                        <a:lnSpc>
                          <a:spcPct val="115000"/>
                        </a:lnSpc>
                        <a:spcBef>
                          <a:spcPts val="0"/>
                        </a:spcBef>
                        <a:spcAft>
                          <a:spcPts val="0"/>
                        </a:spcAft>
                      </a:pPr>
                      <a:r>
                        <a:rPr lang="en-US" sz="1400">
                          <a:solidFill>
                            <a:srgbClr val="000000"/>
                          </a:solidFill>
                          <a:effectLst/>
                          <a:latin typeface="+mn-lt"/>
                          <a:ea typeface="Calibri"/>
                          <a:cs typeface="Times New Roman"/>
                        </a:rPr>
                        <a:t>H3</a:t>
                      </a:r>
                      <a:r>
                        <a:rPr lang="en-US" sz="1400" baseline="-25000">
                          <a:solidFill>
                            <a:srgbClr val="000000"/>
                          </a:solidFill>
                          <a:effectLst/>
                          <a:latin typeface="+mn-lt"/>
                          <a:ea typeface="Calibri"/>
                          <a:cs typeface="Times New Roman"/>
                        </a:rPr>
                        <a:t>A</a:t>
                      </a:r>
                      <a:endParaRPr lang="en-US" sz="1200">
                        <a:solidFill>
                          <a:srgbClr val="000000"/>
                        </a:solidFill>
                        <a:effectLst/>
                        <a:latin typeface="+mn-lt"/>
                        <a:ea typeface="Calibri"/>
                        <a:cs typeface="Times New Roman"/>
                      </a:endParaRPr>
                    </a:p>
                  </a:txBody>
                  <a:tcPr marL="59258" marR="59258" marT="29887" marB="29887">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r>
                        <a:rPr lang="en-US" sz="1400" dirty="0">
                          <a:solidFill>
                            <a:srgbClr val="000000"/>
                          </a:solidFill>
                          <a:effectLst/>
                          <a:latin typeface="+mn-lt"/>
                          <a:ea typeface="Calibri"/>
                          <a:cs typeface="Times New Roman"/>
                        </a:rPr>
                        <a:t>Instances of technologies derived from federally-funded R&amp;D projects that are successfully transferred to the private sector are negatively associated with the spatial distance between where the R&amp;D project is conducted and the nearest city.</a:t>
                      </a:r>
                      <a:endParaRPr lang="en-US" sz="1200" dirty="0">
                        <a:solidFill>
                          <a:srgbClr val="000000"/>
                        </a:solidFill>
                        <a:effectLst/>
                        <a:latin typeface="+mn-lt"/>
                        <a:ea typeface="Calibri"/>
                        <a:cs typeface="Times New Roman"/>
                      </a:endParaRPr>
                    </a:p>
                  </a:txBody>
                  <a:tcPr marL="59258" marR="59258" marT="29887" marB="29887">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r>
            </a:tbl>
          </a:graphicData>
        </a:graphic>
      </p:graphicFrame>
    </p:spTree>
    <p:extLst>
      <p:ext uri="{BB962C8B-B14F-4D97-AF65-F5344CB8AC3E}">
        <p14:creationId xmlns:p14="http://schemas.microsoft.com/office/powerpoint/2010/main" val="2762505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9144000" cy="523220"/>
          </a:xfrm>
          <a:prstGeom prst="rect">
            <a:avLst/>
          </a:prstGeom>
          <a:noFill/>
        </p:spPr>
        <p:txBody>
          <a:bodyPr wrap="square" rtlCol="0">
            <a:spAutoFit/>
          </a:bodyPr>
          <a:lstStyle/>
          <a:p>
            <a:pPr algn="ctr"/>
            <a:r>
              <a:rPr lang="en-US" sz="2800" b="1" dirty="0" smtClean="0"/>
              <a:t>Methodology and Data</a:t>
            </a:r>
            <a:endParaRPr lang="en-US" sz="2800" b="1" dirty="0"/>
          </a:p>
        </p:txBody>
      </p:sp>
    </p:spTree>
    <p:extLst>
      <p:ext uri="{BB962C8B-B14F-4D97-AF65-F5344CB8AC3E}">
        <p14:creationId xmlns:p14="http://schemas.microsoft.com/office/powerpoint/2010/main" val="16303708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91440"/>
            <a:ext cx="9144000" cy="523220"/>
          </a:xfrm>
          <a:prstGeom prst="rect">
            <a:avLst/>
          </a:prstGeom>
          <a:noFill/>
        </p:spPr>
        <p:txBody>
          <a:bodyPr wrap="square" rtlCol="0">
            <a:spAutoFit/>
          </a:bodyPr>
          <a:lstStyle/>
          <a:p>
            <a:pPr algn="ctr"/>
            <a:r>
              <a:rPr lang="en-US" sz="2800" b="1" dirty="0" smtClean="0"/>
              <a:t>Methodology</a:t>
            </a:r>
            <a:endParaRPr lang="en-US" sz="2800" b="1" dirty="0"/>
          </a:p>
        </p:txBody>
      </p:sp>
      <p:graphicFrame>
        <p:nvGraphicFramePr>
          <p:cNvPr id="2" name="Diagram 1"/>
          <p:cNvGraphicFramePr/>
          <p:nvPr>
            <p:extLst>
              <p:ext uri="{D42A27DB-BD31-4B8C-83A1-F6EECF244321}">
                <p14:modId xmlns:p14="http://schemas.microsoft.com/office/powerpoint/2010/main" val="3820572257"/>
              </p:ext>
            </p:extLst>
          </p:nvPr>
        </p:nvGraphicFramePr>
        <p:xfrm>
          <a:off x="228600" y="614660"/>
          <a:ext cx="8686800" cy="45748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4049483" y="3630361"/>
            <a:ext cx="2493818" cy="369332"/>
          </a:xfrm>
          <a:prstGeom prst="rect">
            <a:avLst/>
          </a:prstGeom>
          <a:noFill/>
        </p:spPr>
        <p:txBody>
          <a:bodyPr wrap="square" rtlCol="0">
            <a:spAutoFit/>
          </a:bodyPr>
          <a:lstStyle/>
          <a:p>
            <a:r>
              <a:rPr lang="en-US" dirty="0" smtClean="0"/>
              <a:t>Research Question 1</a:t>
            </a:r>
            <a:endParaRPr lang="en-US" dirty="0"/>
          </a:p>
        </p:txBody>
      </p:sp>
      <p:sp>
        <p:nvSpPr>
          <p:cNvPr id="5" name="TextBox 4"/>
          <p:cNvSpPr txBox="1"/>
          <p:nvPr/>
        </p:nvSpPr>
        <p:spPr>
          <a:xfrm>
            <a:off x="1781296" y="5027823"/>
            <a:ext cx="2493818" cy="369332"/>
          </a:xfrm>
          <a:prstGeom prst="rect">
            <a:avLst/>
          </a:prstGeom>
          <a:noFill/>
        </p:spPr>
        <p:txBody>
          <a:bodyPr wrap="square" rtlCol="0">
            <a:spAutoFit/>
          </a:bodyPr>
          <a:lstStyle/>
          <a:p>
            <a:r>
              <a:rPr lang="en-US" dirty="0" smtClean="0"/>
              <a:t>Research Question 2</a:t>
            </a:r>
            <a:endParaRPr lang="en-US" dirty="0"/>
          </a:p>
        </p:txBody>
      </p:sp>
      <p:sp>
        <p:nvSpPr>
          <p:cNvPr id="6" name="TextBox 5"/>
          <p:cNvSpPr txBox="1"/>
          <p:nvPr/>
        </p:nvSpPr>
        <p:spPr>
          <a:xfrm>
            <a:off x="712563" y="5284129"/>
            <a:ext cx="2493818" cy="369332"/>
          </a:xfrm>
          <a:prstGeom prst="rect">
            <a:avLst/>
          </a:prstGeom>
          <a:noFill/>
        </p:spPr>
        <p:txBody>
          <a:bodyPr wrap="square" rtlCol="0">
            <a:spAutoFit/>
          </a:bodyPr>
          <a:lstStyle/>
          <a:p>
            <a:r>
              <a:rPr lang="en-US" dirty="0" smtClean="0"/>
              <a:t>Research Question 3</a:t>
            </a:r>
            <a:endParaRPr lang="en-US" dirty="0"/>
          </a:p>
        </p:txBody>
      </p:sp>
      <p:sp>
        <p:nvSpPr>
          <p:cNvPr id="7" name="TextBox 6"/>
          <p:cNvSpPr txBox="1"/>
          <p:nvPr/>
        </p:nvSpPr>
        <p:spPr>
          <a:xfrm>
            <a:off x="6685807" y="2376681"/>
            <a:ext cx="2493818" cy="369332"/>
          </a:xfrm>
          <a:prstGeom prst="rect">
            <a:avLst/>
          </a:prstGeom>
          <a:noFill/>
        </p:spPr>
        <p:txBody>
          <a:bodyPr wrap="square" rtlCol="0">
            <a:spAutoFit/>
          </a:bodyPr>
          <a:lstStyle/>
          <a:p>
            <a:r>
              <a:rPr lang="en-US" dirty="0" smtClean="0"/>
              <a:t>Research Question 1</a:t>
            </a:r>
            <a:endParaRPr lang="en-US" dirty="0"/>
          </a:p>
        </p:txBody>
      </p:sp>
      <p:sp>
        <p:nvSpPr>
          <p:cNvPr id="8" name="TextBox 7"/>
          <p:cNvSpPr txBox="1"/>
          <p:nvPr/>
        </p:nvSpPr>
        <p:spPr>
          <a:xfrm>
            <a:off x="2956995" y="5302016"/>
            <a:ext cx="2493818" cy="369332"/>
          </a:xfrm>
          <a:prstGeom prst="rect">
            <a:avLst/>
          </a:prstGeom>
          <a:noFill/>
        </p:spPr>
        <p:txBody>
          <a:bodyPr wrap="square" rtlCol="0">
            <a:spAutoFit/>
          </a:bodyPr>
          <a:lstStyle/>
          <a:p>
            <a:r>
              <a:rPr lang="en-US" dirty="0" smtClean="0"/>
              <a:t>Research Question 4</a:t>
            </a:r>
            <a:endParaRPr lang="en-US" dirty="0"/>
          </a:p>
        </p:txBody>
      </p:sp>
    </p:spTree>
    <p:extLst>
      <p:ext uri="{BB962C8B-B14F-4D97-AF65-F5344CB8AC3E}">
        <p14:creationId xmlns:p14="http://schemas.microsoft.com/office/powerpoint/2010/main" val="28943767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91440"/>
            <a:ext cx="9144000" cy="523220"/>
          </a:xfrm>
          <a:prstGeom prst="rect">
            <a:avLst/>
          </a:prstGeom>
          <a:noFill/>
        </p:spPr>
        <p:txBody>
          <a:bodyPr wrap="square" rtlCol="0">
            <a:spAutoFit/>
          </a:bodyPr>
          <a:lstStyle/>
          <a:p>
            <a:pPr algn="ctr"/>
            <a:r>
              <a:rPr lang="en-US" sz="2800" b="1" dirty="0" smtClean="0"/>
              <a:t>Operationalization</a:t>
            </a:r>
            <a:endParaRPr lang="en-US" sz="2800" b="1" dirty="0"/>
          </a:p>
        </p:txBody>
      </p:sp>
      <p:graphicFrame>
        <p:nvGraphicFramePr>
          <p:cNvPr id="4" name="Diagram 3"/>
          <p:cNvGraphicFramePr>
            <a:graphicFrameLocks/>
          </p:cNvGraphicFramePr>
          <p:nvPr>
            <p:extLst>
              <p:ext uri="{D42A27DB-BD31-4B8C-83A1-F6EECF244321}">
                <p14:modId xmlns:p14="http://schemas.microsoft.com/office/powerpoint/2010/main" val="2095823642"/>
              </p:ext>
            </p:extLst>
          </p:nvPr>
        </p:nvGraphicFramePr>
        <p:xfrm>
          <a:off x="92014" y="816874"/>
          <a:ext cx="8961120" cy="2258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a:graphicFrameLocks/>
          </p:cNvGraphicFramePr>
          <p:nvPr>
            <p:extLst>
              <p:ext uri="{D42A27DB-BD31-4B8C-83A1-F6EECF244321}">
                <p14:modId xmlns:p14="http://schemas.microsoft.com/office/powerpoint/2010/main" val="3944698109"/>
              </p:ext>
            </p:extLst>
          </p:nvPr>
        </p:nvGraphicFramePr>
        <p:xfrm>
          <a:off x="91440" y="3261212"/>
          <a:ext cx="8961120" cy="2258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847323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91440"/>
            <a:ext cx="9144000" cy="523220"/>
          </a:xfrm>
          <a:prstGeom prst="rect">
            <a:avLst/>
          </a:prstGeom>
          <a:noFill/>
        </p:spPr>
        <p:txBody>
          <a:bodyPr wrap="square" rtlCol="0">
            <a:spAutoFit/>
          </a:bodyPr>
          <a:lstStyle/>
          <a:p>
            <a:pPr algn="ctr"/>
            <a:r>
              <a:rPr lang="en-US" sz="2800" b="1" dirty="0" smtClean="0"/>
              <a:t>Operationalization</a:t>
            </a:r>
            <a:endParaRPr lang="en-US" sz="2800" b="1" dirty="0"/>
          </a:p>
        </p:txBody>
      </p:sp>
      <p:graphicFrame>
        <p:nvGraphicFramePr>
          <p:cNvPr id="4" name="Diagram 3"/>
          <p:cNvGraphicFramePr>
            <a:graphicFrameLocks/>
          </p:cNvGraphicFramePr>
          <p:nvPr>
            <p:extLst>
              <p:ext uri="{D42A27DB-BD31-4B8C-83A1-F6EECF244321}">
                <p14:modId xmlns:p14="http://schemas.microsoft.com/office/powerpoint/2010/main" val="4275469605"/>
              </p:ext>
            </p:extLst>
          </p:nvPr>
        </p:nvGraphicFramePr>
        <p:xfrm>
          <a:off x="92014" y="816874"/>
          <a:ext cx="8961120" cy="2258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a:graphicFrameLocks/>
          </p:cNvGraphicFramePr>
          <p:nvPr>
            <p:extLst>
              <p:ext uri="{D42A27DB-BD31-4B8C-83A1-F6EECF244321}">
                <p14:modId xmlns:p14="http://schemas.microsoft.com/office/powerpoint/2010/main" val="1240211986"/>
              </p:ext>
            </p:extLst>
          </p:nvPr>
        </p:nvGraphicFramePr>
        <p:xfrm>
          <a:off x="91440" y="3261212"/>
          <a:ext cx="8961120" cy="2258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024936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856939870"/>
              </p:ext>
            </p:extLst>
          </p:nvPr>
        </p:nvGraphicFramePr>
        <p:xfrm>
          <a:off x="50006" y="457200"/>
          <a:ext cx="4389120" cy="3768253"/>
        </p:xfrm>
        <a:graphic>
          <a:graphicData uri="http://schemas.openxmlformats.org/drawingml/2006/table">
            <a:tbl>
              <a:tblPr firstRow="1" firstCol="1" bandRow="1">
                <a:tableStyleId>{5C22544A-7EE6-4342-B048-85BDC9FD1C3A}</a:tableStyleId>
              </a:tblPr>
              <a:tblGrid>
                <a:gridCol w="598516"/>
                <a:gridCol w="864523"/>
                <a:gridCol w="1130530"/>
                <a:gridCol w="1795551"/>
              </a:tblGrid>
              <a:tr h="246496">
                <a:tc>
                  <a:txBody>
                    <a:bodyPr/>
                    <a:lstStyle/>
                    <a:p>
                      <a:pPr marL="0" marR="0" algn="l">
                        <a:lnSpc>
                          <a:spcPct val="100000"/>
                        </a:lnSpc>
                        <a:spcBef>
                          <a:spcPts val="0"/>
                        </a:spcBef>
                        <a:spcAft>
                          <a:spcPts val="0"/>
                        </a:spcAft>
                      </a:pPr>
                      <a:r>
                        <a:rPr lang="en-US" sz="800" dirty="0">
                          <a:effectLst/>
                        </a:rPr>
                        <a:t>Variable</a:t>
                      </a:r>
                      <a:endParaRPr lang="en-US" sz="800" dirty="0">
                        <a:effectLst/>
                        <a:latin typeface="Calibri"/>
                        <a:ea typeface="Calibri"/>
                        <a:cs typeface="Times New Roman"/>
                      </a:endParaRPr>
                    </a:p>
                  </a:txBody>
                  <a:tcPr marL="9081" marR="9081" marT="4543" marB="4543" anchor="ctr"/>
                </a:tc>
                <a:tc>
                  <a:txBody>
                    <a:bodyPr/>
                    <a:lstStyle/>
                    <a:p>
                      <a:pPr marL="0" marR="0" algn="l">
                        <a:lnSpc>
                          <a:spcPct val="100000"/>
                        </a:lnSpc>
                        <a:spcBef>
                          <a:spcPts val="0"/>
                        </a:spcBef>
                        <a:spcAft>
                          <a:spcPts val="0"/>
                        </a:spcAft>
                      </a:pPr>
                      <a:r>
                        <a:rPr lang="en-US" sz="800" dirty="0" smtClean="0">
                          <a:effectLst/>
                        </a:rPr>
                        <a:t>Variable </a:t>
                      </a:r>
                      <a:r>
                        <a:rPr lang="en-US" sz="800" dirty="0">
                          <a:effectLst/>
                        </a:rPr>
                        <a:t>Type</a:t>
                      </a:r>
                      <a:endParaRPr lang="en-US" sz="800" dirty="0">
                        <a:effectLst/>
                        <a:latin typeface="Calibri"/>
                        <a:ea typeface="Calibri"/>
                        <a:cs typeface="Times New Roman"/>
                      </a:endParaRPr>
                    </a:p>
                  </a:txBody>
                  <a:tcPr marL="9081" marR="9081" marT="4543" marB="4543" anchor="ctr"/>
                </a:tc>
                <a:tc>
                  <a:txBody>
                    <a:bodyPr/>
                    <a:lstStyle/>
                    <a:p>
                      <a:pPr marL="0" marR="0" algn="l">
                        <a:lnSpc>
                          <a:spcPct val="100000"/>
                        </a:lnSpc>
                        <a:spcBef>
                          <a:spcPts val="0"/>
                        </a:spcBef>
                        <a:spcAft>
                          <a:spcPts val="0"/>
                        </a:spcAft>
                      </a:pPr>
                      <a:r>
                        <a:rPr lang="en-US" sz="800" dirty="0">
                          <a:effectLst/>
                        </a:rPr>
                        <a:t>Extended Name</a:t>
                      </a:r>
                      <a:endParaRPr lang="en-US" sz="800" dirty="0">
                        <a:effectLst/>
                        <a:latin typeface="Calibri"/>
                        <a:ea typeface="Calibri"/>
                        <a:cs typeface="Times New Roman"/>
                      </a:endParaRPr>
                    </a:p>
                  </a:txBody>
                  <a:tcPr marL="9081" marR="9081" marT="4543" marB="4543" anchor="ctr"/>
                </a:tc>
                <a:tc>
                  <a:txBody>
                    <a:bodyPr/>
                    <a:lstStyle/>
                    <a:p>
                      <a:pPr marL="0" marR="0" algn="l">
                        <a:lnSpc>
                          <a:spcPct val="100000"/>
                        </a:lnSpc>
                        <a:spcBef>
                          <a:spcPts val="0"/>
                        </a:spcBef>
                        <a:spcAft>
                          <a:spcPts val="0"/>
                        </a:spcAft>
                      </a:pPr>
                      <a:r>
                        <a:rPr lang="en-US" sz="800" dirty="0">
                          <a:effectLst/>
                        </a:rPr>
                        <a:t>Description</a:t>
                      </a:r>
                      <a:endParaRPr lang="en-US" sz="800" dirty="0">
                        <a:effectLst/>
                        <a:latin typeface="Calibri"/>
                        <a:ea typeface="Calibri"/>
                        <a:cs typeface="Times New Roman"/>
                      </a:endParaRPr>
                    </a:p>
                  </a:txBody>
                  <a:tcPr marL="9081" marR="9081" marT="4543" marB="4543" anchor="ctr"/>
                </a:tc>
              </a:tr>
              <a:tr h="691640">
                <a:tc>
                  <a:txBody>
                    <a:bodyPr/>
                    <a:lstStyle/>
                    <a:p>
                      <a:pPr marL="0" marR="0">
                        <a:lnSpc>
                          <a:spcPct val="100000"/>
                        </a:lnSpc>
                        <a:spcBef>
                          <a:spcPts val="0"/>
                        </a:spcBef>
                        <a:spcAft>
                          <a:spcPts val="0"/>
                        </a:spcAft>
                      </a:pPr>
                      <a:r>
                        <a:rPr lang="en-US" sz="800" dirty="0">
                          <a:effectLst/>
                        </a:rPr>
                        <a:t>PATENT</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Nominal</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Patent Number</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The number assigned to the allowed patent by the USPTO.</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integer values between 3070801 and 6009554.</a:t>
                      </a:r>
                      <a:endParaRPr lang="en-US" sz="800" dirty="0">
                        <a:effectLst/>
                        <a:latin typeface="Calibri"/>
                        <a:ea typeface="Calibri"/>
                        <a:cs typeface="Times New Roman"/>
                      </a:endParaRPr>
                    </a:p>
                  </a:txBody>
                  <a:tcPr marL="9081" marR="9081" marT="4543" marB="4543"/>
                </a:tc>
              </a:tr>
              <a:tr h="555129">
                <a:tc>
                  <a:txBody>
                    <a:bodyPr/>
                    <a:lstStyle/>
                    <a:p>
                      <a:pPr marL="0" marR="0">
                        <a:lnSpc>
                          <a:spcPct val="100000"/>
                        </a:lnSpc>
                        <a:spcBef>
                          <a:spcPts val="0"/>
                        </a:spcBef>
                        <a:spcAft>
                          <a:spcPts val="0"/>
                        </a:spcAft>
                      </a:pPr>
                      <a:r>
                        <a:rPr lang="en-US" sz="800" dirty="0">
                          <a:effectLst/>
                        </a:rPr>
                        <a:t>GYEAR</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Interval</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Grant Year</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The year the USPTO allowed the patent.</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integer values between 1963 – 1999.</a:t>
                      </a:r>
                      <a:endParaRPr lang="en-US" sz="800" dirty="0">
                        <a:effectLst/>
                        <a:latin typeface="Calibri"/>
                        <a:ea typeface="Calibri"/>
                        <a:cs typeface="Times New Roman"/>
                      </a:endParaRPr>
                    </a:p>
                  </a:txBody>
                  <a:tcPr marL="9081" marR="9081" marT="4543" marB="4543"/>
                </a:tc>
              </a:tr>
              <a:tr h="964662">
                <a:tc>
                  <a:txBody>
                    <a:bodyPr/>
                    <a:lstStyle/>
                    <a:p>
                      <a:pPr marL="0" marR="0">
                        <a:lnSpc>
                          <a:spcPct val="100000"/>
                        </a:lnSpc>
                        <a:spcBef>
                          <a:spcPts val="0"/>
                        </a:spcBef>
                        <a:spcAft>
                          <a:spcPts val="0"/>
                        </a:spcAft>
                      </a:pPr>
                      <a:r>
                        <a:rPr lang="en-US" sz="800">
                          <a:effectLst/>
                        </a:rPr>
                        <a:t>GDATE</a:t>
                      </a:r>
                      <a:endParaRPr lang="en-US" sz="80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Interval</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Grant Date</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The date the USPTO allowed the patent expressed in terms of the number of weeks elapsed since </a:t>
                      </a:r>
                      <a:br>
                        <a:rPr lang="en-US" sz="800" dirty="0">
                          <a:effectLst/>
                        </a:rPr>
                      </a:br>
                      <a:r>
                        <a:rPr lang="en-US" sz="800" dirty="0">
                          <a:effectLst/>
                        </a:rPr>
                        <a:t>January 1, 1960.</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integer values between 156 and 2,028.</a:t>
                      </a:r>
                      <a:endParaRPr lang="en-US" sz="800" dirty="0">
                        <a:effectLst/>
                        <a:latin typeface="Calibri"/>
                        <a:ea typeface="Calibri"/>
                        <a:cs typeface="Times New Roman"/>
                      </a:endParaRPr>
                    </a:p>
                  </a:txBody>
                  <a:tcPr marL="9081" marR="9081" marT="4543" marB="4543"/>
                </a:tc>
              </a:tr>
              <a:tr h="691640">
                <a:tc>
                  <a:txBody>
                    <a:bodyPr/>
                    <a:lstStyle/>
                    <a:p>
                      <a:pPr marL="0" marR="0">
                        <a:lnSpc>
                          <a:spcPct val="100000"/>
                        </a:lnSpc>
                        <a:spcBef>
                          <a:spcPts val="0"/>
                        </a:spcBef>
                        <a:spcAft>
                          <a:spcPts val="0"/>
                        </a:spcAft>
                      </a:pPr>
                      <a:r>
                        <a:rPr lang="en-US" sz="800">
                          <a:effectLst/>
                        </a:rPr>
                        <a:t>APPYEAR</a:t>
                      </a:r>
                      <a:endParaRPr lang="en-US" sz="80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Interval</a:t>
                      </a:r>
                      <a:endParaRPr lang="en-US" sz="80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Application Year</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The year the patent application was submitted to the USPTO.</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integer values between 1963 – 1999.</a:t>
                      </a:r>
                      <a:endParaRPr lang="en-US" sz="800" dirty="0">
                        <a:effectLst/>
                        <a:latin typeface="Calibri"/>
                        <a:ea typeface="Calibri"/>
                        <a:cs typeface="Times New Roman"/>
                      </a:endParaRPr>
                    </a:p>
                  </a:txBody>
                  <a:tcPr marL="9081" marR="9081" marT="4543" marB="4543"/>
                </a:tc>
              </a:tr>
              <a:tr h="614483">
                <a:tc>
                  <a:txBody>
                    <a:bodyPr/>
                    <a:lstStyle/>
                    <a:p>
                      <a:pPr marL="0" marR="0">
                        <a:lnSpc>
                          <a:spcPct val="100000"/>
                        </a:lnSpc>
                        <a:spcBef>
                          <a:spcPts val="0"/>
                        </a:spcBef>
                        <a:spcAft>
                          <a:spcPts val="0"/>
                        </a:spcAft>
                      </a:pPr>
                      <a:r>
                        <a:rPr lang="en-US" sz="800">
                          <a:effectLst/>
                        </a:rPr>
                        <a:t>COUNTRY</a:t>
                      </a:r>
                      <a:endParaRPr lang="en-US" sz="80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a:effectLst/>
                        </a:rPr>
                        <a:t>Character</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Country of First Inventor</a:t>
                      </a:r>
                      <a:endParaRPr lang="en-US" sz="800" dirty="0">
                        <a:effectLst/>
                        <a:latin typeface="Calibri"/>
                        <a:ea typeface="Calibri"/>
                        <a:cs typeface="Times New Roman"/>
                      </a:endParaRPr>
                    </a:p>
                  </a:txBody>
                  <a:tcPr marL="9081" marR="9081" marT="4543" marB="4543"/>
                </a:tc>
                <a:tc>
                  <a:txBody>
                    <a:bodyPr/>
                    <a:lstStyle/>
                    <a:p>
                      <a:pPr marL="0" marR="0">
                        <a:lnSpc>
                          <a:spcPct val="100000"/>
                        </a:lnSpc>
                        <a:spcBef>
                          <a:spcPts val="0"/>
                        </a:spcBef>
                        <a:spcAft>
                          <a:spcPts val="0"/>
                        </a:spcAft>
                      </a:pPr>
                      <a:r>
                        <a:rPr lang="en-US" sz="800" dirty="0">
                          <a:effectLst/>
                        </a:rPr>
                        <a:t>The country of citizenship for the first inventor listed on the patent application.</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of two character string data.</a:t>
                      </a:r>
                      <a:endParaRPr lang="en-US" sz="800" dirty="0">
                        <a:effectLst/>
                        <a:latin typeface="Calibri"/>
                        <a:ea typeface="Calibri"/>
                        <a:cs typeface="Times New Roman"/>
                      </a:endParaRPr>
                    </a:p>
                  </a:txBody>
                  <a:tcPr marL="9081" marR="9081" marT="4543" marB="4543"/>
                </a:tc>
              </a:tr>
            </a:tbl>
          </a:graphicData>
        </a:graphic>
      </p:graphicFrame>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545416423"/>
                  </p:ext>
                </p:extLst>
              </p:nvPr>
            </p:nvGraphicFramePr>
            <p:xfrm>
              <a:off x="4712496" y="457200"/>
              <a:ext cx="4389120" cy="3283136"/>
            </p:xfrm>
            <a:graphic>
              <a:graphicData uri="http://schemas.openxmlformats.org/drawingml/2006/table">
                <a:tbl>
                  <a:tblPr firstRow="1" firstCol="1" bandRow="1">
                    <a:tableStyleId>{5C22544A-7EE6-4342-B048-85BDC9FD1C3A}</a:tableStyleId>
                  </a:tblPr>
                  <a:tblGrid>
                    <a:gridCol w="598516"/>
                    <a:gridCol w="864523"/>
                    <a:gridCol w="1130531"/>
                    <a:gridCol w="1795550"/>
                  </a:tblGrid>
                  <a:tr h="237884">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Variable</a:t>
                          </a:r>
                        </a:p>
                      </a:txBody>
                      <a:tcPr marL="8927" marR="8927" marT="4466" marB="4466"/>
                    </a:tc>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Variable Type</a:t>
                          </a:r>
                        </a:p>
                      </a:txBody>
                      <a:tcPr marL="8927" marR="8927" marT="4466" marB="4466"/>
                    </a:tc>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Extended Name</a:t>
                          </a:r>
                        </a:p>
                      </a:txBody>
                      <a:tcPr marL="8927" marR="8927" marT="4466" marB="4466"/>
                    </a:tc>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Description</a:t>
                          </a:r>
                        </a:p>
                      </a:txBody>
                      <a:tcPr marL="8927" marR="8927" marT="4466" marB="4466"/>
                    </a:tc>
                  </a:tr>
                  <a:tr h="844955">
                    <a:tc>
                      <a:txBody>
                        <a:bodyPr/>
                        <a:lstStyle/>
                        <a:p>
                          <a:pPr marL="0" marR="0">
                            <a:lnSpc>
                              <a:spcPct val="100000"/>
                            </a:lnSpc>
                            <a:spcBef>
                              <a:spcPts val="0"/>
                            </a:spcBef>
                            <a:spcAft>
                              <a:spcPts val="0"/>
                            </a:spcAft>
                          </a:pPr>
                          <a:r>
                            <a:rPr lang="en-US" sz="800" dirty="0">
                              <a:effectLst/>
                            </a:rPr>
                            <a:t>POSTATE</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Character</a:t>
                          </a:r>
                        </a:p>
                        <a:p>
                          <a:pPr marL="0" marR="0">
                            <a:lnSpc>
                              <a:spcPct val="100000"/>
                            </a:lnSpc>
                            <a:spcBef>
                              <a:spcPts val="0"/>
                            </a:spcBef>
                            <a:spcAft>
                              <a:spcPts val="0"/>
                            </a:spcAft>
                          </a:pPr>
                          <a:r>
                            <a:rPr lang="en-US" sz="800" dirty="0">
                              <a:effectLst/>
                            </a:rPr>
                            <a:t>Nominal</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State of First Inventor (US)</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The state of residency for the first inventor listed on the patent application if the country of citizenship is the United States of America.</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of two character string data.</a:t>
                          </a:r>
                          <a:endParaRPr lang="en-US" sz="800" dirty="0">
                            <a:effectLst/>
                            <a:latin typeface="Calibri"/>
                            <a:ea typeface="Calibri"/>
                            <a:cs typeface="Times New Roman"/>
                          </a:endParaRPr>
                        </a:p>
                      </a:txBody>
                      <a:tcPr marL="8927" marR="8927" marT="4466" marB="4466"/>
                    </a:tc>
                  </a:tr>
                  <a:tr h="545720">
                    <a:tc>
                      <a:txBody>
                        <a:bodyPr/>
                        <a:lstStyle/>
                        <a:p>
                          <a:pPr marL="0" marR="0">
                            <a:lnSpc>
                              <a:spcPct val="100000"/>
                            </a:lnSpc>
                            <a:spcBef>
                              <a:spcPts val="0"/>
                            </a:spcBef>
                            <a:spcAft>
                              <a:spcPts val="0"/>
                            </a:spcAft>
                          </a:pPr>
                          <a:r>
                            <a:rPr lang="en-US" sz="800">
                              <a:effectLst/>
                            </a:rPr>
                            <a:t>ASSIGNEE</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Assignee Identifier</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Unique identifier for the assignee of the patent.</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from 10950 to 99550.</a:t>
                          </a:r>
                          <a:endParaRPr lang="en-US" sz="800" dirty="0">
                            <a:effectLst/>
                            <a:latin typeface="Calibri"/>
                            <a:ea typeface="Calibri"/>
                            <a:cs typeface="Times New Roman"/>
                          </a:endParaRPr>
                        </a:p>
                      </a:txBody>
                      <a:tcPr marL="8927" marR="8927" marT="4466" marB="4466"/>
                    </a:tc>
                  </a:tr>
                  <a:tr h="545720">
                    <a:tc>
                      <a:txBody>
                        <a:bodyPr/>
                        <a:lstStyle/>
                        <a:p>
                          <a:pPr marL="0" marR="0">
                            <a:lnSpc>
                              <a:spcPct val="100000"/>
                            </a:lnSpc>
                            <a:spcBef>
                              <a:spcPts val="0"/>
                            </a:spcBef>
                            <a:spcAft>
                              <a:spcPts val="0"/>
                            </a:spcAft>
                          </a:pPr>
                          <a:r>
                            <a:rPr lang="en-US" sz="800">
                              <a:effectLst/>
                            </a:rPr>
                            <a:t>ASSCODE</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Assignee Code</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A one character code categorizing the type of assignee.</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from 1 to 7.</a:t>
                          </a:r>
                          <a:endParaRPr lang="en-US" sz="800" dirty="0">
                            <a:effectLst/>
                            <a:latin typeface="Calibri"/>
                            <a:ea typeface="Calibri"/>
                            <a:cs typeface="Times New Roman"/>
                          </a:endParaRPr>
                        </a:p>
                      </a:txBody>
                      <a:tcPr marL="8927" marR="8927" marT="4466" marB="4466"/>
                    </a:tc>
                  </a:tr>
                  <a:tr h="545720">
                    <a:tc>
                      <a:txBody>
                        <a:bodyPr/>
                        <a:lstStyle/>
                        <a:p>
                          <a:pPr marL="0" marR="0">
                            <a:lnSpc>
                              <a:spcPct val="100000"/>
                            </a:lnSpc>
                            <a:spcBef>
                              <a:spcPts val="0"/>
                            </a:spcBef>
                            <a:spcAft>
                              <a:spcPts val="0"/>
                            </a:spcAft>
                          </a:pPr>
                          <a:r>
                            <a:rPr lang="en-US" sz="800">
                              <a:effectLst/>
                            </a:rPr>
                            <a:t>CLAIMS</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Interval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Number of Claims</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Number of independent and dependent claims on the patent.</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integer values from 1 to </a:t>
                          </a:r>
                          <a14:m>
                            <m:oMath xmlns:m="http://schemas.openxmlformats.org/officeDocument/2006/math">
                              <m:r>
                                <a:rPr lang="en-US" sz="800">
                                  <a:effectLst/>
                                  <a:latin typeface="Cambria Math"/>
                                </a:rPr>
                                <m:t>∞</m:t>
                              </m:r>
                            </m:oMath>
                          </a14:m>
                          <a:r>
                            <a:rPr lang="en-US" sz="800" dirty="0">
                              <a:effectLst/>
                            </a:rPr>
                            <a:t>.</a:t>
                          </a:r>
                          <a:endParaRPr lang="en-US" sz="800" dirty="0">
                            <a:effectLst/>
                            <a:latin typeface="Calibri"/>
                            <a:ea typeface="Calibri"/>
                            <a:cs typeface="Times New Roman"/>
                          </a:endParaRPr>
                        </a:p>
                      </a:txBody>
                      <a:tcPr marL="8927" marR="8927" marT="4466" marB="4466"/>
                    </a:tc>
                  </a:tr>
                  <a:tr h="545720">
                    <a:tc>
                      <a:txBody>
                        <a:bodyPr/>
                        <a:lstStyle/>
                        <a:p>
                          <a:pPr marL="0" marR="0">
                            <a:lnSpc>
                              <a:spcPct val="100000"/>
                            </a:lnSpc>
                            <a:spcBef>
                              <a:spcPts val="0"/>
                            </a:spcBef>
                            <a:spcAft>
                              <a:spcPts val="0"/>
                            </a:spcAft>
                          </a:pPr>
                          <a:r>
                            <a:rPr lang="en-US" sz="800">
                              <a:effectLst/>
                            </a:rPr>
                            <a:t>NCLASS</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Main Patent Class</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A code that categorizes the patent into one of several broad classifications.</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integer values from 1 to 800.</a:t>
                          </a:r>
                          <a:endParaRPr lang="en-US" sz="800" dirty="0">
                            <a:effectLst/>
                            <a:latin typeface="Calibri"/>
                            <a:ea typeface="Calibri"/>
                            <a:cs typeface="Times New Roman"/>
                          </a:endParaRPr>
                        </a:p>
                      </a:txBody>
                      <a:tcPr marL="8927" marR="8927" marT="4466" marB="4466"/>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545416423"/>
                  </p:ext>
                </p:extLst>
              </p:nvPr>
            </p:nvGraphicFramePr>
            <p:xfrm>
              <a:off x="4712496" y="457200"/>
              <a:ext cx="4389120" cy="3283136"/>
            </p:xfrm>
            <a:graphic>
              <a:graphicData uri="http://schemas.openxmlformats.org/drawingml/2006/table">
                <a:tbl>
                  <a:tblPr firstRow="1" firstCol="1" bandRow="1">
                    <a:tableStyleId>{5C22544A-7EE6-4342-B048-85BDC9FD1C3A}</a:tableStyleId>
                  </a:tblPr>
                  <a:tblGrid>
                    <a:gridCol w="598516"/>
                    <a:gridCol w="864523"/>
                    <a:gridCol w="1130531"/>
                    <a:gridCol w="1795550"/>
                  </a:tblGrid>
                  <a:tr h="237884">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Variable</a:t>
                          </a:r>
                        </a:p>
                      </a:txBody>
                      <a:tcPr marL="8927" marR="8927" marT="4466" marB="4466"/>
                    </a:tc>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Variable Type</a:t>
                          </a:r>
                        </a:p>
                      </a:txBody>
                      <a:tcPr marL="8927" marR="8927" marT="4466" marB="4466"/>
                    </a:tc>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Extended Name</a:t>
                          </a:r>
                        </a:p>
                      </a:txBody>
                      <a:tcPr marL="8927" marR="8927" marT="4466" marB="4466"/>
                    </a:tc>
                    <a:tc>
                      <a:txBody>
                        <a:bodyPr/>
                        <a:lstStyle/>
                        <a:p>
                          <a:pPr marL="0" marR="0" algn="l" defTabSz="914400" rtl="0" eaLnBrk="1" latinLnBrk="0" hangingPunct="1">
                            <a:lnSpc>
                              <a:spcPct val="150000"/>
                            </a:lnSpc>
                            <a:spcBef>
                              <a:spcPts val="0"/>
                            </a:spcBef>
                            <a:spcAft>
                              <a:spcPts val="0"/>
                            </a:spcAft>
                          </a:pPr>
                          <a:r>
                            <a:rPr lang="en-US" sz="800" b="1" kern="1200" dirty="0">
                              <a:solidFill>
                                <a:schemeClr val="lt1"/>
                              </a:solidFill>
                              <a:effectLst/>
                              <a:latin typeface="+mn-lt"/>
                              <a:ea typeface="+mn-ea"/>
                              <a:cs typeface="+mn-cs"/>
                            </a:rPr>
                            <a:t>Description</a:t>
                          </a:r>
                        </a:p>
                      </a:txBody>
                      <a:tcPr marL="8927" marR="8927" marT="4466" marB="4466"/>
                    </a:tc>
                  </a:tr>
                  <a:tr h="862372">
                    <a:tc>
                      <a:txBody>
                        <a:bodyPr/>
                        <a:lstStyle/>
                        <a:p>
                          <a:pPr marL="0" marR="0">
                            <a:lnSpc>
                              <a:spcPct val="100000"/>
                            </a:lnSpc>
                            <a:spcBef>
                              <a:spcPts val="0"/>
                            </a:spcBef>
                            <a:spcAft>
                              <a:spcPts val="0"/>
                            </a:spcAft>
                          </a:pPr>
                          <a:r>
                            <a:rPr lang="en-US" sz="800" dirty="0">
                              <a:effectLst/>
                            </a:rPr>
                            <a:t>POSTATE</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Character</a:t>
                          </a:r>
                        </a:p>
                        <a:p>
                          <a:pPr marL="0" marR="0">
                            <a:lnSpc>
                              <a:spcPct val="100000"/>
                            </a:lnSpc>
                            <a:spcBef>
                              <a:spcPts val="0"/>
                            </a:spcBef>
                            <a:spcAft>
                              <a:spcPts val="0"/>
                            </a:spcAft>
                          </a:pPr>
                          <a:r>
                            <a:rPr lang="en-US" sz="800" dirty="0">
                              <a:effectLst/>
                            </a:rPr>
                            <a:t>Nominal</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State of First Inventor (US)</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The state of residency for the first inventor listed on the patent application if the country of citizenship is the United States of America.</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of two character string data.</a:t>
                          </a:r>
                          <a:endParaRPr lang="en-US" sz="800" dirty="0">
                            <a:effectLst/>
                            <a:latin typeface="Calibri"/>
                            <a:ea typeface="Calibri"/>
                            <a:cs typeface="Times New Roman"/>
                          </a:endParaRPr>
                        </a:p>
                      </a:txBody>
                      <a:tcPr marL="8927" marR="8927" marT="4466" marB="4466"/>
                    </a:tc>
                  </a:tr>
                  <a:tr h="545720">
                    <a:tc>
                      <a:txBody>
                        <a:bodyPr/>
                        <a:lstStyle/>
                        <a:p>
                          <a:pPr marL="0" marR="0">
                            <a:lnSpc>
                              <a:spcPct val="100000"/>
                            </a:lnSpc>
                            <a:spcBef>
                              <a:spcPts val="0"/>
                            </a:spcBef>
                            <a:spcAft>
                              <a:spcPts val="0"/>
                            </a:spcAft>
                          </a:pPr>
                          <a:r>
                            <a:rPr lang="en-US" sz="800">
                              <a:effectLst/>
                            </a:rPr>
                            <a:t>ASSIGNEE</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Assignee Identifier</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Unique identifier for the assignee of the patent.</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from 10950 to 99550.</a:t>
                          </a:r>
                          <a:endParaRPr lang="en-US" sz="800" dirty="0">
                            <a:effectLst/>
                            <a:latin typeface="Calibri"/>
                            <a:ea typeface="Calibri"/>
                            <a:cs typeface="Times New Roman"/>
                          </a:endParaRPr>
                        </a:p>
                      </a:txBody>
                      <a:tcPr marL="8927" marR="8927" marT="4466" marB="4466"/>
                    </a:tc>
                  </a:tr>
                  <a:tr h="545720">
                    <a:tc>
                      <a:txBody>
                        <a:bodyPr/>
                        <a:lstStyle/>
                        <a:p>
                          <a:pPr marL="0" marR="0">
                            <a:lnSpc>
                              <a:spcPct val="100000"/>
                            </a:lnSpc>
                            <a:spcBef>
                              <a:spcPts val="0"/>
                            </a:spcBef>
                            <a:spcAft>
                              <a:spcPts val="0"/>
                            </a:spcAft>
                          </a:pPr>
                          <a:r>
                            <a:rPr lang="en-US" sz="800">
                              <a:effectLst/>
                            </a:rPr>
                            <a:t>ASSCODE</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Assignee Code</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A one character code categorizing the type of assignee.</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values from 1 to 7.</a:t>
                          </a:r>
                          <a:endParaRPr lang="en-US" sz="800" dirty="0">
                            <a:effectLst/>
                            <a:latin typeface="Calibri"/>
                            <a:ea typeface="Calibri"/>
                            <a:cs typeface="Times New Roman"/>
                          </a:endParaRPr>
                        </a:p>
                      </a:txBody>
                      <a:tcPr marL="8927" marR="8927" marT="4466" marB="4466"/>
                    </a:tc>
                  </a:tr>
                  <a:tr h="545720">
                    <a:tc>
                      <a:txBody>
                        <a:bodyPr/>
                        <a:lstStyle/>
                        <a:p>
                          <a:pPr marL="0" marR="0">
                            <a:lnSpc>
                              <a:spcPct val="100000"/>
                            </a:lnSpc>
                            <a:spcBef>
                              <a:spcPts val="0"/>
                            </a:spcBef>
                            <a:spcAft>
                              <a:spcPts val="0"/>
                            </a:spcAft>
                          </a:pPr>
                          <a:r>
                            <a:rPr lang="en-US" sz="800">
                              <a:effectLst/>
                            </a:rPr>
                            <a:t>CLAIMS</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Interval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Number of Claims</a:t>
                          </a:r>
                          <a:endParaRPr lang="en-US" sz="800">
                            <a:effectLst/>
                            <a:latin typeface="Calibri"/>
                            <a:ea typeface="Calibri"/>
                            <a:cs typeface="Times New Roman"/>
                          </a:endParaRPr>
                        </a:p>
                      </a:txBody>
                      <a:tcPr marL="8927" marR="8927" marT="4466" marB="4466"/>
                    </a:tc>
                    <a:tc>
                      <a:txBody>
                        <a:bodyPr/>
                        <a:lstStyle/>
                        <a:p>
                          <a:endParaRPr lang="en-US"/>
                        </a:p>
                      </a:txBody>
                      <a:tcPr marL="8927" marR="8927" marT="4466" marB="4466">
                        <a:blipFill rotWithShape="1">
                          <a:blip r:embed="rId3"/>
                          <a:stretch>
                            <a:fillRect l="-144068" t="-404494" r="-339" b="-103371"/>
                          </a:stretch>
                        </a:blipFill>
                      </a:tcPr>
                    </a:tc>
                  </a:tr>
                  <a:tr h="545720">
                    <a:tc>
                      <a:txBody>
                        <a:bodyPr/>
                        <a:lstStyle/>
                        <a:p>
                          <a:pPr marL="0" marR="0">
                            <a:lnSpc>
                              <a:spcPct val="100000"/>
                            </a:lnSpc>
                            <a:spcBef>
                              <a:spcPts val="0"/>
                            </a:spcBef>
                            <a:spcAft>
                              <a:spcPts val="0"/>
                            </a:spcAft>
                          </a:pPr>
                          <a:r>
                            <a:rPr lang="en-US" sz="800">
                              <a:effectLst/>
                            </a:rPr>
                            <a:t>NCLASS</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Main Patent Class</a:t>
                          </a:r>
                          <a:endParaRPr lang="en-US" sz="800" dirty="0">
                            <a:effectLst/>
                            <a:latin typeface="Calibri"/>
                            <a:ea typeface="Calibri"/>
                            <a:cs typeface="Times New Roman"/>
                          </a:endParaRPr>
                        </a:p>
                      </a:txBody>
                      <a:tcPr marL="8927" marR="8927" marT="4466" marB="4466"/>
                    </a:tc>
                    <a:tc>
                      <a:txBody>
                        <a:bodyPr/>
                        <a:lstStyle/>
                        <a:p>
                          <a:pPr marL="0" marR="0">
                            <a:lnSpc>
                              <a:spcPct val="100000"/>
                            </a:lnSpc>
                            <a:spcBef>
                              <a:spcPts val="0"/>
                            </a:spcBef>
                            <a:spcAft>
                              <a:spcPts val="0"/>
                            </a:spcAft>
                          </a:pPr>
                          <a:r>
                            <a:rPr lang="en-US" sz="800" dirty="0">
                              <a:effectLst/>
                            </a:rPr>
                            <a:t>A code that categorizes the patent into one of several broad classifications.</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integer values from 1 to 800.</a:t>
                          </a:r>
                          <a:endParaRPr lang="en-US" sz="800" dirty="0">
                            <a:effectLst/>
                            <a:latin typeface="Calibri"/>
                            <a:ea typeface="Calibri"/>
                            <a:cs typeface="Times New Roman"/>
                          </a:endParaRPr>
                        </a:p>
                      </a:txBody>
                      <a:tcPr marL="8927" marR="8927" marT="4466" marB="4466"/>
                    </a:tc>
                  </a:tr>
                </a:tbl>
              </a:graphicData>
            </a:graphic>
          </p:graphicFrame>
        </mc:Fallback>
      </mc:AlternateContent>
      <p:sp>
        <p:nvSpPr>
          <p:cNvPr id="5" name="TextBox 4"/>
          <p:cNvSpPr txBox="1"/>
          <p:nvPr/>
        </p:nvSpPr>
        <p:spPr>
          <a:xfrm>
            <a:off x="0" y="0"/>
            <a:ext cx="9144000" cy="369332"/>
          </a:xfrm>
          <a:prstGeom prst="rect">
            <a:avLst/>
          </a:prstGeom>
          <a:noFill/>
        </p:spPr>
        <p:txBody>
          <a:bodyPr wrap="square" rtlCol="0">
            <a:spAutoFit/>
          </a:bodyPr>
          <a:lstStyle/>
          <a:p>
            <a:r>
              <a:rPr lang="en-US" dirty="0" smtClean="0"/>
              <a:t>Original USPTO Variables from Source Data</a:t>
            </a:r>
            <a:endParaRPr lang="en-US" dirty="0"/>
          </a:p>
        </p:txBody>
      </p:sp>
      <p:sp>
        <p:nvSpPr>
          <p:cNvPr id="2" name="Rectangle 1"/>
          <p:cNvSpPr/>
          <p:nvPr/>
        </p:nvSpPr>
        <p:spPr>
          <a:xfrm>
            <a:off x="0" y="4450277"/>
            <a:ext cx="9144000" cy="1154162"/>
          </a:xfrm>
          <a:prstGeom prst="rect">
            <a:avLst/>
          </a:prstGeom>
        </p:spPr>
        <p:txBody>
          <a:bodyPr>
            <a:spAutoFit/>
          </a:bodyPr>
          <a:lstStyle/>
          <a:p>
            <a:pPr marL="457200" lvl="0" indent="-457200">
              <a:spcAft>
                <a:spcPts val="600"/>
              </a:spcAft>
            </a:pPr>
            <a:r>
              <a:rPr lang="en-US" sz="1600" dirty="0">
                <a:solidFill>
                  <a:prstClr val="black"/>
                </a:solidFill>
                <a:latin typeface="Times New Roman"/>
                <a:ea typeface="Calibri"/>
                <a:cs typeface="Times New Roman"/>
              </a:rPr>
              <a:t>National Bureau of Economic Research. </a:t>
            </a:r>
            <a:r>
              <a:rPr lang="en-US" sz="1600" dirty="0" smtClean="0">
                <a:solidFill>
                  <a:prstClr val="black"/>
                </a:solidFill>
                <a:latin typeface="Times New Roman"/>
                <a:ea typeface="Calibri"/>
                <a:cs typeface="Times New Roman"/>
              </a:rPr>
              <a:t>(2018). </a:t>
            </a:r>
            <a:r>
              <a:rPr lang="en-US" sz="1600" dirty="0">
                <a:solidFill>
                  <a:prstClr val="black"/>
                </a:solidFill>
                <a:latin typeface="Times New Roman"/>
                <a:ea typeface="Calibri"/>
                <a:cs typeface="Times New Roman"/>
              </a:rPr>
              <a:t>Patent data, including constructed variables [data file]. Retrieved from http://www.nber.org/patents</a:t>
            </a:r>
            <a:r>
              <a:rPr lang="en-US" sz="1600" dirty="0" smtClean="0">
                <a:solidFill>
                  <a:prstClr val="black"/>
                </a:solidFill>
                <a:latin typeface="Times New Roman"/>
                <a:ea typeface="Calibri"/>
                <a:cs typeface="Times New Roman"/>
              </a:rPr>
              <a:t>/</a:t>
            </a:r>
          </a:p>
          <a:p>
            <a:pPr marL="457200" lvl="0" indent="-457200">
              <a:spcAft>
                <a:spcPts val="600"/>
              </a:spcAft>
            </a:pPr>
            <a:r>
              <a:rPr lang="en-US" sz="1600" dirty="0">
                <a:solidFill>
                  <a:prstClr val="black"/>
                </a:solidFill>
                <a:latin typeface="Times New Roman"/>
                <a:ea typeface="Calibri"/>
                <a:cs typeface="Times New Roman"/>
              </a:rPr>
              <a:t>Hall, B. H., Jaffe, A. B. and </a:t>
            </a:r>
            <a:r>
              <a:rPr lang="en-US" sz="1600" dirty="0" err="1">
                <a:solidFill>
                  <a:prstClr val="black"/>
                </a:solidFill>
                <a:latin typeface="Times New Roman"/>
                <a:ea typeface="Calibri"/>
                <a:cs typeface="Times New Roman"/>
              </a:rPr>
              <a:t>Trajtenberg</a:t>
            </a:r>
            <a:r>
              <a:rPr lang="en-US" sz="1600" dirty="0">
                <a:solidFill>
                  <a:prstClr val="black"/>
                </a:solidFill>
                <a:latin typeface="Times New Roman"/>
                <a:ea typeface="Calibri"/>
                <a:cs typeface="Times New Roman"/>
              </a:rPr>
              <a:t>, M. (2001). "The NBER Patent Citation Data File: Lessons, Insights and Methodological Tools." </a:t>
            </a:r>
            <a:r>
              <a:rPr lang="en-US" sz="1600" i="1" dirty="0">
                <a:solidFill>
                  <a:prstClr val="black"/>
                </a:solidFill>
                <a:latin typeface="Times New Roman"/>
                <a:ea typeface="Calibri"/>
                <a:cs typeface="Times New Roman"/>
              </a:rPr>
              <a:t>NBER Working Paper 8498</a:t>
            </a:r>
            <a:r>
              <a:rPr lang="en-US" sz="1600" dirty="0">
                <a:solidFill>
                  <a:prstClr val="black"/>
                </a:solidFill>
                <a:latin typeface="Times New Roman"/>
                <a:ea typeface="Calibri"/>
                <a:cs typeface="Times New Roman"/>
              </a:rPr>
              <a:t>. Retrieved from http://www.nber.org/patents</a:t>
            </a:r>
            <a:r>
              <a:rPr lang="en-US" sz="1600" dirty="0" smtClean="0">
                <a:solidFill>
                  <a:prstClr val="black"/>
                </a:solidFill>
                <a:latin typeface="Times New Roman"/>
                <a:ea typeface="Calibri"/>
                <a:cs typeface="Times New Roman"/>
              </a:rPr>
              <a:t>/</a:t>
            </a:r>
            <a:endParaRPr lang="en-US" sz="1400" dirty="0">
              <a:solidFill>
                <a:prstClr val="black"/>
              </a:solidFill>
              <a:ea typeface="Calibri"/>
              <a:cs typeface="Times New Roman"/>
            </a:endParaRPr>
          </a:p>
        </p:txBody>
      </p:sp>
      <p:pic>
        <p:nvPicPr>
          <p:cNvPr id="6" name="Picture 3" descr="C:\Users\townesm\Downloads\clipart886407.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1267131"/>
            <a:ext cx="548640" cy="3657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townesm\Downloads\clipart886407.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02025" y="2524999"/>
            <a:ext cx="548640" cy="3657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townesm\Downloads\clipart886407.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2790384"/>
            <a:ext cx="548640"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32243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136"/>
            <a:ext cx="9144000" cy="369332"/>
          </a:xfrm>
          <a:prstGeom prst="rect">
            <a:avLst/>
          </a:prstGeom>
          <a:noFill/>
        </p:spPr>
        <p:txBody>
          <a:bodyPr wrap="square" rtlCol="0">
            <a:spAutoFit/>
          </a:bodyPr>
          <a:lstStyle/>
          <a:p>
            <a:r>
              <a:rPr lang="en-US" dirty="0" smtClean="0"/>
              <a:t>Original Constructed Variables from Source Data</a:t>
            </a:r>
            <a:endParaRPr lang="en-US"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554949418"/>
                  </p:ext>
                </p:extLst>
              </p:nvPr>
            </p:nvGraphicFramePr>
            <p:xfrm>
              <a:off x="42862" y="457200"/>
              <a:ext cx="4389120" cy="3815112"/>
            </p:xfrm>
            <a:graphic>
              <a:graphicData uri="http://schemas.openxmlformats.org/drawingml/2006/table">
                <a:tbl>
                  <a:tblPr firstRow="1" firstCol="1" bandRow="1">
                    <a:tableStyleId>{5C22544A-7EE6-4342-B048-85BDC9FD1C3A}</a:tableStyleId>
                  </a:tblPr>
                  <a:tblGrid>
                    <a:gridCol w="810297"/>
                    <a:gridCol w="810297"/>
                    <a:gridCol w="1350498"/>
                    <a:gridCol w="1418028"/>
                  </a:tblGrid>
                  <a:tr h="92290">
                    <a:tc>
                      <a:txBody>
                        <a:bodyPr/>
                        <a:lstStyle/>
                        <a:p>
                          <a:pPr marL="0" marR="0">
                            <a:lnSpc>
                              <a:spcPct val="100000"/>
                            </a:lnSpc>
                            <a:spcBef>
                              <a:spcPts val="0"/>
                            </a:spcBef>
                            <a:spcAft>
                              <a:spcPts val="0"/>
                            </a:spcAft>
                          </a:pPr>
                          <a:r>
                            <a:rPr lang="en-US" sz="800" dirty="0">
                              <a:effectLst/>
                            </a:rPr>
                            <a:t>Variable</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Variable Type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Extended Name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Description</a:t>
                          </a:r>
                          <a:endParaRPr lang="en-US" sz="800">
                            <a:effectLst/>
                            <a:latin typeface="Calibri"/>
                            <a:ea typeface="Calibri"/>
                            <a:cs typeface="Times New Roman"/>
                          </a:endParaRPr>
                        </a:p>
                      </a:txBody>
                      <a:tcPr marL="5929" marR="5929" marT="2966" marB="2966"/>
                    </a:tc>
                  </a:tr>
                  <a:tr h="299773">
                    <a:tc>
                      <a:txBody>
                        <a:bodyPr/>
                        <a:lstStyle/>
                        <a:p>
                          <a:pPr marL="0" marR="0">
                            <a:lnSpc>
                              <a:spcPct val="100000"/>
                            </a:lnSpc>
                            <a:spcBef>
                              <a:spcPts val="0"/>
                            </a:spcBef>
                            <a:spcAft>
                              <a:spcPts val="0"/>
                            </a:spcAft>
                          </a:pPr>
                          <a:r>
                            <a:rPr lang="en-US" sz="800">
                              <a:effectLst/>
                            </a:rPr>
                            <a:t>CAT</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Nominal</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Technological Category</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A higher-level classification of the Main Patent Class.</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integer values from 1 to 6.</a:t>
                          </a:r>
                          <a:endParaRPr lang="en-US" sz="800">
                            <a:effectLst/>
                            <a:latin typeface="Calibri"/>
                            <a:ea typeface="Calibri"/>
                            <a:cs typeface="Times New Roman"/>
                          </a:endParaRPr>
                        </a:p>
                      </a:txBody>
                      <a:tcPr marL="5929" marR="5929" marT="2966" marB="2966"/>
                    </a:tc>
                  </a:tr>
                  <a:tr h="348468">
                    <a:tc>
                      <a:txBody>
                        <a:bodyPr/>
                        <a:lstStyle/>
                        <a:p>
                          <a:pPr marL="0" marR="0">
                            <a:lnSpc>
                              <a:spcPct val="100000"/>
                            </a:lnSpc>
                            <a:spcBef>
                              <a:spcPts val="0"/>
                            </a:spcBef>
                            <a:spcAft>
                              <a:spcPts val="0"/>
                            </a:spcAft>
                          </a:pPr>
                          <a:r>
                            <a:rPr lang="en-US" sz="800">
                              <a:effectLst/>
                            </a:rPr>
                            <a:t>SUBCAT</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Technological Sub-category</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The sub-category of the primary technological category to which the patent is assigned.</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integer values from 1 to 69.</a:t>
                          </a:r>
                          <a:endParaRPr lang="en-US" sz="800">
                            <a:effectLst/>
                            <a:latin typeface="Calibri"/>
                            <a:ea typeface="Calibri"/>
                            <a:cs typeface="Times New Roman"/>
                          </a:endParaRPr>
                        </a:p>
                      </a:txBody>
                      <a:tcPr marL="5929" marR="5929" marT="2966" marB="2966"/>
                    </a:tc>
                  </a:tr>
                  <a:tr h="251078">
                    <a:tc>
                      <a:txBody>
                        <a:bodyPr/>
                        <a:lstStyle/>
                        <a:p>
                          <a:pPr marL="0" marR="0">
                            <a:lnSpc>
                              <a:spcPct val="100000"/>
                            </a:lnSpc>
                            <a:spcBef>
                              <a:spcPts val="0"/>
                            </a:spcBef>
                            <a:spcAft>
                              <a:spcPts val="0"/>
                            </a:spcAft>
                          </a:pPr>
                          <a:r>
                            <a:rPr lang="en-US" sz="800">
                              <a:effectLst/>
                            </a:rPr>
                            <a:t>CMADE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Interval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Number of Citations Made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The number of citations made by the patent.</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integer values from 1 to </a:t>
                          </a:r>
                          <a14:m>
                            <m:oMath xmlns:m="http://schemas.openxmlformats.org/officeDocument/2006/math">
                              <m:r>
                                <a:rPr lang="en-US" sz="800">
                                  <a:effectLst/>
                                  <a:latin typeface="Cambria Math"/>
                                </a:rPr>
                                <m:t>∞</m:t>
                              </m:r>
                            </m:oMath>
                          </a14:m>
                          <a:r>
                            <a:rPr lang="en-US" sz="800">
                              <a:effectLst/>
                            </a:rPr>
                            <a:t>.</a:t>
                          </a:r>
                          <a:endParaRPr lang="en-US" sz="800">
                            <a:effectLst/>
                            <a:latin typeface="Calibri"/>
                            <a:ea typeface="Calibri"/>
                            <a:cs typeface="Times New Roman"/>
                          </a:endParaRPr>
                        </a:p>
                      </a:txBody>
                      <a:tcPr marL="5929" marR="5929" marT="2966" marB="2966"/>
                    </a:tc>
                  </a:tr>
                  <a:tr h="299773">
                    <a:tc>
                      <a:txBody>
                        <a:bodyPr/>
                        <a:lstStyle/>
                        <a:p>
                          <a:pPr marL="0" marR="0">
                            <a:lnSpc>
                              <a:spcPct val="100000"/>
                            </a:lnSpc>
                            <a:spcBef>
                              <a:spcPts val="0"/>
                            </a:spcBef>
                            <a:spcAft>
                              <a:spcPts val="0"/>
                            </a:spcAft>
                          </a:pPr>
                          <a:r>
                            <a:rPr lang="en-US" sz="800">
                              <a:effectLst/>
                            </a:rPr>
                            <a:t>CRECEIVE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Interval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No. of Citations Received</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The number of citations in other patents that reference the patent.</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integer values from 1 to </a:t>
                          </a:r>
                          <a14:m>
                            <m:oMath xmlns:m="http://schemas.openxmlformats.org/officeDocument/2006/math">
                              <m:r>
                                <a:rPr lang="en-US" sz="800">
                                  <a:effectLst/>
                                  <a:latin typeface="Cambria Math"/>
                                </a:rPr>
                                <m:t>∞</m:t>
                              </m:r>
                            </m:oMath>
                          </a14:m>
                          <a:r>
                            <a:rPr lang="en-US" sz="800">
                              <a:effectLst/>
                            </a:rPr>
                            <a:t>.</a:t>
                          </a:r>
                          <a:endParaRPr lang="en-US" sz="800">
                            <a:effectLst/>
                            <a:latin typeface="Calibri"/>
                            <a:ea typeface="Calibri"/>
                            <a:cs typeface="Times New Roman"/>
                          </a:endParaRPr>
                        </a:p>
                      </a:txBody>
                      <a:tcPr marL="5929" marR="5929" marT="2966" marB="2966"/>
                    </a:tc>
                  </a:tr>
                  <a:tr h="445859">
                    <a:tc>
                      <a:txBody>
                        <a:bodyPr/>
                        <a:lstStyle/>
                        <a:p>
                          <a:pPr marL="0" marR="0">
                            <a:lnSpc>
                              <a:spcPct val="100000"/>
                            </a:lnSpc>
                            <a:spcBef>
                              <a:spcPts val="0"/>
                            </a:spcBef>
                            <a:spcAft>
                              <a:spcPts val="0"/>
                            </a:spcAft>
                          </a:pPr>
                          <a:r>
                            <a:rPr lang="en-US" sz="800">
                              <a:effectLst/>
                            </a:rPr>
                            <a:t>RATIOCIT</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Ratio</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Percent of Citations Made to Patents Granted Since 1963</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The ratio of the number of citations made by all patents granted since 1963 to the total number of citations made by the particular patent. </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929" marR="5929" marT="2966" marB="2966"/>
                    </a:tc>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554949418"/>
                  </p:ext>
                </p:extLst>
              </p:nvPr>
            </p:nvGraphicFramePr>
            <p:xfrm>
              <a:off x="42862" y="457200"/>
              <a:ext cx="4389120" cy="3815112"/>
            </p:xfrm>
            <a:graphic>
              <a:graphicData uri="http://schemas.openxmlformats.org/drawingml/2006/table">
                <a:tbl>
                  <a:tblPr firstRow="1" firstCol="1" bandRow="1">
                    <a:tableStyleId>{5C22544A-7EE6-4342-B048-85BDC9FD1C3A}</a:tableStyleId>
                  </a:tblPr>
                  <a:tblGrid>
                    <a:gridCol w="810297"/>
                    <a:gridCol w="810297"/>
                    <a:gridCol w="1350498"/>
                    <a:gridCol w="1418028"/>
                  </a:tblGrid>
                  <a:tr h="127852">
                    <a:tc>
                      <a:txBody>
                        <a:bodyPr/>
                        <a:lstStyle/>
                        <a:p>
                          <a:pPr marL="0" marR="0">
                            <a:lnSpc>
                              <a:spcPct val="100000"/>
                            </a:lnSpc>
                            <a:spcBef>
                              <a:spcPts val="0"/>
                            </a:spcBef>
                            <a:spcAft>
                              <a:spcPts val="0"/>
                            </a:spcAft>
                          </a:pPr>
                          <a:r>
                            <a:rPr lang="en-US" sz="800" dirty="0">
                              <a:effectLst/>
                            </a:rPr>
                            <a:t>Variable</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Variable Type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Extended Name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Description</a:t>
                          </a:r>
                          <a:endParaRPr lang="en-US" sz="800">
                            <a:effectLst/>
                            <a:latin typeface="Calibri"/>
                            <a:ea typeface="Calibri"/>
                            <a:cs typeface="Times New Roman"/>
                          </a:endParaRPr>
                        </a:p>
                      </a:txBody>
                      <a:tcPr marL="5929" marR="5929" marT="2966" marB="2966"/>
                    </a:tc>
                  </a:tr>
                  <a:tr h="615532">
                    <a:tc>
                      <a:txBody>
                        <a:bodyPr/>
                        <a:lstStyle/>
                        <a:p>
                          <a:pPr marL="0" marR="0">
                            <a:lnSpc>
                              <a:spcPct val="100000"/>
                            </a:lnSpc>
                            <a:spcBef>
                              <a:spcPts val="0"/>
                            </a:spcBef>
                            <a:spcAft>
                              <a:spcPts val="0"/>
                            </a:spcAft>
                          </a:pPr>
                          <a:r>
                            <a:rPr lang="en-US" sz="800">
                              <a:effectLst/>
                            </a:rPr>
                            <a:t>CAT</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Nominal</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Technological Category</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A higher-level classification of the Main Patent Class.</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integer values from 1 to 6.</a:t>
                          </a:r>
                          <a:endParaRPr lang="en-US" sz="800">
                            <a:effectLst/>
                            <a:latin typeface="Calibri"/>
                            <a:ea typeface="Calibri"/>
                            <a:cs typeface="Times New Roman"/>
                          </a:endParaRPr>
                        </a:p>
                      </a:txBody>
                      <a:tcPr marL="5929" marR="5929" marT="2966" marB="2966"/>
                    </a:tc>
                  </a:tr>
                  <a:tr h="737452">
                    <a:tc>
                      <a:txBody>
                        <a:bodyPr/>
                        <a:lstStyle/>
                        <a:p>
                          <a:pPr marL="0" marR="0">
                            <a:lnSpc>
                              <a:spcPct val="100000"/>
                            </a:lnSpc>
                            <a:spcBef>
                              <a:spcPts val="0"/>
                            </a:spcBef>
                            <a:spcAft>
                              <a:spcPts val="0"/>
                            </a:spcAft>
                          </a:pPr>
                          <a:r>
                            <a:rPr lang="en-US" sz="800">
                              <a:effectLst/>
                            </a:rPr>
                            <a:t>SUBCAT</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Nominal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Technological Sub-category</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The sub-category of the primary technological category to which the patent is assigned.</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integer values from 1 to 69.</a:t>
                          </a:r>
                          <a:endParaRPr lang="en-US" sz="800">
                            <a:effectLst/>
                            <a:latin typeface="Calibri"/>
                            <a:ea typeface="Calibri"/>
                            <a:cs typeface="Times New Roman"/>
                          </a:endParaRPr>
                        </a:p>
                      </a:txBody>
                      <a:tcPr marL="5929" marR="5929" marT="2966" marB="2966"/>
                    </a:tc>
                  </a:tr>
                  <a:tr h="615532">
                    <a:tc>
                      <a:txBody>
                        <a:bodyPr/>
                        <a:lstStyle/>
                        <a:p>
                          <a:pPr marL="0" marR="0">
                            <a:lnSpc>
                              <a:spcPct val="100000"/>
                            </a:lnSpc>
                            <a:spcBef>
                              <a:spcPts val="0"/>
                            </a:spcBef>
                            <a:spcAft>
                              <a:spcPts val="0"/>
                            </a:spcAft>
                          </a:pPr>
                          <a:r>
                            <a:rPr lang="en-US" sz="800">
                              <a:effectLst/>
                            </a:rPr>
                            <a:t>CMADE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Interval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Number of Citations Made</a:t>
                          </a:r>
                          <a:endParaRPr lang="en-US" sz="800">
                            <a:effectLst/>
                            <a:latin typeface="Calibri"/>
                            <a:ea typeface="Calibri"/>
                            <a:cs typeface="Times New Roman"/>
                          </a:endParaRPr>
                        </a:p>
                      </a:txBody>
                      <a:tcPr marL="5929" marR="5929" marT="2966" marB="2966"/>
                    </a:tc>
                    <a:tc>
                      <a:txBody>
                        <a:bodyPr/>
                        <a:lstStyle/>
                        <a:p>
                          <a:endParaRPr lang="en-US"/>
                        </a:p>
                      </a:txBody>
                      <a:tcPr marL="5929" marR="5929" marT="2966" marB="2966">
                        <a:blipFill rotWithShape="1">
                          <a:blip r:embed="rId2"/>
                          <a:stretch>
                            <a:fillRect l="-209013" t="-244554" r="-429" b="-290099"/>
                          </a:stretch>
                        </a:blipFill>
                      </a:tcPr>
                    </a:tc>
                  </a:tr>
                  <a:tr h="737452">
                    <a:tc>
                      <a:txBody>
                        <a:bodyPr/>
                        <a:lstStyle/>
                        <a:p>
                          <a:pPr marL="0" marR="0">
                            <a:lnSpc>
                              <a:spcPct val="100000"/>
                            </a:lnSpc>
                            <a:spcBef>
                              <a:spcPts val="0"/>
                            </a:spcBef>
                            <a:spcAft>
                              <a:spcPts val="0"/>
                            </a:spcAft>
                          </a:pPr>
                          <a:r>
                            <a:rPr lang="en-US" sz="800">
                              <a:effectLst/>
                            </a:rPr>
                            <a:t>CRECEIVE</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Interval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No. of Citations Received</a:t>
                          </a:r>
                          <a:endParaRPr lang="en-US" sz="800">
                            <a:effectLst/>
                            <a:latin typeface="Calibri"/>
                            <a:ea typeface="Calibri"/>
                            <a:cs typeface="Times New Roman"/>
                          </a:endParaRPr>
                        </a:p>
                      </a:txBody>
                      <a:tcPr marL="5929" marR="5929" marT="2966" marB="2966"/>
                    </a:tc>
                    <a:tc>
                      <a:txBody>
                        <a:bodyPr/>
                        <a:lstStyle/>
                        <a:p>
                          <a:endParaRPr lang="en-US"/>
                        </a:p>
                      </a:txBody>
                      <a:tcPr marL="5929" marR="5929" marT="2966" marB="2966">
                        <a:blipFill rotWithShape="1">
                          <a:blip r:embed="rId2"/>
                          <a:stretch>
                            <a:fillRect l="-209013" t="-287603" r="-429" b="-142149"/>
                          </a:stretch>
                        </a:blipFill>
                      </a:tcPr>
                    </a:tc>
                  </a:tr>
                  <a:tr h="981292">
                    <a:tc>
                      <a:txBody>
                        <a:bodyPr/>
                        <a:lstStyle/>
                        <a:p>
                          <a:pPr marL="0" marR="0">
                            <a:lnSpc>
                              <a:spcPct val="100000"/>
                            </a:lnSpc>
                            <a:spcBef>
                              <a:spcPts val="0"/>
                            </a:spcBef>
                            <a:spcAft>
                              <a:spcPts val="0"/>
                            </a:spcAft>
                          </a:pPr>
                          <a:r>
                            <a:rPr lang="en-US" sz="800">
                              <a:effectLst/>
                            </a:rPr>
                            <a:t>RATIOCIT</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Ratio</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Percent of Citations Made to Patents Granted Since 1963</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The ratio of the number of citations made by all patents granted since 1963 to the total number of citations made by the particular patent. </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929" marR="5929" marT="2966" marB="2966"/>
                    </a:tc>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023192790"/>
                  </p:ext>
                </p:extLst>
              </p:nvPr>
            </p:nvGraphicFramePr>
            <p:xfrm>
              <a:off x="4704874" y="457200"/>
              <a:ext cx="4389120" cy="3983394"/>
            </p:xfrm>
            <a:graphic>
              <a:graphicData uri="http://schemas.openxmlformats.org/drawingml/2006/table">
                <a:tbl>
                  <a:tblPr firstRow="1" firstCol="1" bandRow="1">
                    <a:tableStyleId>{5C22544A-7EE6-4342-B048-85BDC9FD1C3A}</a:tableStyleId>
                  </a:tblPr>
                  <a:tblGrid>
                    <a:gridCol w="810299"/>
                    <a:gridCol w="810299"/>
                    <a:gridCol w="1350497"/>
                    <a:gridCol w="1418025"/>
                  </a:tblGrid>
                  <a:tr h="69202">
                    <a:tc>
                      <a:txBody>
                        <a:bodyPr/>
                        <a:lstStyle/>
                        <a:p>
                          <a:pPr marL="0" marR="0">
                            <a:lnSpc>
                              <a:spcPct val="100000"/>
                            </a:lnSpc>
                            <a:spcBef>
                              <a:spcPts val="0"/>
                            </a:spcBef>
                            <a:spcAft>
                              <a:spcPts val="0"/>
                            </a:spcAft>
                          </a:pPr>
                          <a:r>
                            <a:rPr lang="en-US" sz="800" dirty="0">
                              <a:effectLst/>
                            </a:rPr>
                            <a:t>Variable</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Variable Type</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Extended Name</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Description</a:t>
                          </a:r>
                          <a:endParaRPr lang="en-US" sz="800">
                            <a:effectLst/>
                            <a:latin typeface="Calibri"/>
                            <a:ea typeface="Calibri"/>
                            <a:cs typeface="Times New Roman"/>
                          </a:endParaRPr>
                        </a:p>
                      </a:txBody>
                      <a:tcPr marL="5700" marR="5700" marT="2850" marB="2850"/>
                    </a:tc>
                  </a:tr>
                  <a:tr h="266095">
                    <a:tc>
                      <a:txBody>
                        <a:bodyPr/>
                        <a:lstStyle/>
                        <a:p>
                          <a:pPr marL="0" marR="0">
                            <a:lnSpc>
                              <a:spcPct val="100000"/>
                            </a:lnSpc>
                            <a:spcBef>
                              <a:spcPts val="0"/>
                            </a:spcBef>
                            <a:spcAft>
                              <a:spcPts val="0"/>
                            </a:spcAft>
                          </a:pPr>
                          <a:r>
                            <a:rPr lang="en-US" sz="800" dirty="0">
                              <a:effectLst/>
                            </a:rPr>
                            <a:t>GENERAL</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Ratio</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Measure of Generality</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A measure of how broad the influence of a patent spans across fields as determined by the number of different fields of all patents that cite the patent of interest.</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Calculated as the following: </a:t>
                          </a:r>
                        </a:p>
                        <a:p>
                          <a:pPr marL="0" marR="0">
                            <a:lnSpc>
                              <a:spcPct val="100000"/>
                            </a:lnSpc>
                            <a:spcBef>
                              <a:spcPts val="0"/>
                            </a:spcBef>
                            <a:spcAft>
                              <a:spcPts val="0"/>
                            </a:spcAft>
                          </a:pPr>
                          <a:r>
                            <a:rPr lang="en-US" sz="800" dirty="0" err="1">
                              <a:effectLst/>
                            </a:rPr>
                            <a:t>Generality</a:t>
                          </a:r>
                          <a:r>
                            <a:rPr lang="en-US" sz="800" baseline="-25000" dirty="0" err="1">
                              <a:effectLst/>
                            </a:rPr>
                            <a:t>i</a:t>
                          </a:r>
                          <a:r>
                            <a:rPr lang="en-US" sz="800" dirty="0">
                              <a:effectLst/>
                            </a:rPr>
                            <a:t> = 1 - </a:t>
                          </a:r>
                          <a14:m>
                            <m:oMath xmlns:m="http://schemas.openxmlformats.org/officeDocument/2006/math">
                              <m:nary>
                                <m:naryPr>
                                  <m:chr m:val="∑"/>
                                  <m:limLoc m:val="undOvr"/>
                                  <m:ctrlPr>
                                    <a:rPr lang="en-US" sz="800" i="1">
                                      <a:effectLst/>
                                      <a:latin typeface="Cambria Math"/>
                                    </a:rPr>
                                  </m:ctrlPr>
                                </m:naryPr>
                                <m:sub>
                                  <m:r>
                                    <a:rPr lang="en-US" sz="800">
                                      <a:effectLst/>
                                      <a:latin typeface="Cambria Math"/>
                                    </a:rPr>
                                    <m:t>𝑗</m:t>
                                  </m:r>
                                </m:sub>
                                <m:sup>
                                  <m:sSub>
                                    <m:sSubPr>
                                      <m:ctrlPr>
                                        <a:rPr lang="en-US" sz="800" i="1">
                                          <a:effectLst/>
                                          <a:latin typeface="Cambria Math"/>
                                        </a:rPr>
                                      </m:ctrlPr>
                                    </m:sSubPr>
                                    <m:e>
                                      <m:r>
                                        <a:rPr lang="en-US" sz="800">
                                          <a:effectLst/>
                                          <a:latin typeface="Cambria Math"/>
                                        </a:rPr>
                                        <m:t>𝑛</m:t>
                                      </m:r>
                                    </m:e>
                                    <m:sub>
                                      <m:r>
                                        <a:rPr lang="en-US" sz="800">
                                          <a:effectLst/>
                                          <a:latin typeface="Cambria Math"/>
                                        </a:rPr>
                                        <m:t>𝑖</m:t>
                                      </m:r>
                                    </m:sub>
                                  </m:sSub>
                                </m:sup>
                                <m:e>
                                  <m:sSubSup>
                                    <m:sSubSupPr>
                                      <m:ctrlPr>
                                        <a:rPr lang="en-US" sz="800" i="1">
                                          <a:effectLst/>
                                          <a:latin typeface="Cambria Math"/>
                                        </a:rPr>
                                      </m:ctrlPr>
                                    </m:sSubSupPr>
                                    <m:e>
                                      <m:r>
                                        <a:rPr lang="en-US" sz="800">
                                          <a:effectLst/>
                                          <a:latin typeface="Cambria Math"/>
                                        </a:rPr>
                                        <m:t>𝑠</m:t>
                                      </m:r>
                                    </m:e>
                                    <m:sub>
                                      <m:r>
                                        <a:rPr lang="en-US" sz="800">
                                          <a:effectLst/>
                                          <a:latin typeface="Cambria Math"/>
                                        </a:rPr>
                                        <m:t>𝑖𝑗</m:t>
                                      </m:r>
                                    </m:sub>
                                    <m:sup>
                                      <m:r>
                                        <a:rPr lang="en-US" sz="800">
                                          <a:effectLst/>
                                          <a:latin typeface="Cambria Math"/>
                                        </a:rPr>
                                        <m:t>2</m:t>
                                      </m:r>
                                    </m:sup>
                                  </m:sSubSup>
                                </m:e>
                              </m:nary>
                            </m:oMath>
                          </a14:m>
                          <a:r>
                            <a:rPr lang="en-US" sz="800" dirty="0">
                              <a:effectLst/>
                            </a:rPr>
                            <a:t> , where </a:t>
                          </a:r>
                          <a:r>
                            <a:rPr lang="en-US" sz="800" dirty="0" err="1">
                              <a:effectLst/>
                            </a:rPr>
                            <a:t>s</a:t>
                          </a:r>
                          <a:r>
                            <a:rPr lang="en-US" sz="800" baseline="-25000" dirty="0" err="1">
                              <a:effectLst/>
                            </a:rPr>
                            <a:t>ij</a:t>
                          </a:r>
                          <a:r>
                            <a:rPr lang="en-US" sz="800" dirty="0">
                              <a:effectLst/>
                            </a:rPr>
                            <a:t> denotes the percentage of citations received by patent </a:t>
                          </a:r>
                          <a:r>
                            <a:rPr lang="en-US" sz="800" dirty="0" err="1">
                              <a:effectLst/>
                            </a:rPr>
                            <a:t>i</a:t>
                          </a:r>
                          <a:r>
                            <a:rPr lang="en-US" sz="800" dirty="0">
                              <a:effectLst/>
                            </a:rPr>
                            <a:t> that belong to patent class j, out of </a:t>
                          </a:r>
                          <a:r>
                            <a:rPr lang="en-US" sz="800" dirty="0" err="1">
                              <a:effectLst/>
                            </a:rPr>
                            <a:t>n</a:t>
                          </a:r>
                          <a:r>
                            <a:rPr lang="en-US" sz="800" baseline="-25000" dirty="0" err="1">
                              <a:effectLst/>
                            </a:rPr>
                            <a:t>i</a:t>
                          </a:r>
                          <a:r>
                            <a:rPr lang="en-US" sz="800" dirty="0">
                              <a:effectLst/>
                            </a:rPr>
                            <a:t> patent classes.</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929" marR="5929" marT="2966" marB="2966"/>
                    </a:tc>
                  </a:tr>
                  <a:tr h="266095">
                    <a:tc>
                      <a:txBody>
                        <a:bodyPr/>
                        <a:lstStyle/>
                        <a:p>
                          <a:pPr marL="0" marR="0">
                            <a:lnSpc>
                              <a:spcPct val="100000"/>
                            </a:lnSpc>
                            <a:spcBef>
                              <a:spcPts val="0"/>
                            </a:spcBef>
                            <a:spcAft>
                              <a:spcPts val="0"/>
                            </a:spcAft>
                          </a:pPr>
                          <a:r>
                            <a:rPr lang="en-US" sz="800">
                              <a:effectLst/>
                            </a:rPr>
                            <a:t>ORIGINAL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Ratio</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Measure of Originality</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A measure of the originality of a patent as determined by the number of different fields for all patents cited by the patent of interest.</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Calculated as the following: </a:t>
                          </a:r>
                        </a:p>
                        <a:p>
                          <a:pPr marL="0" marR="0">
                            <a:lnSpc>
                              <a:spcPct val="100000"/>
                            </a:lnSpc>
                            <a:spcBef>
                              <a:spcPts val="0"/>
                            </a:spcBef>
                            <a:spcAft>
                              <a:spcPts val="0"/>
                            </a:spcAft>
                          </a:pPr>
                          <a:r>
                            <a:rPr lang="en-US" sz="800" dirty="0" err="1">
                              <a:effectLst/>
                            </a:rPr>
                            <a:t>Originality</a:t>
                          </a:r>
                          <a:r>
                            <a:rPr lang="en-US" sz="800" baseline="-25000" dirty="0" err="1">
                              <a:effectLst/>
                            </a:rPr>
                            <a:t>i</a:t>
                          </a:r>
                          <a:r>
                            <a:rPr lang="en-US" sz="800" dirty="0">
                              <a:effectLst/>
                            </a:rPr>
                            <a:t> = 1 - </a:t>
                          </a:r>
                          <a14:m>
                            <m:oMath xmlns:m="http://schemas.openxmlformats.org/officeDocument/2006/math">
                              <m:nary>
                                <m:naryPr>
                                  <m:chr m:val="∑"/>
                                  <m:limLoc m:val="undOvr"/>
                                  <m:ctrlPr>
                                    <a:rPr lang="en-US" sz="800" i="1">
                                      <a:effectLst/>
                                      <a:latin typeface="Cambria Math"/>
                                    </a:rPr>
                                  </m:ctrlPr>
                                </m:naryPr>
                                <m:sub>
                                  <m:r>
                                    <a:rPr lang="en-US" sz="800">
                                      <a:effectLst/>
                                      <a:latin typeface="Cambria Math"/>
                                    </a:rPr>
                                    <m:t>𝑗</m:t>
                                  </m:r>
                                </m:sub>
                                <m:sup>
                                  <m:sSub>
                                    <m:sSubPr>
                                      <m:ctrlPr>
                                        <a:rPr lang="en-US" sz="800" i="1">
                                          <a:effectLst/>
                                          <a:latin typeface="Cambria Math"/>
                                        </a:rPr>
                                      </m:ctrlPr>
                                    </m:sSubPr>
                                    <m:e>
                                      <m:r>
                                        <a:rPr lang="en-US" sz="800">
                                          <a:effectLst/>
                                          <a:latin typeface="Cambria Math"/>
                                        </a:rPr>
                                        <m:t>𝑛</m:t>
                                      </m:r>
                                    </m:e>
                                    <m:sub>
                                      <m:r>
                                        <a:rPr lang="en-US" sz="800">
                                          <a:effectLst/>
                                          <a:latin typeface="Cambria Math"/>
                                        </a:rPr>
                                        <m:t>𝑖</m:t>
                                      </m:r>
                                    </m:sub>
                                  </m:sSub>
                                </m:sup>
                                <m:e>
                                  <m:sSubSup>
                                    <m:sSubSupPr>
                                      <m:ctrlPr>
                                        <a:rPr lang="en-US" sz="800" i="1">
                                          <a:effectLst/>
                                          <a:latin typeface="Cambria Math"/>
                                        </a:rPr>
                                      </m:ctrlPr>
                                    </m:sSubSupPr>
                                    <m:e>
                                      <m:r>
                                        <a:rPr lang="en-US" sz="800">
                                          <a:effectLst/>
                                          <a:latin typeface="Cambria Math"/>
                                        </a:rPr>
                                        <m:t>𝑠</m:t>
                                      </m:r>
                                    </m:e>
                                    <m:sub>
                                      <m:r>
                                        <a:rPr lang="en-US" sz="800">
                                          <a:effectLst/>
                                          <a:latin typeface="Cambria Math"/>
                                        </a:rPr>
                                        <m:t>𝑖𝑗</m:t>
                                      </m:r>
                                    </m:sub>
                                    <m:sup>
                                      <m:r>
                                        <a:rPr lang="en-US" sz="800">
                                          <a:effectLst/>
                                          <a:latin typeface="Cambria Math"/>
                                        </a:rPr>
                                        <m:t>2</m:t>
                                      </m:r>
                                    </m:sup>
                                  </m:sSubSup>
                                </m:e>
                              </m:nary>
                            </m:oMath>
                          </a14:m>
                          <a:r>
                            <a:rPr lang="en-US" sz="800" dirty="0">
                              <a:effectLst/>
                            </a:rPr>
                            <a:t> , where </a:t>
                          </a:r>
                          <a:r>
                            <a:rPr lang="en-US" sz="800" dirty="0" err="1">
                              <a:effectLst/>
                            </a:rPr>
                            <a:t>s</a:t>
                          </a:r>
                          <a:r>
                            <a:rPr lang="en-US" sz="800" baseline="-25000" dirty="0" err="1">
                              <a:effectLst/>
                            </a:rPr>
                            <a:t>ij</a:t>
                          </a:r>
                          <a:r>
                            <a:rPr lang="en-US" sz="800" dirty="0">
                              <a:effectLst/>
                            </a:rPr>
                            <a:t> denotes the percentage of citations made by patent </a:t>
                          </a:r>
                          <a:r>
                            <a:rPr lang="en-US" sz="800" dirty="0" err="1">
                              <a:effectLst/>
                            </a:rPr>
                            <a:t>i</a:t>
                          </a:r>
                          <a:r>
                            <a:rPr lang="en-US" sz="800" dirty="0">
                              <a:effectLst/>
                            </a:rPr>
                            <a:t> that belong to patent class j, out of </a:t>
                          </a:r>
                          <a:r>
                            <a:rPr lang="en-US" sz="800" dirty="0" err="1">
                              <a:effectLst/>
                            </a:rPr>
                            <a:t>n</a:t>
                          </a:r>
                          <a:r>
                            <a:rPr lang="en-US" sz="800" baseline="-25000" dirty="0" err="1">
                              <a:effectLst/>
                            </a:rPr>
                            <a:t>i</a:t>
                          </a:r>
                          <a:r>
                            <a:rPr lang="en-US" sz="800" dirty="0">
                              <a:effectLst/>
                            </a:rPr>
                            <a:t> patent classes.</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929" marR="5929" marT="2966" marB="2966"/>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023192790"/>
                  </p:ext>
                </p:extLst>
              </p:nvPr>
            </p:nvGraphicFramePr>
            <p:xfrm>
              <a:off x="4704874" y="457200"/>
              <a:ext cx="4389120" cy="3983394"/>
            </p:xfrm>
            <a:graphic>
              <a:graphicData uri="http://schemas.openxmlformats.org/drawingml/2006/table">
                <a:tbl>
                  <a:tblPr firstRow="1" firstCol="1" bandRow="1">
                    <a:tableStyleId>{5C22544A-7EE6-4342-B048-85BDC9FD1C3A}</a:tableStyleId>
                  </a:tblPr>
                  <a:tblGrid>
                    <a:gridCol w="810299"/>
                    <a:gridCol w="810299"/>
                    <a:gridCol w="1350497"/>
                    <a:gridCol w="1418025"/>
                  </a:tblGrid>
                  <a:tr h="127620">
                    <a:tc>
                      <a:txBody>
                        <a:bodyPr/>
                        <a:lstStyle/>
                        <a:p>
                          <a:pPr marL="0" marR="0">
                            <a:lnSpc>
                              <a:spcPct val="100000"/>
                            </a:lnSpc>
                            <a:spcBef>
                              <a:spcPts val="0"/>
                            </a:spcBef>
                            <a:spcAft>
                              <a:spcPts val="0"/>
                            </a:spcAft>
                          </a:pPr>
                          <a:r>
                            <a:rPr lang="en-US" sz="800" dirty="0">
                              <a:effectLst/>
                            </a:rPr>
                            <a:t>Variable</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Variable Type</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Extended Name</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Description</a:t>
                          </a:r>
                          <a:endParaRPr lang="en-US" sz="800">
                            <a:effectLst/>
                            <a:latin typeface="Calibri"/>
                            <a:ea typeface="Calibri"/>
                            <a:cs typeface="Times New Roman"/>
                          </a:endParaRPr>
                        </a:p>
                      </a:txBody>
                      <a:tcPr marL="5700" marR="5700" marT="2850" marB="2850"/>
                    </a:tc>
                  </a:tr>
                  <a:tr h="1988847">
                    <a:tc>
                      <a:txBody>
                        <a:bodyPr/>
                        <a:lstStyle/>
                        <a:p>
                          <a:pPr marL="0" marR="0">
                            <a:lnSpc>
                              <a:spcPct val="100000"/>
                            </a:lnSpc>
                            <a:spcBef>
                              <a:spcPts val="0"/>
                            </a:spcBef>
                            <a:spcAft>
                              <a:spcPts val="0"/>
                            </a:spcAft>
                          </a:pPr>
                          <a:r>
                            <a:rPr lang="en-US" sz="800" dirty="0">
                              <a:effectLst/>
                            </a:rPr>
                            <a:t>GENERAL</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Ratio</a:t>
                          </a:r>
                          <a:endParaRPr lang="en-US" sz="800" dirty="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Measure of Generality</a:t>
                          </a:r>
                          <a:endParaRPr lang="en-US" sz="800" dirty="0">
                            <a:effectLst/>
                            <a:latin typeface="Calibri"/>
                            <a:ea typeface="Calibri"/>
                            <a:cs typeface="Times New Roman"/>
                          </a:endParaRPr>
                        </a:p>
                      </a:txBody>
                      <a:tcPr marL="5929" marR="5929" marT="2966" marB="2966"/>
                    </a:tc>
                    <a:tc>
                      <a:txBody>
                        <a:bodyPr/>
                        <a:lstStyle/>
                        <a:p>
                          <a:endParaRPr lang="en-US"/>
                        </a:p>
                      </a:txBody>
                      <a:tcPr marL="5929" marR="5929" marT="2966" marB="2966">
                        <a:blipFill rotWithShape="1">
                          <a:blip r:embed="rId3"/>
                          <a:stretch>
                            <a:fillRect l="-209442" t="-7669" b="-97239"/>
                          </a:stretch>
                        </a:blipFill>
                      </a:tcPr>
                    </a:tc>
                  </a:tr>
                  <a:tr h="1866927">
                    <a:tc>
                      <a:txBody>
                        <a:bodyPr/>
                        <a:lstStyle/>
                        <a:p>
                          <a:pPr marL="0" marR="0">
                            <a:lnSpc>
                              <a:spcPct val="100000"/>
                            </a:lnSpc>
                            <a:spcBef>
                              <a:spcPts val="0"/>
                            </a:spcBef>
                            <a:spcAft>
                              <a:spcPts val="0"/>
                            </a:spcAft>
                          </a:pPr>
                          <a:r>
                            <a:rPr lang="en-US" sz="800">
                              <a:effectLst/>
                            </a:rPr>
                            <a:t>ORIGINAL</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Ratio</a:t>
                          </a:r>
                          <a:endParaRPr lang="en-US" sz="800">
                            <a:effectLst/>
                            <a:latin typeface="Calibri"/>
                            <a:ea typeface="Calibri"/>
                            <a:cs typeface="Times New Roman"/>
                          </a:endParaRPr>
                        </a:p>
                      </a:txBody>
                      <a:tcPr marL="5929" marR="5929" marT="2966" marB="2966"/>
                    </a:tc>
                    <a:tc>
                      <a:txBody>
                        <a:bodyPr/>
                        <a:lstStyle/>
                        <a:p>
                          <a:pPr marL="0" marR="0">
                            <a:lnSpc>
                              <a:spcPct val="100000"/>
                            </a:lnSpc>
                            <a:spcBef>
                              <a:spcPts val="0"/>
                            </a:spcBef>
                            <a:spcAft>
                              <a:spcPts val="0"/>
                            </a:spcAft>
                          </a:pPr>
                          <a:r>
                            <a:rPr lang="en-US" sz="800" dirty="0">
                              <a:effectLst/>
                            </a:rPr>
                            <a:t>Measure of Originality</a:t>
                          </a:r>
                          <a:endParaRPr lang="en-US" sz="800" dirty="0">
                            <a:effectLst/>
                            <a:latin typeface="Calibri"/>
                            <a:ea typeface="Calibri"/>
                            <a:cs typeface="Times New Roman"/>
                          </a:endParaRPr>
                        </a:p>
                      </a:txBody>
                      <a:tcPr marL="5929" marR="5929" marT="2966" marB="2966"/>
                    </a:tc>
                    <a:tc>
                      <a:txBody>
                        <a:bodyPr/>
                        <a:lstStyle/>
                        <a:p>
                          <a:endParaRPr lang="en-US"/>
                        </a:p>
                      </a:txBody>
                      <a:tcPr marL="5929" marR="5929" marT="2966" marB="2966">
                        <a:blipFill rotWithShape="1">
                          <a:blip r:embed="rId3"/>
                          <a:stretch>
                            <a:fillRect l="-209442" t="-114706" b="-3595"/>
                          </a:stretch>
                        </a:blipFill>
                      </a:tcPr>
                    </a:tc>
                  </a:tr>
                </a:tbl>
              </a:graphicData>
            </a:graphic>
          </p:graphicFrame>
        </mc:Fallback>
      </mc:AlternateContent>
      <p:sp>
        <p:nvSpPr>
          <p:cNvPr id="5" name="Rectangle 4"/>
          <p:cNvSpPr/>
          <p:nvPr/>
        </p:nvSpPr>
        <p:spPr>
          <a:xfrm>
            <a:off x="0" y="4450277"/>
            <a:ext cx="9144000" cy="1154162"/>
          </a:xfrm>
          <a:prstGeom prst="rect">
            <a:avLst/>
          </a:prstGeom>
        </p:spPr>
        <p:txBody>
          <a:bodyPr>
            <a:spAutoFit/>
          </a:bodyPr>
          <a:lstStyle/>
          <a:p>
            <a:pPr marL="457200" lvl="0" indent="-457200">
              <a:spcAft>
                <a:spcPts val="600"/>
              </a:spcAft>
            </a:pPr>
            <a:r>
              <a:rPr lang="en-US" sz="1600" dirty="0">
                <a:solidFill>
                  <a:prstClr val="black"/>
                </a:solidFill>
                <a:latin typeface="Times New Roman"/>
                <a:ea typeface="Calibri"/>
                <a:cs typeface="Times New Roman"/>
              </a:rPr>
              <a:t>National Bureau of Economic Research. </a:t>
            </a:r>
            <a:r>
              <a:rPr lang="en-US" sz="1600" dirty="0" smtClean="0">
                <a:solidFill>
                  <a:prstClr val="black"/>
                </a:solidFill>
                <a:latin typeface="Times New Roman"/>
                <a:ea typeface="Calibri"/>
                <a:cs typeface="Times New Roman"/>
              </a:rPr>
              <a:t>(2018). </a:t>
            </a:r>
            <a:r>
              <a:rPr lang="en-US" sz="1600" dirty="0">
                <a:solidFill>
                  <a:prstClr val="black"/>
                </a:solidFill>
                <a:latin typeface="Times New Roman"/>
                <a:ea typeface="Calibri"/>
                <a:cs typeface="Times New Roman"/>
              </a:rPr>
              <a:t>Patent data, including constructed variables [data file]. Retrieved from http://www.nber.org/patents</a:t>
            </a:r>
            <a:r>
              <a:rPr lang="en-US" sz="1600" dirty="0" smtClean="0">
                <a:solidFill>
                  <a:prstClr val="black"/>
                </a:solidFill>
                <a:latin typeface="Times New Roman"/>
                <a:ea typeface="Calibri"/>
                <a:cs typeface="Times New Roman"/>
              </a:rPr>
              <a:t>/</a:t>
            </a:r>
          </a:p>
          <a:p>
            <a:pPr marL="457200" lvl="0" indent="-457200">
              <a:spcAft>
                <a:spcPts val="600"/>
              </a:spcAft>
            </a:pPr>
            <a:r>
              <a:rPr lang="en-US" sz="1600" dirty="0">
                <a:solidFill>
                  <a:prstClr val="black"/>
                </a:solidFill>
                <a:latin typeface="Times New Roman"/>
                <a:ea typeface="Calibri"/>
                <a:cs typeface="Times New Roman"/>
              </a:rPr>
              <a:t>Hall, B. H., Jaffe, A. B. and </a:t>
            </a:r>
            <a:r>
              <a:rPr lang="en-US" sz="1600" dirty="0" err="1">
                <a:solidFill>
                  <a:prstClr val="black"/>
                </a:solidFill>
                <a:latin typeface="Times New Roman"/>
                <a:ea typeface="Calibri"/>
                <a:cs typeface="Times New Roman"/>
              </a:rPr>
              <a:t>Trajtenberg</a:t>
            </a:r>
            <a:r>
              <a:rPr lang="en-US" sz="1600" dirty="0">
                <a:solidFill>
                  <a:prstClr val="black"/>
                </a:solidFill>
                <a:latin typeface="Times New Roman"/>
                <a:ea typeface="Calibri"/>
                <a:cs typeface="Times New Roman"/>
              </a:rPr>
              <a:t>, M. (2001). "The NBER Patent Citation Data File: Lessons, Insights and Methodological Tools." </a:t>
            </a:r>
            <a:r>
              <a:rPr lang="en-US" sz="1600" i="1" dirty="0">
                <a:solidFill>
                  <a:prstClr val="black"/>
                </a:solidFill>
                <a:latin typeface="Times New Roman"/>
                <a:ea typeface="Calibri"/>
                <a:cs typeface="Times New Roman"/>
              </a:rPr>
              <a:t>NBER Working Paper 8498</a:t>
            </a:r>
            <a:r>
              <a:rPr lang="en-US" sz="1600" dirty="0">
                <a:solidFill>
                  <a:prstClr val="black"/>
                </a:solidFill>
                <a:latin typeface="Times New Roman"/>
                <a:ea typeface="Calibri"/>
                <a:cs typeface="Times New Roman"/>
              </a:rPr>
              <a:t>. Retrieved from http://www.nber.org/patents</a:t>
            </a:r>
            <a:r>
              <a:rPr lang="en-US" sz="1600" dirty="0" smtClean="0">
                <a:solidFill>
                  <a:prstClr val="black"/>
                </a:solidFill>
                <a:latin typeface="Times New Roman"/>
                <a:ea typeface="Calibri"/>
                <a:cs typeface="Times New Roman"/>
              </a:rPr>
              <a:t>/</a:t>
            </a:r>
            <a:endParaRPr lang="en-US" sz="1400" dirty="0">
              <a:solidFill>
                <a:prstClr val="black"/>
              </a:solidFill>
              <a:ea typeface="Calibri"/>
              <a:cs typeface="Times New Roman"/>
            </a:endParaRPr>
          </a:p>
        </p:txBody>
      </p:sp>
      <p:grpSp>
        <p:nvGrpSpPr>
          <p:cNvPr id="8" name="Group 7"/>
          <p:cNvGrpSpPr/>
          <p:nvPr/>
        </p:nvGrpSpPr>
        <p:grpSpPr>
          <a:xfrm>
            <a:off x="111892" y="1225609"/>
            <a:ext cx="728639" cy="100494"/>
            <a:chOff x="-79180" y="1252905"/>
            <a:chExt cx="728639" cy="100494"/>
          </a:xfrm>
        </p:grpSpPr>
        <p:pic>
          <p:nvPicPr>
            <p:cNvPr id="6" name="Picture 4" descr="C:\Users\townesm\Downloads\kisspng-close-up-font-underline-5b0c091aeb9c10.6365625315275154189651.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586846">
              <a:off x="9379" y="1252905"/>
              <a:ext cx="640080" cy="914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C:\Users\townesm\Downloads\kisspng-close-up-font-underline-5b0c091aeb9c10.6365625315275154189651.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666543" flipH="1">
              <a:off x="-79180" y="1262818"/>
              <a:ext cx="640080" cy="905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p:cNvGrpSpPr/>
          <p:nvPr/>
        </p:nvGrpSpPr>
        <p:grpSpPr>
          <a:xfrm>
            <a:off x="-22316" y="613721"/>
            <a:ext cx="728639" cy="100494"/>
            <a:chOff x="-79180" y="1252905"/>
            <a:chExt cx="728639" cy="100494"/>
          </a:xfrm>
        </p:grpSpPr>
        <p:pic>
          <p:nvPicPr>
            <p:cNvPr id="10" name="Picture 4" descr="C:\Users\townesm\Downloads\kisspng-close-up-font-underline-5b0c091aeb9c10.6365625315275154189651.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586846">
              <a:off x="9379" y="1252905"/>
              <a:ext cx="640080" cy="914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Users\townesm\Downloads\kisspng-close-up-font-underline-5b0c091aeb9c10.6365625315275154189651.png"/>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666543" flipH="1">
              <a:off x="-79180" y="1262818"/>
              <a:ext cx="640080" cy="905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460109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18252965"/>
              </p:ext>
            </p:extLst>
          </p:nvPr>
        </p:nvGraphicFramePr>
        <p:xfrm>
          <a:off x="57150" y="457200"/>
          <a:ext cx="4389120" cy="3929940"/>
        </p:xfrm>
        <a:graphic>
          <a:graphicData uri="http://schemas.openxmlformats.org/drawingml/2006/table">
            <a:tbl>
              <a:tblPr firstRow="1" firstCol="1" bandRow="1">
                <a:tableStyleId>{5C22544A-7EE6-4342-B048-85BDC9FD1C3A}</a:tableStyleId>
              </a:tblPr>
              <a:tblGrid>
                <a:gridCol w="810299"/>
                <a:gridCol w="810299"/>
                <a:gridCol w="1350497"/>
                <a:gridCol w="1418025"/>
              </a:tblGrid>
              <a:tr h="69202">
                <a:tc>
                  <a:txBody>
                    <a:bodyPr/>
                    <a:lstStyle/>
                    <a:p>
                      <a:pPr marL="0" marR="0">
                        <a:lnSpc>
                          <a:spcPct val="100000"/>
                        </a:lnSpc>
                        <a:spcBef>
                          <a:spcPts val="0"/>
                        </a:spcBef>
                        <a:spcAft>
                          <a:spcPts val="0"/>
                        </a:spcAft>
                      </a:pPr>
                      <a:r>
                        <a:rPr lang="en-US" sz="800" dirty="0">
                          <a:effectLst/>
                        </a:rPr>
                        <a:t>Variable</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Variable Type</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Extended Name</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Description</a:t>
                      </a:r>
                      <a:endParaRPr lang="en-US" sz="800">
                        <a:effectLst/>
                        <a:latin typeface="Calibri"/>
                        <a:ea typeface="Calibri"/>
                        <a:cs typeface="Times New Roman"/>
                      </a:endParaRPr>
                    </a:p>
                  </a:txBody>
                  <a:tcPr marL="5700" marR="5700" marT="2850" marB="2850"/>
                </a:tc>
              </a:tr>
              <a:tr h="266095">
                <a:tc>
                  <a:txBody>
                    <a:bodyPr/>
                    <a:lstStyle/>
                    <a:p>
                      <a:pPr marL="0" marR="0">
                        <a:lnSpc>
                          <a:spcPct val="100000"/>
                        </a:lnSpc>
                        <a:spcBef>
                          <a:spcPts val="0"/>
                        </a:spcBef>
                        <a:spcAft>
                          <a:spcPts val="0"/>
                        </a:spcAft>
                      </a:pPr>
                      <a:r>
                        <a:rPr lang="en-US" sz="800" dirty="0">
                          <a:effectLst/>
                        </a:rPr>
                        <a:t>FWDAPLAG</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Ratio</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Mean Forward Citation Lag</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The mean time difference between the application or grant date of the patent and that of the other patents citing this patent.</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700" marR="5700" marT="2850" marB="2850"/>
                </a:tc>
              </a:tr>
              <a:tr h="233544">
                <a:tc>
                  <a:txBody>
                    <a:bodyPr/>
                    <a:lstStyle/>
                    <a:p>
                      <a:pPr marL="0" marR="0">
                        <a:lnSpc>
                          <a:spcPct val="100000"/>
                        </a:lnSpc>
                        <a:spcBef>
                          <a:spcPts val="0"/>
                        </a:spcBef>
                        <a:spcAft>
                          <a:spcPts val="0"/>
                        </a:spcAft>
                      </a:pPr>
                      <a:r>
                        <a:rPr lang="en-US" sz="800" dirty="0">
                          <a:effectLst/>
                        </a:rPr>
                        <a:t>BCKGTLAG</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Ratio</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Mean Backward Citation Lag</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The mean time difference between the application or grant date of the patent and that of the patents it cites.</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700" marR="5700" marT="2850" marB="2850"/>
                </a:tc>
              </a:tr>
              <a:tr h="298644">
                <a:tc>
                  <a:txBody>
                    <a:bodyPr/>
                    <a:lstStyle/>
                    <a:p>
                      <a:pPr marL="0" marR="0">
                        <a:lnSpc>
                          <a:spcPct val="100000"/>
                        </a:lnSpc>
                        <a:spcBef>
                          <a:spcPts val="0"/>
                        </a:spcBef>
                        <a:spcAft>
                          <a:spcPts val="0"/>
                        </a:spcAft>
                      </a:pPr>
                      <a:r>
                        <a:rPr lang="en-US" sz="800">
                          <a:effectLst/>
                        </a:rPr>
                        <a:t>SELFCTUB</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Numeric</a:t>
                      </a:r>
                    </a:p>
                    <a:p>
                      <a:pPr marL="0" marR="0">
                        <a:lnSpc>
                          <a:spcPct val="100000"/>
                        </a:lnSpc>
                        <a:spcBef>
                          <a:spcPts val="0"/>
                        </a:spcBef>
                        <a:spcAft>
                          <a:spcPts val="0"/>
                        </a:spcAft>
                      </a:pPr>
                      <a:r>
                        <a:rPr lang="en-US" sz="800" dirty="0">
                          <a:effectLst/>
                        </a:rPr>
                        <a:t>Ratio</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Share of Self-Citations Made – Upper Bound</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The number of citations made by the patent to other patents with the same assignee divided by the total number of citations made by all patents with assignee codes.</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continuous values between 0 and 1.</a:t>
                      </a:r>
                      <a:endParaRPr lang="en-US" sz="800">
                        <a:effectLst/>
                        <a:latin typeface="Calibri"/>
                        <a:ea typeface="Calibri"/>
                        <a:cs typeface="Times New Roman"/>
                      </a:endParaRPr>
                    </a:p>
                  </a:txBody>
                  <a:tcPr marL="5700" marR="5700" marT="2850" marB="2850"/>
                </a:tc>
              </a:tr>
              <a:tr h="298644">
                <a:tc>
                  <a:txBody>
                    <a:bodyPr/>
                    <a:lstStyle/>
                    <a:p>
                      <a:pPr marL="0" marR="0">
                        <a:lnSpc>
                          <a:spcPct val="100000"/>
                        </a:lnSpc>
                        <a:spcBef>
                          <a:spcPts val="0"/>
                        </a:spcBef>
                        <a:spcAft>
                          <a:spcPts val="0"/>
                        </a:spcAft>
                      </a:pPr>
                      <a:r>
                        <a:rPr lang="en-US" sz="800">
                          <a:effectLst/>
                        </a:rPr>
                        <a:t>SELFCTLB</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Ratio</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Share of Self-Citations Made – Lower Bound</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The number of citations made by the patent to other patents with the same assignee divided by the total number of citations made by all patents.</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700" marR="5700" marT="2850" marB="2850"/>
                </a:tc>
              </a:tr>
            </a:tbl>
          </a:graphicData>
        </a:graphic>
      </p:graphicFrame>
      <p:sp>
        <p:nvSpPr>
          <p:cNvPr id="3" name="TextBox 2"/>
          <p:cNvSpPr txBox="1"/>
          <p:nvPr/>
        </p:nvSpPr>
        <p:spPr>
          <a:xfrm>
            <a:off x="0" y="7136"/>
            <a:ext cx="9144000" cy="369332"/>
          </a:xfrm>
          <a:prstGeom prst="rect">
            <a:avLst/>
          </a:prstGeom>
          <a:noFill/>
        </p:spPr>
        <p:txBody>
          <a:bodyPr wrap="square" rtlCol="0">
            <a:spAutoFit/>
          </a:bodyPr>
          <a:lstStyle/>
          <a:p>
            <a:r>
              <a:rPr lang="en-US" dirty="0" smtClean="0"/>
              <a:t>Original Constructed Variables from Source Data (cont’d)</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08239078"/>
              </p:ext>
            </p:extLst>
          </p:nvPr>
        </p:nvGraphicFramePr>
        <p:xfrm>
          <a:off x="4702969" y="457200"/>
          <a:ext cx="4389120" cy="2211660"/>
        </p:xfrm>
        <a:graphic>
          <a:graphicData uri="http://schemas.openxmlformats.org/drawingml/2006/table">
            <a:tbl>
              <a:tblPr firstRow="1" firstCol="1" bandRow="1">
                <a:tableStyleId>{5C22544A-7EE6-4342-B048-85BDC9FD1C3A}</a:tableStyleId>
              </a:tblPr>
              <a:tblGrid>
                <a:gridCol w="810299"/>
                <a:gridCol w="810299"/>
                <a:gridCol w="1350497"/>
                <a:gridCol w="1418025"/>
              </a:tblGrid>
              <a:tr h="69202">
                <a:tc>
                  <a:txBody>
                    <a:bodyPr/>
                    <a:lstStyle/>
                    <a:p>
                      <a:pPr marL="0" marR="0">
                        <a:lnSpc>
                          <a:spcPct val="100000"/>
                        </a:lnSpc>
                        <a:spcBef>
                          <a:spcPts val="0"/>
                        </a:spcBef>
                        <a:spcAft>
                          <a:spcPts val="0"/>
                        </a:spcAft>
                      </a:pPr>
                      <a:r>
                        <a:rPr lang="en-US" sz="800" dirty="0">
                          <a:effectLst/>
                        </a:rPr>
                        <a:t>Variable</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Variable Type</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Extended Name</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Description</a:t>
                      </a:r>
                      <a:endParaRPr lang="en-US" sz="800">
                        <a:effectLst/>
                        <a:latin typeface="Calibri"/>
                        <a:ea typeface="Calibri"/>
                        <a:cs typeface="Times New Roman"/>
                      </a:endParaRPr>
                    </a:p>
                  </a:txBody>
                  <a:tcPr marL="5700" marR="5700" marT="2850" marB="2850"/>
                </a:tc>
              </a:tr>
              <a:tr h="331193">
                <a:tc>
                  <a:txBody>
                    <a:bodyPr/>
                    <a:lstStyle/>
                    <a:p>
                      <a:pPr marL="0" marR="0">
                        <a:lnSpc>
                          <a:spcPct val="100000"/>
                        </a:lnSpc>
                        <a:spcBef>
                          <a:spcPts val="0"/>
                        </a:spcBef>
                        <a:spcAft>
                          <a:spcPts val="0"/>
                        </a:spcAft>
                      </a:pPr>
                      <a:r>
                        <a:rPr lang="en-US" sz="800" dirty="0">
                          <a:effectLst/>
                        </a:rPr>
                        <a:t>SECUPBD</a:t>
                      </a:r>
                      <a:endParaRPr lang="en-US" sz="800" dirty="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Ratio</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Share of Self-Citations Received – Upper Bound</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The number of citations received by the patent from other patents with the same assignee divided by the total number of citations received by all patents with assignee codes.</a:t>
                      </a:r>
                    </a:p>
                    <a:p>
                      <a:pPr marL="0" marR="0">
                        <a:lnSpc>
                          <a:spcPct val="100000"/>
                        </a:lnSpc>
                        <a:spcBef>
                          <a:spcPts val="0"/>
                        </a:spcBef>
                        <a:spcAft>
                          <a:spcPts val="0"/>
                        </a:spcAft>
                      </a:pPr>
                      <a:r>
                        <a:rPr lang="en-US" sz="800">
                          <a:effectLst/>
                        </a:rPr>
                        <a:t> </a:t>
                      </a:r>
                    </a:p>
                    <a:p>
                      <a:pPr marL="0" marR="0">
                        <a:lnSpc>
                          <a:spcPct val="100000"/>
                        </a:lnSpc>
                        <a:spcBef>
                          <a:spcPts val="0"/>
                        </a:spcBef>
                        <a:spcAft>
                          <a:spcPts val="0"/>
                        </a:spcAft>
                      </a:pPr>
                      <a:r>
                        <a:rPr lang="en-US" sz="800">
                          <a:effectLst/>
                        </a:rPr>
                        <a:t>Takes on continuous values between 0 and 1.</a:t>
                      </a:r>
                      <a:endParaRPr lang="en-US" sz="800">
                        <a:effectLst/>
                        <a:latin typeface="Calibri"/>
                        <a:ea typeface="Calibri"/>
                        <a:cs typeface="Times New Roman"/>
                      </a:endParaRPr>
                    </a:p>
                  </a:txBody>
                  <a:tcPr marL="5700" marR="5700" marT="2850" marB="2850"/>
                </a:tc>
              </a:tr>
              <a:tr h="298644">
                <a:tc>
                  <a:txBody>
                    <a:bodyPr/>
                    <a:lstStyle/>
                    <a:p>
                      <a:pPr marL="0" marR="0">
                        <a:lnSpc>
                          <a:spcPct val="100000"/>
                        </a:lnSpc>
                        <a:spcBef>
                          <a:spcPts val="0"/>
                        </a:spcBef>
                        <a:spcAft>
                          <a:spcPts val="0"/>
                        </a:spcAft>
                      </a:pPr>
                      <a:r>
                        <a:rPr lang="en-US" sz="800">
                          <a:effectLst/>
                        </a:rPr>
                        <a:t>SECDLWBD</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Numeric</a:t>
                      </a:r>
                    </a:p>
                    <a:p>
                      <a:pPr marL="0" marR="0">
                        <a:lnSpc>
                          <a:spcPct val="100000"/>
                        </a:lnSpc>
                        <a:spcBef>
                          <a:spcPts val="0"/>
                        </a:spcBef>
                        <a:spcAft>
                          <a:spcPts val="0"/>
                        </a:spcAft>
                      </a:pPr>
                      <a:r>
                        <a:rPr lang="en-US" sz="800">
                          <a:effectLst/>
                        </a:rPr>
                        <a:t>Ratio</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a:effectLst/>
                        </a:rPr>
                        <a:t>Share of Self-Citations Received – Lower Bound</a:t>
                      </a:r>
                      <a:endParaRPr lang="en-US" sz="800">
                        <a:effectLst/>
                        <a:latin typeface="Calibri"/>
                        <a:ea typeface="Calibri"/>
                        <a:cs typeface="Times New Roman"/>
                      </a:endParaRPr>
                    </a:p>
                  </a:txBody>
                  <a:tcPr marL="5700" marR="5700" marT="2850" marB="2850"/>
                </a:tc>
                <a:tc>
                  <a:txBody>
                    <a:bodyPr/>
                    <a:lstStyle/>
                    <a:p>
                      <a:pPr marL="0" marR="0">
                        <a:lnSpc>
                          <a:spcPct val="100000"/>
                        </a:lnSpc>
                        <a:spcBef>
                          <a:spcPts val="0"/>
                        </a:spcBef>
                        <a:spcAft>
                          <a:spcPts val="0"/>
                        </a:spcAft>
                      </a:pPr>
                      <a:r>
                        <a:rPr lang="en-US" sz="800" dirty="0">
                          <a:effectLst/>
                        </a:rPr>
                        <a:t>The number of citations received by the patent from other patents with the same assignee divided by the total number of citations received by all patents.</a:t>
                      </a:r>
                    </a:p>
                    <a:p>
                      <a:pPr marL="0" marR="0">
                        <a:lnSpc>
                          <a:spcPct val="100000"/>
                        </a:lnSpc>
                        <a:spcBef>
                          <a:spcPts val="0"/>
                        </a:spcBef>
                        <a:spcAft>
                          <a:spcPts val="0"/>
                        </a:spcAft>
                      </a:pPr>
                      <a:r>
                        <a:rPr lang="en-US" sz="800" dirty="0">
                          <a:effectLst/>
                        </a:rPr>
                        <a:t> </a:t>
                      </a:r>
                    </a:p>
                    <a:p>
                      <a:pPr marL="0" marR="0">
                        <a:lnSpc>
                          <a:spcPct val="100000"/>
                        </a:lnSpc>
                        <a:spcBef>
                          <a:spcPts val="0"/>
                        </a:spcBef>
                        <a:spcAft>
                          <a:spcPts val="0"/>
                        </a:spcAft>
                      </a:pPr>
                      <a:r>
                        <a:rPr lang="en-US" sz="800" dirty="0">
                          <a:effectLst/>
                        </a:rPr>
                        <a:t>Takes on continuous values between 0 and 1.</a:t>
                      </a:r>
                      <a:endParaRPr lang="en-US" sz="800" dirty="0">
                        <a:effectLst/>
                        <a:latin typeface="Calibri"/>
                        <a:ea typeface="Calibri"/>
                        <a:cs typeface="Times New Roman"/>
                      </a:endParaRPr>
                    </a:p>
                  </a:txBody>
                  <a:tcPr marL="5700" marR="5700" marT="2850" marB="2850"/>
                </a:tc>
              </a:tr>
            </a:tbl>
          </a:graphicData>
        </a:graphic>
      </p:graphicFrame>
      <p:sp>
        <p:nvSpPr>
          <p:cNvPr id="5" name="Rectangle 4"/>
          <p:cNvSpPr/>
          <p:nvPr/>
        </p:nvSpPr>
        <p:spPr>
          <a:xfrm>
            <a:off x="0" y="4450277"/>
            <a:ext cx="9144000" cy="1154162"/>
          </a:xfrm>
          <a:prstGeom prst="rect">
            <a:avLst/>
          </a:prstGeom>
        </p:spPr>
        <p:txBody>
          <a:bodyPr>
            <a:spAutoFit/>
          </a:bodyPr>
          <a:lstStyle/>
          <a:p>
            <a:pPr marL="457200" lvl="0" indent="-457200">
              <a:spcAft>
                <a:spcPts val="600"/>
              </a:spcAft>
            </a:pPr>
            <a:r>
              <a:rPr lang="en-US" sz="1600" dirty="0">
                <a:solidFill>
                  <a:prstClr val="black"/>
                </a:solidFill>
                <a:latin typeface="Times New Roman"/>
                <a:ea typeface="Calibri"/>
                <a:cs typeface="Times New Roman"/>
              </a:rPr>
              <a:t>National Bureau of Economic Research. </a:t>
            </a:r>
            <a:r>
              <a:rPr lang="en-US" sz="1600" dirty="0" smtClean="0">
                <a:solidFill>
                  <a:prstClr val="black"/>
                </a:solidFill>
                <a:latin typeface="Times New Roman"/>
                <a:ea typeface="Calibri"/>
                <a:cs typeface="Times New Roman"/>
              </a:rPr>
              <a:t>(2018). </a:t>
            </a:r>
            <a:r>
              <a:rPr lang="en-US" sz="1600" dirty="0">
                <a:solidFill>
                  <a:prstClr val="black"/>
                </a:solidFill>
                <a:latin typeface="Times New Roman"/>
                <a:ea typeface="Calibri"/>
                <a:cs typeface="Times New Roman"/>
              </a:rPr>
              <a:t>Patent data, including constructed variables [data file]. Retrieved from http://www.nber.org/patents</a:t>
            </a:r>
            <a:r>
              <a:rPr lang="en-US" sz="1600" dirty="0" smtClean="0">
                <a:solidFill>
                  <a:prstClr val="black"/>
                </a:solidFill>
                <a:latin typeface="Times New Roman"/>
                <a:ea typeface="Calibri"/>
                <a:cs typeface="Times New Roman"/>
              </a:rPr>
              <a:t>/</a:t>
            </a:r>
          </a:p>
          <a:p>
            <a:pPr marL="457200" lvl="0" indent="-457200">
              <a:spcAft>
                <a:spcPts val="600"/>
              </a:spcAft>
            </a:pPr>
            <a:r>
              <a:rPr lang="en-US" sz="1600" dirty="0">
                <a:solidFill>
                  <a:prstClr val="black"/>
                </a:solidFill>
                <a:latin typeface="Times New Roman"/>
                <a:ea typeface="Calibri"/>
                <a:cs typeface="Times New Roman"/>
              </a:rPr>
              <a:t>Hall, B. H., Jaffe, A. B. and </a:t>
            </a:r>
            <a:r>
              <a:rPr lang="en-US" sz="1600" dirty="0" err="1">
                <a:solidFill>
                  <a:prstClr val="black"/>
                </a:solidFill>
                <a:latin typeface="Times New Roman"/>
                <a:ea typeface="Calibri"/>
                <a:cs typeface="Times New Roman"/>
              </a:rPr>
              <a:t>Trajtenberg</a:t>
            </a:r>
            <a:r>
              <a:rPr lang="en-US" sz="1600" dirty="0">
                <a:solidFill>
                  <a:prstClr val="black"/>
                </a:solidFill>
                <a:latin typeface="Times New Roman"/>
                <a:ea typeface="Calibri"/>
                <a:cs typeface="Times New Roman"/>
              </a:rPr>
              <a:t>, M. (2001). "The NBER Patent Citation Data File: Lessons, Insights and Methodological Tools." </a:t>
            </a:r>
            <a:r>
              <a:rPr lang="en-US" sz="1600" i="1" dirty="0">
                <a:solidFill>
                  <a:prstClr val="black"/>
                </a:solidFill>
                <a:latin typeface="Times New Roman"/>
                <a:ea typeface="Calibri"/>
                <a:cs typeface="Times New Roman"/>
              </a:rPr>
              <a:t>NBER Working Paper 8498</a:t>
            </a:r>
            <a:r>
              <a:rPr lang="en-US" sz="1600" dirty="0">
                <a:solidFill>
                  <a:prstClr val="black"/>
                </a:solidFill>
                <a:latin typeface="Times New Roman"/>
                <a:ea typeface="Calibri"/>
                <a:cs typeface="Times New Roman"/>
              </a:rPr>
              <a:t>. Retrieved from http://www.nber.org/patents</a:t>
            </a:r>
            <a:r>
              <a:rPr lang="en-US" sz="1600" dirty="0" smtClean="0">
                <a:solidFill>
                  <a:prstClr val="black"/>
                </a:solidFill>
                <a:latin typeface="Times New Roman"/>
                <a:ea typeface="Calibri"/>
                <a:cs typeface="Times New Roman"/>
              </a:rPr>
              <a:t>/</a:t>
            </a:r>
            <a:endParaRPr lang="en-US" sz="1400" dirty="0">
              <a:solidFill>
                <a:prstClr val="black"/>
              </a:solidFill>
              <a:ea typeface="Calibri"/>
              <a:cs typeface="Times New Roman"/>
            </a:endParaRPr>
          </a:p>
        </p:txBody>
      </p:sp>
    </p:spTree>
    <p:extLst>
      <p:ext uri="{BB962C8B-B14F-4D97-AF65-F5344CB8AC3E}">
        <p14:creationId xmlns:p14="http://schemas.microsoft.com/office/powerpoint/2010/main" val="34111901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9144000" cy="523220"/>
          </a:xfrm>
          <a:prstGeom prst="rect">
            <a:avLst/>
          </a:prstGeom>
          <a:noFill/>
        </p:spPr>
        <p:txBody>
          <a:bodyPr wrap="square" rtlCol="0">
            <a:spAutoFit/>
          </a:bodyPr>
          <a:lstStyle/>
          <a:p>
            <a:pPr algn="ctr"/>
            <a:r>
              <a:rPr lang="en-US" sz="2800" b="1" dirty="0" smtClean="0"/>
              <a:t>Data Analysis</a:t>
            </a:r>
            <a:endParaRPr lang="en-US" sz="2800" b="1" dirty="0"/>
          </a:p>
        </p:txBody>
      </p:sp>
    </p:spTree>
    <p:extLst>
      <p:ext uri="{BB962C8B-B14F-4D97-AF65-F5344CB8AC3E}">
        <p14:creationId xmlns:p14="http://schemas.microsoft.com/office/powerpoint/2010/main" val="36483614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angle 1"/>
              <p:cNvSpPr/>
              <p:nvPr/>
            </p:nvSpPr>
            <p:spPr>
              <a:xfrm>
                <a:off x="0" y="712598"/>
                <a:ext cx="9144000" cy="1039708"/>
              </a:xfrm>
              <a:prstGeom prst="rect">
                <a:avLst/>
              </a:prstGeom>
            </p:spPr>
            <p:txBody>
              <a:bodyPr wrap="square" lIns="9144" rIns="9144">
                <a:spAutoFit/>
              </a:bodyPr>
              <a:lstStyle/>
              <a:p>
                <a:pPr marL="228600" marR="0">
                  <a:lnSpc>
                    <a:spcPct val="114000"/>
                  </a:lnSpc>
                  <a:spcBef>
                    <a:spcPts val="0"/>
                  </a:spcBef>
                  <a:spcAft>
                    <a:spcPts val="0"/>
                  </a:spcAft>
                </a:pPr>
                <a:r>
                  <a:rPr lang="en-US" dirty="0" smtClean="0">
                    <a:ea typeface="Calibri"/>
                    <a:cs typeface="Times New Roman"/>
                  </a:rPr>
                  <a:t>Logit[</a:t>
                </a:r>
                <a14:m>
                  <m:oMath xmlns:m="http://schemas.openxmlformats.org/officeDocument/2006/math">
                    <m:r>
                      <a:rPr lang="en-US" i="1" dirty="0" smtClean="0">
                        <a:latin typeface="Cambria Math"/>
                        <a:ea typeface="Calibri"/>
                        <a:cs typeface="Times New Roman"/>
                      </a:rPr>
                      <m:t>𝑝</m:t>
                    </m:r>
                  </m:oMath>
                </a14:m>
                <a:r>
                  <a:rPr lang="en-US" dirty="0" smtClean="0">
                    <a:latin typeface="Courier New"/>
                    <a:ea typeface="Calibri"/>
                    <a:cs typeface="Times New Roman"/>
                  </a:rPr>
                  <a:t>(</a:t>
                </a:r>
                <a:r>
                  <a:rPr lang="en-US" dirty="0" err="1" smtClean="0">
                    <a:latin typeface="Courier New"/>
                    <a:ea typeface="Calibri"/>
                    <a:cs typeface="Times New Roman"/>
                  </a:rPr>
                  <a:t>TechTran</a:t>
                </a:r>
                <a:r>
                  <a:rPr lang="en-US" dirty="0" smtClean="0">
                    <a:latin typeface="Courier New"/>
                    <a:ea typeface="Calibri"/>
                    <a:cs typeface="Times New Roman"/>
                  </a:rPr>
                  <a:t>=1)</a:t>
                </a:r>
                <a:r>
                  <a:rPr lang="en-US" dirty="0" smtClean="0">
                    <a:ea typeface="Calibri"/>
                    <a:cs typeface="Times New Roman"/>
                  </a:rPr>
                  <a:t>] </a:t>
                </a:r>
                <a:r>
                  <a:rPr lang="en-US" dirty="0" smtClean="0">
                    <a:latin typeface="Times New Roman"/>
                    <a:ea typeface="Calibri"/>
                    <a:cs typeface="Times New Roman"/>
                  </a:rPr>
                  <a:t>=  β</a:t>
                </a:r>
                <a:r>
                  <a:rPr lang="en-US" baseline="-25000" dirty="0" smtClean="0">
                    <a:latin typeface="Times New Roman"/>
                    <a:ea typeface="Calibri"/>
                    <a:cs typeface="Times New Roman"/>
                  </a:rPr>
                  <a:t>0</a:t>
                </a:r>
                <a:r>
                  <a:rPr lang="en-US" dirty="0" smtClean="0">
                    <a:latin typeface="Times New Roman"/>
                    <a:ea typeface="Calibri"/>
                    <a:cs typeface="Times New Roman"/>
                  </a:rPr>
                  <a:t> + β</a:t>
                </a:r>
                <a:r>
                  <a:rPr lang="en-US" baseline="-25000" dirty="0" smtClean="0">
                    <a:latin typeface="Times New Roman"/>
                    <a:ea typeface="Calibri"/>
                    <a:cs typeface="Times New Roman"/>
                  </a:rPr>
                  <a:t>1</a:t>
                </a:r>
                <a:r>
                  <a:rPr lang="en-US" dirty="0" smtClean="0">
                    <a:latin typeface="Times New Roman"/>
                    <a:ea typeface="Calibri"/>
                    <a:cs typeface="Times New Roman"/>
                  </a:rPr>
                  <a:t>(</a:t>
                </a:r>
                <a:r>
                  <a:rPr lang="en-US" dirty="0" smtClean="0">
                    <a:ea typeface="Calibri"/>
                    <a:cs typeface="Times New Roman"/>
                  </a:rPr>
                  <a:t>Variable</a:t>
                </a:r>
                <a:r>
                  <a:rPr lang="en-US" dirty="0" smtClean="0">
                    <a:latin typeface="Courier New"/>
                    <a:ea typeface="Calibri"/>
                    <a:cs typeface="Times New Roman"/>
                  </a:rPr>
                  <a:t>)</a:t>
                </a:r>
                <a:r>
                  <a:rPr lang="en-US" dirty="0" smtClean="0">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2</a:t>
                </a:r>
                <a:r>
                  <a:rPr lang="en-US" dirty="0" smtClean="0">
                    <a:latin typeface="Courier New"/>
                    <a:ea typeface="Calibri"/>
                    <a:cs typeface="Times New Roman"/>
                  </a:rPr>
                  <a:t>(</a:t>
                </a:r>
                <a:r>
                  <a:rPr lang="en-US" dirty="0" err="1" smtClean="0">
                    <a:latin typeface="Courier New"/>
                    <a:ea typeface="Calibri"/>
                    <a:cs typeface="Times New Roman"/>
                  </a:rPr>
                  <a:t>TechCat</a:t>
                </a:r>
                <a:r>
                  <a:rPr lang="en-US" dirty="0" smtClean="0">
                    <a:latin typeface="Courier New"/>
                    <a:ea typeface="Calibri"/>
                    <a:cs typeface="Times New Roman"/>
                  </a:rPr>
                  <a:t>)</a:t>
                </a:r>
                <a:r>
                  <a:rPr lang="en-US" dirty="0" smtClean="0">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3</a:t>
                </a:r>
                <a:r>
                  <a:rPr lang="en-US" dirty="0" smtClean="0">
                    <a:latin typeface="Times New Roman"/>
                    <a:ea typeface="Calibri"/>
                    <a:cs typeface="Times New Roman"/>
                  </a:rPr>
                  <a:t>(</a:t>
                </a:r>
                <a:r>
                  <a:rPr lang="en-US" dirty="0" err="1" smtClean="0">
                    <a:latin typeface="Courier New"/>
                    <a:ea typeface="Calibri"/>
                    <a:cs typeface="Times New Roman"/>
                  </a:rPr>
                  <a:t>InstitutionSize</a:t>
                </a:r>
                <a:r>
                  <a:rPr lang="en-US" dirty="0" smtClean="0">
                    <a:latin typeface="Courier New"/>
                    <a:ea typeface="Calibri"/>
                    <a:cs typeface="Times New Roman"/>
                  </a:rPr>
                  <a:t>)</a:t>
                </a:r>
                <a:r>
                  <a:rPr lang="en-US" dirty="0" smtClean="0">
                    <a:ea typeface="Calibri"/>
                    <a:cs typeface="Times New Roman"/>
                  </a:rPr>
                  <a:t> </a:t>
                </a:r>
                <a:r>
                  <a:rPr lang="en-US" dirty="0">
                    <a:latin typeface="Times New Roman"/>
                    <a:ea typeface="Calibri"/>
                    <a:cs typeface="Times New Roman"/>
                  </a:rPr>
                  <a:t>+ </a:t>
                </a:r>
                <a:r>
                  <a:rPr lang="en-US" dirty="0" smtClean="0">
                    <a:ea typeface="Calibri"/>
                    <a:cs typeface="Times New Roman"/>
                  </a:rPr>
                  <a:t>	</a:t>
                </a:r>
                <a:r>
                  <a:rPr lang="en-US" dirty="0" smtClean="0">
                    <a:latin typeface="Times New Roman"/>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4</a:t>
                </a:r>
                <a:r>
                  <a:rPr lang="en-US" dirty="0" smtClean="0">
                    <a:latin typeface="Times New Roman"/>
                    <a:ea typeface="Calibri"/>
                    <a:cs typeface="Times New Roman"/>
                  </a:rPr>
                  <a:t>(</a:t>
                </a:r>
                <a:r>
                  <a:rPr lang="en-US" dirty="0" err="1" smtClean="0">
                    <a:latin typeface="Courier New"/>
                    <a:ea typeface="Calibri"/>
                    <a:cs typeface="Times New Roman"/>
                  </a:rPr>
                  <a:t>AllowedPatent</a:t>
                </a:r>
                <a:r>
                  <a:rPr lang="en-US" dirty="0" smtClean="0">
                    <a:latin typeface="Courier New"/>
                    <a:ea typeface="Calibri"/>
                    <a:cs typeface="Times New Roman"/>
                  </a:rPr>
                  <a:t>)</a:t>
                </a:r>
                <a:r>
                  <a:rPr lang="en-US" dirty="0" smtClean="0">
                    <a:latin typeface="Times New Roman"/>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5</a:t>
                </a:r>
                <a:r>
                  <a:rPr lang="en-US" dirty="0" smtClean="0">
                    <a:latin typeface="Times New Roman"/>
                    <a:ea typeface="Calibri"/>
                    <a:cs typeface="Times New Roman"/>
                  </a:rPr>
                  <a:t>(</a:t>
                </a:r>
                <a:r>
                  <a:rPr lang="en-US" dirty="0" err="1" smtClean="0">
                    <a:latin typeface="Courier New"/>
                    <a:ea typeface="Calibri"/>
                    <a:cs typeface="Times New Roman"/>
                  </a:rPr>
                  <a:t>PatentApp</a:t>
                </a:r>
                <a:r>
                  <a:rPr lang="en-US" dirty="0" smtClean="0">
                    <a:latin typeface="Courier New"/>
                    <a:ea typeface="Calibri"/>
                    <a:cs typeface="Times New Roman"/>
                  </a:rPr>
                  <a:t>)</a:t>
                </a:r>
                <a:r>
                  <a:rPr lang="en-US" dirty="0" smtClean="0">
                    <a:ea typeface="Calibri"/>
                    <a:cs typeface="Times New Roman"/>
                  </a:rPr>
                  <a:t> </a:t>
                </a:r>
                <a:r>
                  <a:rPr lang="en-US" dirty="0" smtClean="0">
                    <a:latin typeface="Times New Roman"/>
                    <a:ea typeface="Calibri"/>
                    <a:cs typeface="Times New Roman"/>
                  </a:rPr>
                  <a:t>+</a:t>
                </a:r>
                <a:r>
                  <a:rPr lang="en-US" dirty="0" smtClean="0">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6</a:t>
                </a:r>
                <a:r>
                  <a:rPr lang="en-US" dirty="0" smtClean="0">
                    <a:latin typeface="Times New Roman"/>
                    <a:ea typeface="Calibri"/>
                    <a:cs typeface="Times New Roman"/>
                  </a:rPr>
                  <a:t>(</a:t>
                </a:r>
                <a:r>
                  <a:rPr lang="en-US" dirty="0" smtClean="0">
                    <a:latin typeface="Courier New"/>
                    <a:ea typeface="Calibri"/>
                    <a:cs typeface="Times New Roman"/>
                  </a:rPr>
                  <a:t>Article</a:t>
                </a:r>
                <a:r>
                  <a:rPr lang="en-US" dirty="0" smtClean="0">
                    <a:latin typeface="Courier New"/>
                    <a:ea typeface="Calibri"/>
                    <a:cs typeface="Times New Roman"/>
                  </a:rPr>
                  <a:t>)</a:t>
                </a:r>
                <a:r>
                  <a:rPr lang="en-US" dirty="0" smtClean="0">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			  β</a:t>
                </a:r>
                <a:r>
                  <a:rPr lang="en-US" baseline="-25000" dirty="0" smtClean="0">
                    <a:latin typeface="Times New Roman"/>
                    <a:ea typeface="Calibri"/>
                    <a:cs typeface="Times New Roman"/>
                  </a:rPr>
                  <a:t>7</a:t>
                </a:r>
                <a:r>
                  <a:rPr lang="en-US" dirty="0" smtClean="0">
                    <a:latin typeface="Times New Roman"/>
                    <a:ea typeface="Calibri"/>
                    <a:cs typeface="Times New Roman"/>
                  </a:rPr>
                  <a:t>(</a:t>
                </a:r>
                <a:r>
                  <a:rPr lang="en-US" dirty="0" smtClean="0">
                    <a:latin typeface="Courier New"/>
                    <a:ea typeface="Calibri"/>
                    <a:cs typeface="Times New Roman"/>
                  </a:rPr>
                  <a:t>Report)</a:t>
                </a:r>
                <a:r>
                  <a:rPr lang="en-US" dirty="0" smtClean="0">
                    <a:ea typeface="Calibri"/>
                    <a:cs typeface="Times New Roman"/>
                  </a:rPr>
                  <a:t> </a:t>
                </a:r>
                <a:r>
                  <a:rPr lang="en-US" dirty="0" smtClean="0">
                    <a:latin typeface="Courier New" panose="02070309020205020404" pitchFamily="49" charset="0"/>
                    <a:ea typeface="Calibri"/>
                    <a:cs typeface="Courier New" panose="02070309020205020404" pitchFamily="49" charset="0"/>
                  </a:rPr>
                  <a:t>+</a:t>
                </a:r>
                <a:r>
                  <a:rPr lang="en-US" dirty="0">
                    <a:ea typeface="Calibri"/>
                    <a:cs typeface="Times New Roman"/>
                  </a:rPr>
                  <a:t> </a:t>
                </a:r>
                <a:r>
                  <a:rPr lang="en-US" dirty="0" smtClean="0">
                    <a:latin typeface="Courier New"/>
                    <a:ea typeface="Calibri"/>
                    <a:cs typeface="Times New Roman"/>
                  </a:rPr>
                  <a:t>ε</a:t>
                </a:r>
                <a:r>
                  <a:rPr lang="en-US" sz="1050" dirty="0">
                    <a:ea typeface="Calibri"/>
                    <a:cs typeface="Times New Roman"/>
                  </a:rPr>
                  <a:t> </a:t>
                </a:r>
                <a:r>
                  <a:rPr lang="en-US" sz="1200" dirty="0" smtClean="0">
                    <a:ea typeface="Calibri"/>
                    <a:cs typeface="Times New Roman"/>
                  </a:rPr>
                  <a:t> </a:t>
                </a:r>
                <a:endParaRPr lang="en-US" sz="1200" dirty="0">
                  <a:ea typeface="Calibri"/>
                  <a:cs typeface="Times New Roman"/>
                </a:endParaRPr>
              </a:p>
            </p:txBody>
          </p:sp>
        </mc:Choice>
        <mc:Fallback>
          <p:sp>
            <p:nvSpPr>
              <p:cNvPr id="2" name="Rectangle 1"/>
              <p:cNvSpPr>
                <a:spLocks noRot="1" noChangeAspect="1" noMove="1" noResize="1" noEditPoints="1" noAdjustHandles="1" noChangeArrowheads="1" noChangeShapeType="1" noTextEdit="1"/>
              </p:cNvSpPr>
              <p:nvPr/>
            </p:nvSpPr>
            <p:spPr>
              <a:xfrm>
                <a:off x="0" y="712598"/>
                <a:ext cx="9144000" cy="1039708"/>
              </a:xfrm>
              <a:prstGeom prst="rect">
                <a:avLst/>
              </a:prstGeom>
              <a:blipFill rotWithShape="1">
                <a:blip r:embed="rId3"/>
                <a:stretch>
                  <a:fillRect t="-1765" r="-867" b="-82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Rectangle 2"/>
              <p:cNvSpPr/>
              <p:nvPr/>
            </p:nvSpPr>
            <p:spPr>
              <a:xfrm>
                <a:off x="3385036" y="1816318"/>
                <a:ext cx="1148071" cy="408125"/>
              </a:xfrm>
              <a:prstGeom prst="rect">
                <a:avLst/>
              </a:prstGeom>
            </p:spPr>
            <p:txBody>
              <a:bodyPr wrap="none">
                <a:spAutoFit/>
              </a:bodyPr>
              <a:lstStyle/>
              <a:p>
                <a:pPr>
                  <a:lnSpc>
                    <a:spcPct val="114000"/>
                  </a:lnSpc>
                </a:pPr>
                <a:r>
                  <a:rPr lang="en-US" dirty="0" smtClean="0">
                    <a:latin typeface="Times New Roman"/>
                    <a:ea typeface="Calibri"/>
                    <a:cs typeface="Times New Roman"/>
                  </a:rPr>
                  <a:t>H</a:t>
                </a:r>
                <a:r>
                  <a:rPr lang="en-US" baseline="-25000" dirty="0" smtClean="0">
                    <a:latin typeface="Times New Roman"/>
                    <a:ea typeface="Calibri"/>
                    <a:cs typeface="Times New Roman"/>
                  </a:rPr>
                  <a:t>0</a:t>
                </a:r>
                <a:r>
                  <a:rPr lang="en-US" dirty="0">
                    <a:latin typeface="Times New Roman"/>
                    <a:ea typeface="Calibri"/>
                    <a:cs typeface="Times New Roman"/>
                  </a:rPr>
                  <a:t>: β</a:t>
                </a:r>
                <a:r>
                  <a:rPr lang="en-US" baseline="-25000" dirty="0">
                    <a:latin typeface="Times New Roman"/>
                    <a:ea typeface="Calibri"/>
                    <a:cs typeface="Times New Roman"/>
                  </a:rPr>
                  <a:t>1</a:t>
                </a:r>
                <a:r>
                  <a:rPr lang="en-US" dirty="0">
                    <a:latin typeface="Times New Roman"/>
                    <a:ea typeface="Calibri"/>
                    <a:cs typeface="Times New Roman"/>
                  </a:rPr>
                  <a:t> </a:t>
                </a:r>
                <a14:m>
                  <m:oMath xmlns:m="http://schemas.openxmlformats.org/officeDocument/2006/math">
                    <m:r>
                      <a:rPr lang="en-US" i="1" dirty="0" smtClean="0">
                        <a:latin typeface="Cambria Math"/>
                        <a:ea typeface="Cambria Math"/>
                        <a:cs typeface="Times New Roman"/>
                      </a:rPr>
                      <m:t>=</m:t>
                    </m:r>
                  </m:oMath>
                </a14:m>
                <a:r>
                  <a:rPr lang="en-US" dirty="0" smtClean="0">
                    <a:latin typeface="Times New Roman"/>
                    <a:ea typeface="Calibri"/>
                    <a:cs typeface="Times New Roman"/>
                  </a:rPr>
                  <a:t> </a:t>
                </a:r>
                <a:r>
                  <a:rPr lang="en-US" dirty="0">
                    <a:latin typeface="Times New Roman"/>
                    <a:ea typeface="Calibri"/>
                    <a:cs typeface="Times New Roman"/>
                  </a:rPr>
                  <a:t>0</a:t>
                </a:r>
                <a:endParaRPr lang="en-US" sz="1600" dirty="0">
                  <a:ea typeface="Calibri"/>
                  <a:cs typeface="Times New Roman"/>
                </a:endParaRPr>
              </a:p>
            </p:txBody>
          </p:sp>
        </mc:Choice>
        <mc:Fallback>
          <p:sp>
            <p:nvSpPr>
              <p:cNvPr id="3" name="Rectangle 2"/>
              <p:cNvSpPr>
                <a:spLocks noRot="1" noChangeAspect="1" noMove="1" noResize="1" noEditPoints="1" noAdjustHandles="1" noChangeArrowheads="1" noChangeShapeType="1" noTextEdit="1"/>
              </p:cNvSpPr>
              <p:nvPr/>
            </p:nvSpPr>
            <p:spPr>
              <a:xfrm>
                <a:off x="3385036" y="1816318"/>
                <a:ext cx="1148071" cy="408125"/>
              </a:xfrm>
              <a:prstGeom prst="rect">
                <a:avLst/>
              </a:prstGeom>
              <a:blipFill rotWithShape="1">
                <a:blip r:embed="rId4"/>
                <a:stretch>
                  <a:fillRect l="-4233" t="-4478" r="-3704" b="-164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3385036" y="2224440"/>
                <a:ext cx="1159292" cy="408125"/>
              </a:xfrm>
              <a:prstGeom prst="rect">
                <a:avLst/>
              </a:prstGeom>
            </p:spPr>
            <p:txBody>
              <a:bodyPr wrap="none">
                <a:spAutoFit/>
              </a:bodyPr>
              <a:lstStyle/>
              <a:p>
                <a:pPr>
                  <a:lnSpc>
                    <a:spcPct val="114000"/>
                  </a:lnSpc>
                </a:pPr>
                <a:r>
                  <a:rPr lang="en-US" dirty="0" smtClean="0">
                    <a:latin typeface="Times New Roman"/>
                    <a:ea typeface="Calibri"/>
                    <a:cs typeface="Times New Roman"/>
                  </a:rPr>
                  <a:t>H</a:t>
                </a:r>
                <a:r>
                  <a:rPr lang="en-US" baseline="-25000" dirty="0" smtClean="0">
                    <a:latin typeface="Times New Roman"/>
                    <a:ea typeface="Calibri"/>
                    <a:cs typeface="Times New Roman"/>
                  </a:rPr>
                  <a:t>A</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1</a:t>
                </a:r>
                <a:r>
                  <a:rPr lang="en-US" dirty="0" smtClean="0">
                    <a:latin typeface="Times New Roman"/>
                    <a:ea typeface="Calibri"/>
                    <a:cs typeface="Times New Roman"/>
                  </a:rPr>
                  <a:t> </a:t>
                </a:r>
                <a14:m>
                  <m:oMath xmlns:m="http://schemas.openxmlformats.org/officeDocument/2006/math">
                    <m:r>
                      <a:rPr lang="en-US" i="1" smtClean="0">
                        <a:latin typeface="Cambria Math"/>
                        <a:ea typeface="Cambria Math"/>
                        <a:cs typeface="Times New Roman"/>
                      </a:rPr>
                      <m:t>≠</m:t>
                    </m:r>
                  </m:oMath>
                </a14:m>
                <a:r>
                  <a:rPr lang="en-US" sz="1600" dirty="0" smtClean="0">
                    <a:ea typeface="Calibri"/>
                    <a:cs typeface="Times New Roman"/>
                  </a:rPr>
                  <a:t> 0</a:t>
                </a:r>
                <a:endParaRPr lang="en-US" sz="1600" dirty="0">
                  <a:ea typeface="Calibri"/>
                  <a:cs typeface="Times New Roman"/>
                </a:endParaRPr>
              </a:p>
            </p:txBody>
          </p:sp>
        </mc:Choice>
        <mc:Fallback>
          <p:sp>
            <p:nvSpPr>
              <p:cNvPr id="4" name="Rectangle 3"/>
              <p:cNvSpPr>
                <a:spLocks noRot="1" noChangeAspect="1" noMove="1" noResize="1" noEditPoints="1" noAdjustHandles="1" noChangeArrowheads="1" noChangeShapeType="1" noTextEdit="1"/>
              </p:cNvSpPr>
              <p:nvPr/>
            </p:nvSpPr>
            <p:spPr>
              <a:xfrm>
                <a:off x="3385036" y="2224440"/>
                <a:ext cx="1159292" cy="408125"/>
              </a:xfrm>
              <a:prstGeom prst="rect">
                <a:avLst/>
              </a:prstGeom>
              <a:blipFill rotWithShape="1">
                <a:blip r:embed="rId5"/>
                <a:stretch>
                  <a:fillRect l="-4211" t="-4478" r="-2105" b="-16418"/>
                </a:stretch>
              </a:blipFill>
            </p:spPr>
            <p:txBody>
              <a:bodyPr/>
              <a:lstStyle/>
              <a:p>
                <a:r>
                  <a:rPr lang="en-US">
                    <a:noFill/>
                  </a:rPr>
                  <a:t> </a:t>
                </a:r>
              </a:p>
            </p:txBody>
          </p:sp>
        </mc:Fallback>
      </mc:AlternateContent>
      <p:sp>
        <p:nvSpPr>
          <p:cNvPr id="9" name="TextBox 8"/>
          <p:cNvSpPr txBox="1"/>
          <p:nvPr/>
        </p:nvSpPr>
        <p:spPr>
          <a:xfrm>
            <a:off x="5486400" y="1816317"/>
            <a:ext cx="3657600" cy="923330"/>
          </a:xfrm>
          <a:prstGeom prst="rect">
            <a:avLst/>
          </a:prstGeom>
          <a:noFill/>
        </p:spPr>
        <p:txBody>
          <a:bodyPr wrap="square" rtlCol="0">
            <a:spAutoFit/>
          </a:bodyPr>
          <a:lstStyle/>
          <a:p>
            <a:r>
              <a:rPr lang="en-US" dirty="0" smtClean="0"/>
              <a:t>Coding for </a:t>
            </a:r>
            <a:r>
              <a:rPr lang="en-US" dirty="0" err="1" smtClean="0">
                <a:latin typeface="Courier New" panose="02070309020205020404" pitchFamily="49" charset="0"/>
                <a:cs typeface="Courier New" panose="02070309020205020404" pitchFamily="49" charset="0"/>
              </a:rPr>
              <a:t>TechTran</a:t>
            </a:r>
            <a:r>
              <a:rPr lang="en-US" dirty="0" smtClean="0">
                <a:cs typeface="Courier New" panose="02070309020205020404" pitchFamily="49" charset="0"/>
              </a:rPr>
              <a:t>:</a:t>
            </a:r>
            <a:endParaRPr lang="en-US" dirty="0" smtClean="0">
              <a:latin typeface="Courier New" panose="02070309020205020404" pitchFamily="49" charset="0"/>
              <a:cs typeface="Courier New" panose="02070309020205020404" pitchFamily="49" charset="0"/>
            </a:endParaRPr>
          </a:p>
          <a:p>
            <a:r>
              <a:rPr lang="en-US" dirty="0" smtClean="0"/>
              <a:t>1 = Technology was transferred</a:t>
            </a:r>
          </a:p>
          <a:p>
            <a:r>
              <a:rPr lang="en-US" dirty="0" smtClean="0"/>
              <a:t>0 = Technology was NOT transferred</a:t>
            </a:r>
            <a:endParaRPr lang="en-US" dirty="0"/>
          </a:p>
        </p:txBody>
      </p:sp>
      <p:sp>
        <p:nvSpPr>
          <p:cNvPr id="10" name="TextBox 9"/>
          <p:cNvSpPr txBox="1"/>
          <p:nvPr/>
        </p:nvSpPr>
        <p:spPr>
          <a:xfrm>
            <a:off x="0" y="91440"/>
            <a:ext cx="9144000" cy="523220"/>
          </a:xfrm>
          <a:prstGeom prst="rect">
            <a:avLst/>
          </a:prstGeom>
          <a:noFill/>
        </p:spPr>
        <p:txBody>
          <a:bodyPr wrap="square" rtlCol="0">
            <a:spAutoFit/>
          </a:bodyPr>
          <a:lstStyle/>
          <a:p>
            <a:pPr algn="ctr"/>
            <a:r>
              <a:rPr lang="en-US" sz="2800" b="1" dirty="0" smtClean="0"/>
              <a:t>Logistic Regression Analyses</a:t>
            </a:r>
            <a:endParaRPr lang="en-US" sz="2800" b="1" dirty="0"/>
          </a:p>
        </p:txBody>
      </p:sp>
      <mc:AlternateContent xmlns:mc="http://schemas.openxmlformats.org/markup-compatibility/2006">
        <mc:Choice xmlns:a14="http://schemas.microsoft.com/office/drawing/2010/main" Requires="a14">
          <p:sp>
            <p:nvSpPr>
              <p:cNvPr id="11" name="Rectangle 10"/>
              <p:cNvSpPr/>
              <p:nvPr/>
            </p:nvSpPr>
            <p:spPr>
              <a:xfrm>
                <a:off x="182869" y="4245111"/>
                <a:ext cx="1263487" cy="408125"/>
              </a:xfrm>
              <a:prstGeom prst="rect">
                <a:avLst/>
              </a:prstGeom>
            </p:spPr>
            <p:txBody>
              <a:bodyPr wrap="none">
                <a:spAutoFit/>
              </a:bodyPr>
              <a:lstStyle/>
              <a:p>
                <a:pPr>
                  <a:lnSpc>
                    <a:spcPct val="114000"/>
                  </a:lnSpc>
                </a:pPr>
                <a:r>
                  <a:rPr lang="en-US" dirty="0" smtClean="0">
                    <a:latin typeface="Times New Roman"/>
                    <a:ea typeface="Calibri"/>
                    <a:cs typeface="Times New Roman"/>
                  </a:rPr>
                  <a:t>H2</a:t>
                </a:r>
                <a:r>
                  <a:rPr lang="en-US" baseline="-25000" dirty="0" smtClean="0">
                    <a:latin typeface="Times New Roman"/>
                    <a:ea typeface="Calibri"/>
                    <a:cs typeface="Times New Roman"/>
                  </a:rPr>
                  <a:t>0</a:t>
                </a:r>
                <a:r>
                  <a:rPr lang="en-US" dirty="0">
                    <a:latin typeface="Times New Roman"/>
                    <a:ea typeface="Calibri"/>
                    <a:cs typeface="Times New Roman"/>
                  </a:rPr>
                  <a:t>: β</a:t>
                </a:r>
                <a:r>
                  <a:rPr lang="en-US" baseline="-25000" dirty="0">
                    <a:latin typeface="Times New Roman"/>
                    <a:ea typeface="Calibri"/>
                    <a:cs typeface="Times New Roman"/>
                  </a:rPr>
                  <a:t>1</a:t>
                </a:r>
                <a:r>
                  <a:rPr lang="en-US" dirty="0">
                    <a:latin typeface="Times New Roman"/>
                    <a:ea typeface="Calibri"/>
                    <a:cs typeface="Times New Roman"/>
                  </a:rPr>
                  <a:t> </a:t>
                </a:r>
                <a14:m>
                  <m:oMath xmlns:m="http://schemas.openxmlformats.org/officeDocument/2006/math">
                    <m:r>
                      <a:rPr lang="en-US" i="1" dirty="0" smtClean="0">
                        <a:latin typeface="Cambria Math"/>
                        <a:ea typeface="Cambria Math"/>
                        <a:cs typeface="Times New Roman"/>
                      </a:rPr>
                      <m:t>=</m:t>
                    </m:r>
                  </m:oMath>
                </a14:m>
                <a:r>
                  <a:rPr lang="en-US" dirty="0" smtClean="0">
                    <a:latin typeface="Times New Roman"/>
                    <a:ea typeface="Calibri"/>
                    <a:cs typeface="Times New Roman"/>
                  </a:rPr>
                  <a:t> </a:t>
                </a:r>
                <a:r>
                  <a:rPr lang="en-US" dirty="0">
                    <a:latin typeface="Times New Roman"/>
                    <a:ea typeface="Calibri"/>
                    <a:cs typeface="Times New Roman"/>
                  </a:rPr>
                  <a:t>0</a:t>
                </a:r>
                <a:endParaRPr lang="en-US" sz="1600" dirty="0">
                  <a:ea typeface="Calibri"/>
                  <a:cs typeface="Times New Roman"/>
                </a:endParaRPr>
              </a:p>
            </p:txBody>
          </p:sp>
        </mc:Choice>
        <mc:Fallback>
          <p:sp>
            <p:nvSpPr>
              <p:cNvPr id="11" name="Rectangle 10"/>
              <p:cNvSpPr>
                <a:spLocks noRot="1" noChangeAspect="1" noMove="1" noResize="1" noEditPoints="1" noAdjustHandles="1" noChangeArrowheads="1" noChangeShapeType="1" noTextEdit="1"/>
              </p:cNvSpPr>
              <p:nvPr/>
            </p:nvSpPr>
            <p:spPr>
              <a:xfrm>
                <a:off x="182869" y="4245111"/>
                <a:ext cx="1263487" cy="408125"/>
              </a:xfrm>
              <a:prstGeom prst="rect">
                <a:avLst/>
              </a:prstGeom>
              <a:blipFill rotWithShape="1">
                <a:blip r:embed="rId6"/>
                <a:stretch>
                  <a:fillRect l="-4348" t="-4478" r="-2899" b="-164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Rectangle 11"/>
              <p:cNvSpPr/>
              <p:nvPr/>
            </p:nvSpPr>
            <p:spPr>
              <a:xfrm>
                <a:off x="182869" y="4653236"/>
                <a:ext cx="1274708" cy="408125"/>
              </a:xfrm>
              <a:prstGeom prst="rect">
                <a:avLst/>
              </a:prstGeom>
            </p:spPr>
            <p:txBody>
              <a:bodyPr wrap="none">
                <a:spAutoFit/>
              </a:bodyPr>
              <a:lstStyle/>
              <a:p>
                <a:pPr>
                  <a:lnSpc>
                    <a:spcPct val="114000"/>
                  </a:lnSpc>
                </a:pPr>
                <a:r>
                  <a:rPr lang="en-US" dirty="0" smtClean="0">
                    <a:latin typeface="Times New Roman"/>
                    <a:ea typeface="Calibri"/>
                    <a:cs typeface="Times New Roman"/>
                  </a:rPr>
                  <a:t>H2</a:t>
                </a:r>
                <a:r>
                  <a:rPr lang="en-US" baseline="-25000" dirty="0" smtClean="0">
                    <a:latin typeface="Times New Roman"/>
                    <a:ea typeface="Calibri"/>
                    <a:cs typeface="Times New Roman"/>
                  </a:rPr>
                  <a:t>A</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1</a:t>
                </a:r>
                <a:r>
                  <a:rPr lang="en-US" dirty="0" smtClean="0">
                    <a:latin typeface="Times New Roman"/>
                    <a:ea typeface="Calibri"/>
                    <a:cs typeface="Times New Roman"/>
                  </a:rPr>
                  <a:t> </a:t>
                </a:r>
                <a14:m>
                  <m:oMath xmlns:m="http://schemas.openxmlformats.org/officeDocument/2006/math">
                    <m:r>
                      <a:rPr lang="en-US" i="1" smtClean="0">
                        <a:latin typeface="Cambria Math"/>
                        <a:ea typeface="Cambria Math"/>
                        <a:cs typeface="Times New Roman"/>
                      </a:rPr>
                      <m:t>≠</m:t>
                    </m:r>
                  </m:oMath>
                </a14:m>
                <a:r>
                  <a:rPr lang="en-US" sz="1600" dirty="0" smtClean="0">
                    <a:ea typeface="Calibri"/>
                    <a:cs typeface="Times New Roman"/>
                  </a:rPr>
                  <a:t> 0</a:t>
                </a:r>
                <a:endParaRPr lang="en-US" sz="1600" dirty="0">
                  <a:ea typeface="Calibri"/>
                  <a:cs typeface="Times New Roman"/>
                </a:endParaRPr>
              </a:p>
            </p:txBody>
          </p:sp>
        </mc:Choice>
        <mc:Fallback>
          <p:sp>
            <p:nvSpPr>
              <p:cNvPr id="12" name="Rectangle 11"/>
              <p:cNvSpPr>
                <a:spLocks noRot="1" noChangeAspect="1" noMove="1" noResize="1" noEditPoints="1" noAdjustHandles="1" noChangeArrowheads="1" noChangeShapeType="1" noTextEdit="1"/>
              </p:cNvSpPr>
              <p:nvPr/>
            </p:nvSpPr>
            <p:spPr>
              <a:xfrm>
                <a:off x="182869" y="4653236"/>
                <a:ext cx="1274708" cy="408125"/>
              </a:xfrm>
              <a:prstGeom prst="rect">
                <a:avLst/>
              </a:prstGeom>
              <a:blipFill rotWithShape="1">
                <a:blip r:embed="rId7"/>
                <a:stretch>
                  <a:fillRect l="-4306" t="-4478" r="-1435" b="-16418"/>
                </a:stretch>
              </a:blipFill>
            </p:spPr>
            <p:txBody>
              <a:bodyPr/>
              <a:lstStyle/>
              <a:p>
                <a:r>
                  <a:rPr lang="en-US">
                    <a:noFill/>
                  </a:rPr>
                  <a:t> </a:t>
                </a:r>
              </a:p>
            </p:txBody>
          </p:sp>
        </mc:Fallback>
      </mc:AlternateContent>
      <p:sp>
        <p:nvSpPr>
          <p:cNvPr id="13" name="Rectangle 12"/>
          <p:cNvSpPr/>
          <p:nvPr/>
        </p:nvSpPr>
        <p:spPr>
          <a:xfrm>
            <a:off x="0" y="3409466"/>
            <a:ext cx="9144000" cy="723916"/>
          </a:xfrm>
          <a:prstGeom prst="rect">
            <a:avLst/>
          </a:prstGeom>
        </p:spPr>
        <p:txBody>
          <a:bodyPr wrap="square" lIns="9144" rIns="9144">
            <a:spAutoFit/>
          </a:bodyPr>
          <a:lstStyle/>
          <a:p>
            <a:pPr marL="228600" marR="0">
              <a:lnSpc>
                <a:spcPct val="114000"/>
              </a:lnSpc>
              <a:spcBef>
                <a:spcPts val="0"/>
              </a:spcBef>
              <a:spcAft>
                <a:spcPts val="0"/>
              </a:spcAft>
            </a:pPr>
            <a:r>
              <a:rPr lang="en-US" dirty="0" smtClean="0">
                <a:latin typeface="Courier New"/>
                <a:ea typeface="Calibri"/>
                <a:cs typeface="Times New Roman"/>
              </a:rPr>
              <a:t>TRL</a:t>
            </a:r>
            <a:r>
              <a:rPr lang="en-US" dirty="0" smtClean="0">
                <a:latin typeface="Times New Roman"/>
                <a:ea typeface="Calibri"/>
                <a:cs typeface="Times New Roman"/>
              </a:rPr>
              <a:t> </a:t>
            </a:r>
            <a:r>
              <a:rPr lang="en-US" dirty="0" smtClean="0">
                <a:latin typeface="Times New Roman"/>
                <a:ea typeface="Calibri"/>
                <a:cs typeface="Times New Roman"/>
              </a:rPr>
              <a:t>=  β</a:t>
            </a:r>
            <a:r>
              <a:rPr lang="en-US" baseline="-25000" dirty="0" smtClean="0">
                <a:latin typeface="Times New Roman"/>
                <a:ea typeface="Calibri"/>
                <a:cs typeface="Times New Roman"/>
              </a:rPr>
              <a:t>0</a:t>
            </a:r>
            <a:r>
              <a:rPr lang="en-US" dirty="0" smtClean="0">
                <a:latin typeface="Times New Roman"/>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1</a:t>
            </a:r>
            <a:r>
              <a:rPr lang="en-US" dirty="0" smtClean="0">
                <a:latin typeface="Times New Roman"/>
                <a:ea typeface="Calibri"/>
                <a:cs typeface="Times New Roman"/>
              </a:rPr>
              <a:t>(</a:t>
            </a:r>
            <a:r>
              <a:rPr lang="en-US" dirty="0" smtClean="0">
                <a:latin typeface="Courier New"/>
                <a:ea typeface="Calibri"/>
                <a:cs typeface="Times New Roman"/>
              </a:rPr>
              <a:t>Distance)</a:t>
            </a:r>
            <a:r>
              <a:rPr lang="en-US" dirty="0" smtClean="0">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2</a:t>
            </a:r>
            <a:r>
              <a:rPr lang="en-US" dirty="0" smtClean="0">
                <a:latin typeface="Courier New"/>
                <a:ea typeface="Calibri"/>
                <a:cs typeface="Times New Roman"/>
              </a:rPr>
              <a:t>(</a:t>
            </a:r>
            <a:r>
              <a:rPr lang="en-US" dirty="0" err="1" smtClean="0">
                <a:latin typeface="Courier New"/>
                <a:ea typeface="Calibri"/>
                <a:cs typeface="Times New Roman"/>
              </a:rPr>
              <a:t>TechCat</a:t>
            </a:r>
            <a:r>
              <a:rPr lang="en-US" dirty="0" smtClean="0">
                <a:latin typeface="Courier New"/>
                <a:ea typeface="Calibri"/>
                <a:cs typeface="Times New Roman"/>
              </a:rPr>
              <a:t>)</a:t>
            </a:r>
            <a:r>
              <a:rPr lang="en-US" dirty="0" smtClean="0">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3</a:t>
            </a:r>
            <a:r>
              <a:rPr lang="en-US" dirty="0" smtClean="0">
                <a:latin typeface="Times New Roman"/>
                <a:ea typeface="Calibri"/>
                <a:cs typeface="Times New Roman"/>
              </a:rPr>
              <a:t>(</a:t>
            </a:r>
            <a:r>
              <a:rPr lang="en-US" dirty="0" err="1" smtClean="0">
                <a:latin typeface="Courier New"/>
                <a:ea typeface="Calibri"/>
                <a:cs typeface="Times New Roman"/>
              </a:rPr>
              <a:t>InsistutionSize</a:t>
            </a:r>
            <a:r>
              <a:rPr lang="en-US" dirty="0" smtClean="0">
                <a:latin typeface="Courier New"/>
                <a:ea typeface="Calibri"/>
                <a:cs typeface="Times New Roman"/>
              </a:rPr>
              <a:t>)</a:t>
            </a:r>
            <a:r>
              <a:rPr lang="en-US" dirty="0" smtClean="0">
                <a:latin typeface="Times New Roman"/>
                <a:ea typeface="Calibri"/>
                <a:cs typeface="Times New Roman"/>
              </a:rPr>
              <a:t> +</a:t>
            </a:r>
            <a:br>
              <a:rPr lang="en-US" dirty="0" smtClean="0">
                <a:latin typeface="Times New Roman"/>
                <a:ea typeface="Calibri"/>
                <a:cs typeface="Times New Roman"/>
              </a:rPr>
            </a:br>
            <a:r>
              <a:rPr lang="en-US" dirty="0" smtClean="0">
                <a:latin typeface="Times New Roman"/>
                <a:ea typeface="Calibri"/>
                <a:cs typeface="Times New Roman"/>
              </a:rPr>
              <a:t>	 β</a:t>
            </a:r>
            <a:r>
              <a:rPr lang="en-US" baseline="-25000" dirty="0" smtClean="0">
                <a:latin typeface="Times New Roman"/>
                <a:ea typeface="Calibri"/>
                <a:cs typeface="Times New Roman"/>
              </a:rPr>
              <a:t>4</a:t>
            </a:r>
            <a:r>
              <a:rPr lang="en-US" dirty="0" smtClean="0">
                <a:latin typeface="Times New Roman"/>
                <a:ea typeface="Calibri"/>
                <a:cs typeface="Times New Roman"/>
              </a:rPr>
              <a:t>(</a:t>
            </a:r>
            <a:r>
              <a:rPr lang="en-US" dirty="0" err="1" smtClean="0">
                <a:latin typeface="Courier New"/>
                <a:ea typeface="Calibri"/>
                <a:cs typeface="Times New Roman"/>
              </a:rPr>
              <a:t>AllowedPatent</a:t>
            </a:r>
            <a:r>
              <a:rPr lang="en-US" dirty="0" smtClean="0">
                <a:latin typeface="Courier New"/>
                <a:ea typeface="Calibri"/>
                <a:cs typeface="Times New Roman"/>
              </a:rPr>
              <a:t>)</a:t>
            </a:r>
            <a:r>
              <a:rPr lang="en-US" dirty="0" smtClean="0">
                <a:latin typeface="Times New Roman"/>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5</a:t>
            </a:r>
            <a:r>
              <a:rPr lang="en-US" dirty="0" smtClean="0">
                <a:latin typeface="Times New Roman"/>
                <a:ea typeface="Calibri"/>
                <a:cs typeface="Times New Roman"/>
              </a:rPr>
              <a:t>(</a:t>
            </a:r>
            <a:r>
              <a:rPr lang="en-US" dirty="0" err="1" smtClean="0">
                <a:latin typeface="Courier New"/>
                <a:ea typeface="Calibri"/>
                <a:cs typeface="Times New Roman"/>
              </a:rPr>
              <a:t>PatentApp</a:t>
            </a:r>
            <a:r>
              <a:rPr lang="en-US" dirty="0" smtClean="0">
                <a:latin typeface="Courier New"/>
                <a:ea typeface="Calibri"/>
                <a:cs typeface="Times New Roman"/>
              </a:rPr>
              <a:t>)</a:t>
            </a:r>
            <a:r>
              <a:rPr lang="en-US" dirty="0" smtClean="0">
                <a:latin typeface="Times New Roman"/>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 </a:t>
            </a:r>
            <a:r>
              <a:rPr lang="en-US" dirty="0" smtClean="0">
                <a:latin typeface="Times New Roman"/>
                <a:ea typeface="Calibri"/>
                <a:cs typeface="Times New Roman"/>
              </a:rPr>
              <a:t>β</a:t>
            </a:r>
            <a:r>
              <a:rPr lang="en-US" baseline="-25000" dirty="0" smtClean="0">
                <a:latin typeface="Times New Roman"/>
                <a:ea typeface="Calibri"/>
                <a:cs typeface="Times New Roman"/>
              </a:rPr>
              <a:t>6</a:t>
            </a:r>
            <a:r>
              <a:rPr lang="en-US" dirty="0" smtClean="0">
                <a:latin typeface="Times New Roman"/>
                <a:ea typeface="Calibri"/>
                <a:cs typeface="Times New Roman"/>
              </a:rPr>
              <a:t>(</a:t>
            </a:r>
            <a:r>
              <a:rPr lang="en-US" dirty="0" smtClean="0">
                <a:latin typeface="Courier New"/>
                <a:ea typeface="Calibri"/>
                <a:cs typeface="Times New Roman"/>
              </a:rPr>
              <a:t>Article</a:t>
            </a:r>
            <a:r>
              <a:rPr lang="en-US" dirty="0" smtClean="0">
                <a:latin typeface="Courier New"/>
                <a:ea typeface="Calibri"/>
                <a:cs typeface="Times New Roman"/>
              </a:rPr>
              <a:t>)</a:t>
            </a:r>
            <a:r>
              <a:rPr lang="en-US" dirty="0" smtClean="0">
                <a:ea typeface="Calibri"/>
                <a:cs typeface="Times New Roman"/>
              </a:rPr>
              <a:t> </a:t>
            </a:r>
            <a:r>
              <a:rPr lang="en-US" dirty="0">
                <a:latin typeface="Times New Roman"/>
                <a:ea typeface="Calibri"/>
                <a:cs typeface="Times New Roman"/>
              </a:rPr>
              <a:t>+ </a:t>
            </a:r>
            <a:r>
              <a:rPr lang="en-US" dirty="0" smtClean="0">
                <a:latin typeface="Times New Roman"/>
                <a:ea typeface="Calibri"/>
                <a:cs typeface="Times New Roman"/>
              </a:rPr>
              <a:t> β</a:t>
            </a:r>
            <a:r>
              <a:rPr lang="en-US" baseline="-25000" dirty="0" smtClean="0">
                <a:latin typeface="Times New Roman"/>
                <a:ea typeface="Calibri"/>
                <a:cs typeface="Times New Roman"/>
              </a:rPr>
              <a:t>7</a:t>
            </a:r>
            <a:r>
              <a:rPr lang="en-US" dirty="0" smtClean="0">
                <a:latin typeface="Times New Roman"/>
                <a:ea typeface="Calibri"/>
                <a:cs typeface="Times New Roman"/>
              </a:rPr>
              <a:t>(</a:t>
            </a:r>
            <a:r>
              <a:rPr lang="en-US" dirty="0" smtClean="0">
                <a:latin typeface="Courier New"/>
                <a:ea typeface="Calibri"/>
                <a:cs typeface="Times New Roman"/>
              </a:rPr>
              <a:t>Report)</a:t>
            </a:r>
            <a:r>
              <a:rPr lang="en-US" dirty="0" smtClean="0">
                <a:ea typeface="Calibri"/>
                <a:cs typeface="Times New Roman"/>
              </a:rPr>
              <a:t> </a:t>
            </a:r>
            <a:r>
              <a:rPr lang="en-US" dirty="0" smtClean="0">
                <a:latin typeface="Courier New" panose="02070309020205020404" pitchFamily="49" charset="0"/>
                <a:ea typeface="Calibri"/>
                <a:cs typeface="Courier New" panose="02070309020205020404" pitchFamily="49" charset="0"/>
              </a:rPr>
              <a:t>+</a:t>
            </a:r>
            <a:r>
              <a:rPr lang="en-US" dirty="0" smtClean="0">
                <a:ea typeface="Calibri"/>
                <a:cs typeface="Times New Roman"/>
              </a:rPr>
              <a:t> </a:t>
            </a:r>
            <a:r>
              <a:rPr lang="en-US" dirty="0" smtClean="0">
                <a:latin typeface="Courier New"/>
                <a:ea typeface="Calibri"/>
                <a:cs typeface="Times New Roman"/>
              </a:rPr>
              <a:t>ε</a:t>
            </a:r>
            <a:r>
              <a:rPr lang="en-US" sz="1050" dirty="0">
                <a:ea typeface="Calibri"/>
                <a:cs typeface="Times New Roman"/>
              </a:rPr>
              <a:t> </a:t>
            </a:r>
            <a:r>
              <a:rPr lang="en-US" sz="1200" dirty="0" smtClean="0">
                <a:ea typeface="Calibri"/>
                <a:cs typeface="Times New Roman"/>
              </a:rPr>
              <a:t> </a:t>
            </a:r>
            <a:endParaRPr lang="en-US" sz="1200" dirty="0">
              <a:ea typeface="Calibri"/>
              <a:cs typeface="Times New Roman"/>
            </a:endParaRPr>
          </a:p>
        </p:txBody>
      </p:sp>
      <p:sp>
        <p:nvSpPr>
          <p:cNvPr id="14" name="Rectangle 13"/>
          <p:cNvSpPr/>
          <p:nvPr/>
        </p:nvSpPr>
        <p:spPr>
          <a:xfrm>
            <a:off x="182869" y="1816317"/>
            <a:ext cx="1959191" cy="408125"/>
          </a:xfrm>
          <a:prstGeom prst="rect">
            <a:avLst/>
          </a:prstGeom>
        </p:spPr>
        <p:txBody>
          <a:bodyPr wrap="none">
            <a:spAutoFit/>
          </a:bodyPr>
          <a:lstStyle/>
          <a:p>
            <a:pPr>
              <a:lnSpc>
                <a:spcPct val="114000"/>
              </a:lnSpc>
            </a:pPr>
            <a:r>
              <a:rPr lang="en-US" dirty="0" smtClean="0">
                <a:ea typeface="Calibri"/>
                <a:cs typeface="Times New Roman"/>
              </a:rPr>
              <a:t>H1: Variable = </a:t>
            </a:r>
            <a:r>
              <a:rPr lang="en-US" dirty="0" smtClean="0">
                <a:latin typeface="Courier New" panose="02070309020205020404" pitchFamily="49" charset="0"/>
                <a:ea typeface="Calibri"/>
                <a:cs typeface="Courier New" panose="02070309020205020404" pitchFamily="49" charset="0"/>
              </a:rPr>
              <a:t>TRL</a:t>
            </a:r>
            <a:endParaRPr lang="en-US" sz="1600" dirty="0">
              <a:latin typeface="Courier New" panose="02070309020205020404" pitchFamily="49" charset="0"/>
              <a:ea typeface="Calibri"/>
              <a:cs typeface="Courier New" panose="02070309020205020404" pitchFamily="49" charset="0"/>
            </a:endParaRPr>
          </a:p>
        </p:txBody>
      </p:sp>
      <p:sp>
        <p:nvSpPr>
          <p:cNvPr id="15" name="Rectangle 14"/>
          <p:cNvSpPr/>
          <p:nvPr/>
        </p:nvSpPr>
        <p:spPr>
          <a:xfrm>
            <a:off x="182869" y="2224442"/>
            <a:ext cx="2752677" cy="408125"/>
          </a:xfrm>
          <a:prstGeom prst="rect">
            <a:avLst/>
          </a:prstGeom>
        </p:spPr>
        <p:txBody>
          <a:bodyPr wrap="none">
            <a:spAutoFit/>
          </a:bodyPr>
          <a:lstStyle/>
          <a:p>
            <a:pPr>
              <a:lnSpc>
                <a:spcPct val="114000"/>
              </a:lnSpc>
            </a:pPr>
            <a:r>
              <a:rPr lang="en-US" dirty="0" smtClean="0">
                <a:ea typeface="Calibri"/>
                <a:cs typeface="Times New Roman"/>
              </a:rPr>
              <a:t>H3: Variable = </a:t>
            </a:r>
            <a:r>
              <a:rPr lang="en-US" dirty="0" smtClean="0">
                <a:latin typeface="Courier New" panose="02070309020205020404" pitchFamily="49" charset="0"/>
                <a:ea typeface="Calibri"/>
                <a:cs typeface="Courier New" panose="02070309020205020404" pitchFamily="49" charset="0"/>
              </a:rPr>
              <a:t>Distance</a:t>
            </a:r>
            <a:endParaRPr lang="en-US" sz="1600" dirty="0">
              <a:latin typeface="Courier New" panose="02070309020205020404" pitchFamily="49" charset="0"/>
              <a:ea typeface="Calibri"/>
              <a:cs typeface="Courier New" panose="02070309020205020404" pitchFamily="49" charset="0"/>
            </a:endParaRPr>
          </a:p>
        </p:txBody>
      </p:sp>
    </p:spTree>
    <p:extLst>
      <p:ext uri="{BB962C8B-B14F-4D97-AF65-F5344CB8AC3E}">
        <p14:creationId xmlns:p14="http://schemas.microsoft.com/office/powerpoint/2010/main" val="19008100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9144000" cy="523220"/>
          </a:xfrm>
          <a:prstGeom prst="rect">
            <a:avLst/>
          </a:prstGeom>
          <a:noFill/>
        </p:spPr>
        <p:txBody>
          <a:bodyPr wrap="square" rtlCol="0">
            <a:spAutoFit/>
          </a:bodyPr>
          <a:lstStyle/>
          <a:p>
            <a:pPr algn="ctr"/>
            <a:r>
              <a:rPr lang="en-US" sz="2800" b="1" dirty="0" smtClean="0"/>
              <a:t>Kendall’s Tau</a:t>
            </a:r>
            <a:endParaRPr lang="en-US" sz="2800" b="1" dirty="0"/>
          </a:p>
        </p:txBody>
      </p:sp>
    </p:spTree>
    <p:extLst>
      <p:ext uri="{BB962C8B-B14F-4D97-AF65-F5344CB8AC3E}">
        <p14:creationId xmlns:p14="http://schemas.microsoft.com/office/powerpoint/2010/main" val="3972091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65760"/>
            <a:ext cx="9144000" cy="523220"/>
          </a:xfrm>
          <a:prstGeom prst="rect">
            <a:avLst/>
          </a:prstGeom>
          <a:noFill/>
        </p:spPr>
        <p:txBody>
          <a:bodyPr wrap="square" rtlCol="0">
            <a:spAutoFit/>
          </a:bodyPr>
          <a:lstStyle/>
          <a:p>
            <a:pPr algn="ctr"/>
            <a:r>
              <a:rPr lang="en-US" sz="2800" b="1" dirty="0" smtClean="0"/>
              <a:t>Limitations and Future Study</a:t>
            </a:r>
            <a:endParaRPr lang="en-US" sz="2800" b="1" dirty="0"/>
          </a:p>
        </p:txBody>
      </p:sp>
      <p:sp>
        <p:nvSpPr>
          <p:cNvPr id="3" name="TextBox 2"/>
          <p:cNvSpPr txBox="1"/>
          <p:nvPr/>
        </p:nvSpPr>
        <p:spPr>
          <a:xfrm>
            <a:off x="0" y="1097280"/>
            <a:ext cx="9144000" cy="3754874"/>
          </a:xfrm>
          <a:prstGeom prst="rect">
            <a:avLst/>
          </a:prstGeom>
          <a:noFill/>
        </p:spPr>
        <p:txBody>
          <a:bodyPr wrap="square" lIns="457200" rtlCol="0">
            <a:spAutoFit/>
          </a:bodyPr>
          <a:lstStyle/>
          <a:p>
            <a:pPr marL="285750" indent="-285750">
              <a:spcAft>
                <a:spcPts val="600"/>
              </a:spcAft>
              <a:buFont typeface="Arial" panose="020B0604020202020204" pitchFamily="34" charset="0"/>
              <a:buChar char="•"/>
            </a:pPr>
            <a:r>
              <a:rPr lang="en-US" dirty="0"/>
              <a:t>Obtain more current data.</a:t>
            </a:r>
          </a:p>
          <a:p>
            <a:pPr marL="285750" indent="-285750">
              <a:spcAft>
                <a:spcPts val="600"/>
              </a:spcAft>
              <a:buFont typeface="Arial" panose="020B0604020202020204" pitchFamily="34" charset="0"/>
              <a:buChar char="•"/>
            </a:pPr>
            <a:r>
              <a:rPr lang="en-US" dirty="0"/>
              <a:t>Buffer the sample data on the front and back time period to minimize truncation.</a:t>
            </a:r>
          </a:p>
          <a:p>
            <a:pPr marL="285750" indent="-285750">
              <a:spcAft>
                <a:spcPts val="600"/>
              </a:spcAft>
              <a:buFont typeface="Arial" panose="020B0604020202020204" pitchFamily="34" charset="0"/>
              <a:buChar char="•"/>
            </a:pPr>
            <a:r>
              <a:rPr lang="en-US" dirty="0" smtClean="0"/>
              <a:t>Repeat </a:t>
            </a:r>
            <a:r>
              <a:rPr lang="en-US" dirty="0"/>
              <a:t>multiple regression and hierarchical </a:t>
            </a:r>
            <a:r>
              <a:rPr lang="en-US" dirty="0" smtClean="0"/>
              <a:t>regression analyses </a:t>
            </a:r>
            <a:r>
              <a:rPr lang="en-US" dirty="0"/>
              <a:t>using </a:t>
            </a:r>
            <a:r>
              <a:rPr lang="en-US" dirty="0" smtClean="0"/>
              <a:t>the </a:t>
            </a:r>
            <a:br>
              <a:rPr lang="en-US" dirty="0" smtClean="0"/>
            </a:br>
            <a:r>
              <a:rPr lang="en-US" dirty="0" smtClean="0"/>
              <a:t>natural </a:t>
            </a:r>
            <a:r>
              <a:rPr lang="en-US" dirty="0"/>
              <a:t>logarithm of </a:t>
            </a:r>
            <a:r>
              <a:rPr lang="en-US" dirty="0" smtClean="0"/>
              <a:t>the number of citations received </a:t>
            </a:r>
            <a:r>
              <a:rPr lang="en-US" dirty="0"/>
              <a:t>as dependent variable</a:t>
            </a:r>
            <a:r>
              <a:rPr lang="en-US" dirty="0" smtClean="0"/>
              <a:t>.</a:t>
            </a:r>
          </a:p>
          <a:p>
            <a:pPr marL="285750" indent="-285750">
              <a:spcAft>
                <a:spcPts val="600"/>
              </a:spcAft>
              <a:buFont typeface="Arial" panose="020B0604020202020204" pitchFamily="34" charset="0"/>
              <a:buChar char="•"/>
            </a:pPr>
            <a:r>
              <a:rPr lang="en-US" dirty="0" smtClean="0"/>
              <a:t>Repeat binary logistic regression using a mean split instead of median split.</a:t>
            </a:r>
          </a:p>
          <a:p>
            <a:pPr marL="285750" indent="-285750">
              <a:spcAft>
                <a:spcPts val="600"/>
              </a:spcAft>
              <a:buFont typeface="Arial" panose="020B0604020202020204" pitchFamily="34" charset="0"/>
              <a:buChar char="•"/>
            </a:pPr>
            <a:r>
              <a:rPr lang="en-US" dirty="0" smtClean="0"/>
              <a:t>Modify path model using the measure of generality as the primary endogenous independent variable</a:t>
            </a:r>
            <a:r>
              <a:rPr lang="en-US" dirty="0"/>
              <a:t> </a:t>
            </a:r>
            <a:r>
              <a:rPr lang="en-US" dirty="0" smtClean="0"/>
              <a:t>instead of the number of claims.</a:t>
            </a:r>
            <a:endParaRPr lang="en-US" dirty="0"/>
          </a:p>
          <a:p>
            <a:pPr marL="285750" indent="-285750">
              <a:spcAft>
                <a:spcPts val="600"/>
              </a:spcAft>
              <a:buFont typeface="Arial" panose="020B0604020202020204" pitchFamily="34" charset="0"/>
              <a:buChar char="•"/>
            </a:pPr>
            <a:r>
              <a:rPr lang="en-US" dirty="0"/>
              <a:t>Separate independent claims </a:t>
            </a:r>
            <a:r>
              <a:rPr lang="en-US" dirty="0" smtClean="0"/>
              <a:t>and dependent </a:t>
            </a:r>
            <a:r>
              <a:rPr lang="en-US" dirty="0"/>
              <a:t>claims </a:t>
            </a:r>
            <a:r>
              <a:rPr lang="en-US" dirty="0" smtClean="0"/>
              <a:t>as distinct variables.</a:t>
            </a:r>
          </a:p>
          <a:p>
            <a:pPr marL="285750" indent="-285750">
              <a:spcAft>
                <a:spcPts val="600"/>
              </a:spcAft>
              <a:buFont typeface="Arial" panose="020B0604020202020204" pitchFamily="34" charset="0"/>
              <a:buChar char="•"/>
            </a:pPr>
            <a:r>
              <a:rPr lang="en-US" dirty="0" smtClean="0"/>
              <a:t>Include patent classifications and sub-classifications as an indicator of generality.</a:t>
            </a:r>
          </a:p>
          <a:p>
            <a:pPr marL="285750" indent="-285750">
              <a:spcAft>
                <a:spcPts val="600"/>
              </a:spcAft>
              <a:buFont typeface="Arial" panose="020B0604020202020204" pitchFamily="34" charset="0"/>
              <a:buChar char="•"/>
            </a:pPr>
            <a:r>
              <a:rPr lang="en-US" dirty="0" smtClean="0"/>
              <a:t>Control for the patent categories.</a:t>
            </a:r>
          </a:p>
          <a:p>
            <a:pPr marL="285750" indent="-285750">
              <a:spcAft>
                <a:spcPts val="600"/>
              </a:spcAft>
              <a:buFont typeface="Arial" panose="020B0604020202020204" pitchFamily="34" charset="0"/>
              <a:buChar char="•"/>
            </a:pPr>
            <a:r>
              <a:rPr lang="en-US" dirty="0" smtClean="0"/>
              <a:t>Consider the effects of technology readiness level (TRL).</a:t>
            </a:r>
          </a:p>
        </p:txBody>
      </p:sp>
    </p:spTree>
    <p:extLst>
      <p:ext uri="{BB962C8B-B14F-4D97-AF65-F5344CB8AC3E}">
        <p14:creationId xmlns:p14="http://schemas.microsoft.com/office/powerpoint/2010/main" val="32287807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65760"/>
            <a:ext cx="9144000" cy="523220"/>
          </a:xfrm>
          <a:prstGeom prst="rect">
            <a:avLst/>
          </a:prstGeom>
          <a:noFill/>
        </p:spPr>
        <p:txBody>
          <a:bodyPr wrap="square" rtlCol="0">
            <a:spAutoFit/>
          </a:bodyPr>
          <a:lstStyle/>
          <a:p>
            <a:pPr algn="ctr"/>
            <a:r>
              <a:rPr lang="en-US" sz="2800" b="1" dirty="0" smtClean="0"/>
              <a:t>Policy Implications</a:t>
            </a:r>
            <a:endParaRPr lang="en-US" sz="2800" b="1" dirty="0"/>
          </a:p>
        </p:txBody>
      </p:sp>
      <p:sp>
        <p:nvSpPr>
          <p:cNvPr id="3" name="TextBox 2"/>
          <p:cNvSpPr txBox="1"/>
          <p:nvPr/>
        </p:nvSpPr>
        <p:spPr>
          <a:xfrm>
            <a:off x="0" y="1097280"/>
            <a:ext cx="9144000" cy="2893100"/>
          </a:xfrm>
          <a:prstGeom prst="rect">
            <a:avLst/>
          </a:prstGeom>
          <a:noFill/>
        </p:spPr>
        <p:txBody>
          <a:bodyPr wrap="square" lIns="457200" rtlCol="0">
            <a:spAutoFit/>
          </a:bodyPr>
          <a:lstStyle/>
          <a:p>
            <a:pPr marL="285750" indent="-285750">
              <a:spcAft>
                <a:spcPts val="600"/>
              </a:spcAft>
              <a:buFont typeface="Arial" panose="020B0604020202020204" pitchFamily="34" charset="0"/>
              <a:buChar char="•"/>
            </a:pPr>
            <a:r>
              <a:rPr lang="en-US" dirty="0"/>
              <a:t>P</a:t>
            </a:r>
            <a:r>
              <a:rPr lang="en-US" dirty="0" smtClean="0"/>
              <a:t>rovides </a:t>
            </a:r>
            <a:r>
              <a:rPr lang="en-US" dirty="0"/>
              <a:t>information to help both </a:t>
            </a:r>
            <a:r>
              <a:rPr lang="en-US" dirty="0" smtClean="0"/>
              <a:t>industry professionals and </a:t>
            </a:r>
            <a:r>
              <a:rPr lang="en-US" dirty="0"/>
              <a:t>policymakers better understand the drivers of the technology transfer </a:t>
            </a:r>
            <a:r>
              <a:rPr lang="en-US" dirty="0" smtClean="0"/>
              <a:t>outcomes.</a:t>
            </a:r>
          </a:p>
          <a:p>
            <a:pPr marL="285750" indent="-285750">
              <a:spcAft>
                <a:spcPts val="600"/>
              </a:spcAft>
              <a:buFont typeface="Arial" panose="020B0604020202020204" pitchFamily="34" charset="0"/>
              <a:buChar char="•"/>
            </a:pPr>
            <a:r>
              <a:rPr lang="en-US" dirty="0" smtClean="0"/>
              <a:t>Identifies </a:t>
            </a:r>
            <a:r>
              <a:rPr lang="en-US" dirty="0"/>
              <a:t>possible factors that should be considered when forming public policy regarding technology transfer.  </a:t>
            </a:r>
            <a:endParaRPr lang="en-US" dirty="0" smtClean="0"/>
          </a:p>
          <a:p>
            <a:pPr marL="285750" indent="-285750">
              <a:spcAft>
                <a:spcPts val="600"/>
              </a:spcAft>
              <a:buFont typeface="Arial" panose="020B0604020202020204" pitchFamily="34" charset="0"/>
              <a:buChar char="•"/>
            </a:pPr>
            <a:r>
              <a:rPr lang="en-US" dirty="0" smtClean="0"/>
              <a:t>Suggests that considering </a:t>
            </a:r>
            <a:r>
              <a:rPr lang="en-US" dirty="0"/>
              <a:t>non-transactional measures </a:t>
            </a:r>
            <a:r>
              <a:rPr lang="en-US"/>
              <a:t>of </a:t>
            </a:r>
            <a:r>
              <a:rPr lang="en-US" smtClean="0"/>
              <a:t>technology </a:t>
            </a:r>
            <a:r>
              <a:rPr lang="en-US" dirty="0"/>
              <a:t>transfer may be feasible.  </a:t>
            </a:r>
            <a:endParaRPr lang="en-US" dirty="0" smtClean="0"/>
          </a:p>
          <a:p>
            <a:pPr marL="285750" indent="-285750">
              <a:spcAft>
                <a:spcPts val="600"/>
              </a:spcAft>
              <a:buFont typeface="Arial" panose="020B0604020202020204" pitchFamily="34" charset="0"/>
              <a:buChar char="•"/>
            </a:pPr>
            <a:r>
              <a:rPr lang="en-US" dirty="0" smtClean="0"/>
              <a:t>Affect </a:t>
            </a:r>
            <a:r>
              <a:rPr lang="en-US" dirty="0"/>
              <a:t>the objectives of policymakers with regard to technology transfer.  </a:t>
            </a:r>
          </a:p>
          <a:p>
            <a:pPr marL="285750" indent="-285750">
              <a:spcAft>
                <a:spcPts val="600"/>
              </a:spcAft>
              <a:buFont typeface="Arial" panose="020B0604020202020204" pitchFamily="34" charset="0"/>
              <a:buChar char="•"/>
            </a:pPr>
            <a:r>
              <a:rPr lang="en-US" dirty="0" smtClean="0"/>
              <a:t>Influence </a:t>
            </a:r>
            <a:r>
              <a:rPr lang="en-US" dirty="0"/>
              <a:t>how policymakers think about technology transfer and how they formulate public policy to increase the transfer of federally-funded research to the private sector.</a:t>
            </a:r>
            <a:endParaRPr lang="en-US" dirty="0" smtClean="0"/>
          </a:p>
        </p:txBody>
      </p:sp>
    </p:spTree>
    <p:extLst>
      <p:ext uri="{BB962C8B-B14F-4D97-AF65-F5344CB8AC3E}">
        <p14:creationId xmlns:p14="http://schemas.microsoft.com/office/powerpoint/2010/main" val="33521926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65760"/>
            <a:ext cx="9144000" cy="523220"/>
          </a:xfrm>
          <a:prstGeom prst="rect">
            <a:avLst/>
          </a:prstGeom>
          <a:noFill/>
        </p:spPr>
        <p:txBody>
          <a:bodyPr wrap="square" rtlCol="0">
            <a:spAutoFit/>
          </a:bodyPr>
          <a:lstStyle/>
          <a:p>
            <a:pPr algn="ctr"/>
            <a:r>
              <a:rPr lang="en-US" sz="2800" b="1" dirty="0" smtClean="0"/>
              <a:t>Acknowledgements</a:t>
            </a:r>
            <a:endParaRPr lang="en-US" sz="2800" b="1" dirty="0"/>
          </a:p>
        </p:txBody>
      </p:sp>
      <p:sp>
        <p:nvSpPr>
          <p:cNvPr id="3" name="TextBox 2"/>
          <p:cNvSpPr txBox="1"/>
          <p:nvPr/>
        </p:nvSpPr>
        <p:spPr>
          <a:xfrm>
            <a:off x="0" y="1097280"/>
            <a:ext cx="9144000" cy="369332"/>
          </a:xfrm>
          <a:prstGeom prst="rect">
            <a:avLst/>
          </a:prstGeom>
          <a:noFill/>
        </p:spPr>
        <p:txBody>
          <a:bodyPr wrap="square" lIns="457200" rtlCol="0">
            <a:spAutoFit/>
          </a:bodyPr>
          <a:lstStyle/>
          <a:p>
            <a:pPr>
              <a:spcAft>
                <a:spcPts val="600"/>
              </a:spcAft>
            </a:pPr>
            <a:r>
              <a:rPr lang="en-US" dirty="0" smtClean="0"/>
              <a:t>Enter text.</a:t>
            </a:r>
          </a:p>
        </p:txBody>
      </p:sp>
    </p:spTree>
    <p:extLst>
      <p:ext uri="{BB962C8B-B14F-4D97-AF65-F5344CB8AC3E}">
        <p14:creationId xmlns:p14="http://schemas.microsoft.com/office/powerpoint/2010/main" val="41050299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and Suggestions</a:t>
            </a:r>
            <a:endParaRPr lang="en-US" dirty="0"/>
          </a:p>
        </p:txBody>
      </p:sp>
      <p:sp>
        <p:nvSpPr>
          <p:cNvPr id="3" name="Text Placeholder 2"/>
          <p:cNvSpPr>
            <a:spLocks noGrp="1"/>
          </p:cNvSpPr>
          <p:nvPr>
            <p:ph type="body" idx="1"/>
          </p:nvPr>
        </p:nvSpPr>
        <p:spPr/>
        <p:txBody>
          <a:bodyPr/>
          <a:lstStyle/>
          <a:p>
            <a:r>
              <a:rPr lang="en-US" dirty="0" smtClean="0"/>
              <a:t>Open Discussion</a:t>
            </a:r>
            <a:endParaRPr lang="en-US" dirty="0"/>
          </a:p>
        </p:txBody>
      </p:sp>
    </p:spTree>
    <p:extLst>
      <p:ext uri="{BB962C8B-B14F-4D97-AF65-F5344CB8AC3E}">
        <p14:creationId xmlns:p14="http://schemas.microsoft.com/office/powerpoint/2010/main" val="17898174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91440"/>
            <a:ext cx="9144000" cy="523220"/>
          </a:xfrm>
          <a:prstGeom prst="rect">
            <a:avLst/>
          </a:prstGeom>
          <a:noFill/>
        </p:spPr>
        <p:txBody>
          <a:bodyPr wrap="square" rtlCol="0">
            <a:spAutoFit/>
          </a:bodyPr>
          <a:lstStyle/>
          <a:p>
            <a:pPr algn="ctr"/>
            <a:r>
              <a:rPr lang="en-US" sz="2800" b="1" dirty="0" smtClean="0"/>
              <a:t>References</a:t>
            </a:r>
            <a:endParaRPr lang="en-US" sz="2800" b="1" dirty="0"/>
          </a:p>
        </p:txBody>
      </p:sp>
      <p:sp>
        <p:nvSpPr>
          <p:cNvPr id="4" name="TextBox 3"/>
          <p:cNvSpPr txBox="1"/>
          <p:nvPr/>
        </p:nvSpPr>
        <p:spPr>
          <a:xfrm>
            <a:off x="228600" y="731520"/>
            <a:ext cx="8686800" cy="4801314"/>
          </a:xfrm>
          <a:prstGeom prst="rect">
            <a:avLst/>
          </a:prstGeom>
          <a:noFill/>
        </p:spPr>
        <p:txBody>
          <a:bodyPr wrap="square" rtlCol="0">
            <a:spAutoFit/>
          </a:bodyPr>
          <a:lstStyle/>
          <a:p>
            <a:r>
              <a:rPr lang="en-US" dirty="0" err="1" smtClean="0"/>
              <a:t>Cairney</a:t>
            </a:r>
            <a:r>
              <a:rPr lang="en-US" dirty="0" smtClean="0"/>
              <a:t>, P. (2016).  </a:t>
            </a:r>
            <a:r>
              <a:rPr lang="en-US" i="1" dirty="0" smtClean="0"/>
              <a:t>What is Policy? </a:t>
            </a:r>
            <a:r>
              <a:rPr lang="en-US" dirty="0"/>
              <a:t>Retrieved April 11, 2019, </a:t>
            </a:r>
            <a:r>
              <a:rPr lang="en-US" dirty="0" smtClean="0"/>
              <a:t>from https</a:t>
            </a:r>
            <a:r>
              <a:rPr lang="en-US" dirty="0"/>
              <a:t>://paulcairney.wordpress.com/2016/03/04/what-is-policy-3</a:t>
            </a:r>
            <a:r>
              <a:rPr lang="en-US" dirty="0" smtClean="0"/>
              <a:t>/</a:t>
            </a:r>
          </a:p>
          <a:p>
            <a:pPr lvl="0"/>
            <a:endParaRPr lang="en-US" dirty="0" smtClean="0">
              <a:solidFill>
                <a:prstClr val="black"/>
              </a:solidFill>
            </a:endParaRPr>
          </a:p>
          <a:p>
            <a:pPr lvl="0"/>
            <a:r>
              <a:rPr lang="en-US" dirty="0" smtClean="0">
                <a:solidFill>
                  <a:prstClr val="black"/>
                </a:solidFill>
              </a:rPr>
              <a:t>“</a:t>
            </a:r>
            <a:r>
              <a:rPr lang="en-US" dirty="0">
                <a:solidFill>
                  <a:prstClr val="black"/>
                </a:solidFill>
              </a:rPr>
              <a:t>CMS Medicare Budget Overview.” 2018. Centers for Medicare and Medicaid Services. U.S. Department of Health &amp; Human Services. Retrieved from https://www.hhs.gov/about/budget/fy2018/budget-in-brief/cms/medicare/index.html.</a:t>
            </a:r>
          </a:p>
          <a:p>
            <a:endParaRPr lang="en-US" dirty="0"/>
          </a:p>
          <a:p>
            <a:pPr lvl="0"/>
            <a:r>
              <a:rPr lang="en-US" dirty="0" smtClean="0">
                <a:solidFill>
                  <a:prstClr val="black"/>
                </a:solidFill>
              </a:rPr>
              <a:t>Dye</a:t>
            </a:r>
            <a:r>
              <a:rPr lang="en-US" dirty="0">
                <a:solidFill>
                  <a:prstClr val="black"/>
                </a:solidFill>
              </a:rPr>
              <a:t>, T. R. (1976). </a:t>
            </a:r>
            <a:r>
              <a:rPr lang="en-US" i="1" dirty="0" smtClean="0">
                <a:solidFill>
                  <a:prstClr val="black"/>
                </a:solidFill>
              </a:rPr>
              <a:t>Understanding Public Policy. </a:t>
            </a:r>
            <a:r>
              <a:rPr lang="en-US" dirty="0" smtClean="0">
                <a:solidFill>
                  <a:prstClr val="black"/>
                </a:solidFill>
              </a:rPr>
              <a:t>Upper Saddle River, NJ: Prentice-Hall.</a:t>
            </a:r>
          </a:p>
          <a:p>
            <a:pPr lvl="0"/>
            <a:endParaRPr lang="en-US" dirty="0">
              <a:solidFill>
                <a:prstClr val="black"/>
              </a:solidFill>
            </a:endParaRPr>
          </a:p>
          <a:p>
            <a:pPr lvl="0"/>
            <a:r>
              <a:rPr lang="en-US" dirty="0">
                <a:solidFill>
                  <a:prstClr val="black"/>
                </a:solidFill>
              </a:rPr>
              <a:t>Office of Management and Budget [OMB]. (2018). </a:t>
            </a:r>
            <a:r>
              <a:rPr lang="en-US" i="1" dirty="0">
                <a:solidFill>
                  <a:prstClr val="black"/>
                </a:solidFill>
              </a:rPr>
              <a:t>The President's Management Agenda. </a:t>
            </a:r>
            <a:r>
              <a:rPr lang="en-US" dirty="0">
                <a:solidFill>
                  <a:prstClr val="black"/>
                </a:solidFill>
              </a:rPr>
              <a:t>Retrieved from https://</a:t>
            </a:r>
            <a:r>
              <a:rPr lang="en-US" dirty="0" smtClean="0">
                <a:solidFill>
                  <a:prstClr val="black"/>
                </a:solidFill>
              </a:rPr>
              <a:t>www.whitehouse.gov/wp-content/uploads/2018/03/Presidents-Management-Agenda.pdf</a:t>
            </a:r>
          </a:p>
          <a:p>
            <a:pPr lvl="0"/>
            <a:endParaRPr lang="en-US" dirty="0" smtClean="0">
              <a:solidFill>
                <a:prstClr val="black"/>
              </a:solidFill>
            </a:endParaRPr>
          </a:p>
          <a:p>
            <a:pPr lvl="0"/>
            <a:r>
              <a:rPr lang="en-US" dirty="0" smtClean="0">
                <a:solidFill>
                  <a:prstClr val="black"/>
                </a:solidFill>
              </a:rPr>
              <a:t>“</a:t>
            </a:r>
            <a:r>
              <a:rPr lang="en-US" dirty="0">
                <a:solidFill>
                  <a:prstClr val="black"/>
                </a:solidFill>
              </a:rPr>
              <a:t>US Spending”. </a:t>
            </a:r>
            <a:r>
              <a:rPr lang="en-US" dirty="0" err="1">
                <a:solidFill>
                  <a:prstClr val="black"/>
                </a:solidFill>
              </a:rPr>
              <a:t>nd</a:t>
            </a:r>
            <a:r>
              <a:rPr lang="en-US" dirty="0">
                <a:solidFill>
                  <a:prstClr val="black"/>
                </a:solidFill>
              </a:rPr>
              <a:t>. USGovernmentSpending.com. Retrieved from https://</a:t>
            </a:r>
            <a:r>
              <a:rPr lang="en-US" dirty="0" smtClean="0">
                <a:solidFill>
                  <a:prstClr val="black"/>
                </a:solidFill>
              </a:rPr>
              <a:t>www.usgovernmentspending.com/year_spending_2018USbn_20bs2n_4041_605#usgs302</a:t>
            </a:r>
            <a:endParaRPr lang="en-US" dirty="0">
              <a:solidFill>
                <a:prstClr val="black"/>
              </a:solidFill>
            </a:endParaRPr>
          </a:p>
          <a:p>
            <a:endParaRPr lang="en-US" i="1" dirty="0" smtClean="0"/>
          </a:p>
        </p:txBody>
      </p:sp>
    </p:spTree>
    <p:extLst>
      <p:ext uri="{BB962C8B-B14F-4D97-AF65-F5344CB8AC3E}">
        <p14:creationId xmlns:p14="http://schemas.microsoft.com/office/powerpoint/2010/main" val="1159741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983</TotalTime>
  <Words>2054</Words>
  <Application>Microsoft Office PowerPoint</Application>
  <PresentationFormat>On-screen Show (16:10)</PresentationFormat>
  <Paragraphs>389</Paragraphs>
  <Slides>29</Slides>
  <Notes>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1" baseType="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 and Suggestions</vt:lpstr>
      <vt:lpstr>PowerPoint Presentation</vt:lpstr>
    </vt:vector>
  </TitlesOfParts>
  <Company>Saint Louis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Malcolm S. Townes</dc:creator>
  <cp:lastModifiedBy>Malcolm S. Townes</cp:lastModifiedBy>
  <cp:revision>186</cp:revision>
  <cp:lastPrinted>2018-11-28T15:13:03Z</cp:lastPrinted>
  <dcterms:created xsi:type="dcterms:W3CDTF">2018-11-26T20:29:52Z</dcterms:created>
  <dcterms:modified xsi:type="dcterms:W3CDTF">2019-04-11T21:26:01Z</dcterms:modified>
</cp:coreProperties>
</file>