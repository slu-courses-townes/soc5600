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handoutMasterIdLst>
    <p:handoutMasterId r:id="rId38"/>
  </p:handoutMasterIdLst>
  <p:sldIdLst>
    <p:sldId id="256" r:id="rId2"/>
    <p:sldId id="294" r:id="rId3"/>
    <p:sldId id="298" r:id="rId4"/>
    <p:sldId id="274" r:id="rId5"/>
    <p:sldId id="280" r:id="rId6"/>
    <p:sldId id="260" r:id="rId7"/>
    <p:sldId id="311" r:id="rId8"/>
    <p:sldId id="299" r:id="rId9"/>
    <p:sldId id="285" r:id="rId10"/>
    <p:sldId id="300" r:id="rId11"/>
    <p:sldId id="301" r:id="rId12"/>
    <p:sldId id="273" r:id="rId13"/>
    <p:sldId id="290" r:id="rId14"/>
    <p:sldId id="293" r:id="rId15"/>
    <p:sldId id="297" r:id="rId16"/>
    <p:sldId id="291" r:id="rId17"/>
    <p:sldId id="292" r:id="rId18"/>
    <p:sldId id="302" r:id="rId19"/>
    <p:sldId id="309" r:id="rId20"/>
    <p:sldId id="310" r:id="rId21"/>
    <p:sldId id="303" r:id="rId22"/>
    <p:sldId id="304" r:id="rId23"/>
    <p:sldId id="305" r:id="rId24"/>
    <p:sldId id="307" r:id="rId25"/>
    <p:sldId id="272" r:id="rId26"/>
    <p:sldId id="264" r:id="rId27"/>
    <p:sldId id="275" r:id="rId28"/>
    <p:sldId id="306" r:id="rId29"/>
    <p:sldId id="308" r:id="rId30"/>
    <p:sldId id="281" r:id="rId31"/>
    <p:sldId id="288" r:id="rId32"/>
    <p:sldId id="296" r:id="rId33"/>
    <p:sldId id="282" r:id="rId34"/>
    <p:sldId id="295" r:id="rId35"/>
    <p:sldId id="312" r:id="rId36"/>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2" autoAdjust="0"/>
    <p:restoredTop sz="88632" autoAdjust="0"/>
  </p:normalViewPr>
  <p:slideViewPr>
    <p:cSldViewPr snapToGrid="0">
      <p:cViewPr>
        <p:scale>
          <a:sx n="100" d="100"/>
          <a:sy n="100" d="100"/>
        </p:scale>
        <p:origin x="-1944" y="-630"/>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9EF1AF8A-F47F-45CD-AF66-B006ADA4B6C5}" type="presOf" srcId="{73451015-89A9-4506-B6A1-A52EDA752F1D}" destId="{9A83C161-7CE7-4FBE-A65B-AA864FAF26B5}" srcOrd="0" destOrd="0" presId="urn:microsoft.com/office/officeart/2005/8/layout/vList3"/>
    <dgm:cxn modelId="{B2D42D45-5E15-49C7-AE4A-85505E72454B}" srcId="{E8371B40-932D-4D58-B0FA-03B0822BBA63}" destId="{B0F4FFAA-AA80-445E-9016-4F8EF966E383}" srcOrd="0" destOrd="0" parTransId="{161FD2C6-F8FE-472D-9C6C-A8F193FE86F0}" sibTransId="{FAE80C6E-058E-4391-B0E3-CA25846C12CF}"/>
    <dgm:cxn modelId="{D718B188-BD93-4199-BC4E-FB01E2F269C8}" srcId="{E8371B40-932D-4D58-B0FA-03B0822BBA63}" destId="{75099817-D799-4D08-8D69-0234AF84D1FF}" srcOrd="1" destOrd="0" parTransId="{C02AD437-CFD9-4E1A-B813-673FA16D4FF3}" sibTransId="{170E5D74-100F-43DA-95A7-8BA8367E1240}"/>
    <dgm:cxn modelId="{62ABA70E-5B6E-4069-B47A-DC65F48F48CB}" srcId="{E8371B40-932D-4D58-B0FA-03B0822BBA63}" destId="{73451015-89A9-4506-B6A1-A52EDA752F1D}" srcOrd="2" destOrd="0" parTransId="{F1BE5A06-786B-4A3F-8FD7-B37CEC279176}" sibTransId="{5627F2F0-4B45-4A01-AE4E-B1CB295E781E}"/>
    <dgm:cxn modelId="{55505B2C-A05F-4FD6-9BD6-E6EDC81C0CC7}" type="presOf" srcId="{B0F4FFAA-AA80-445E-9016-4F8EF966E383}" destId="{90DF574F-C00C-419E-B294-5B62392995ED}"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845A299F-67BC-4E60-B130-BF1B0872FEC9}" srcId="{E8371B40-932D-4D58-B0FA-03B0822BBA63}" destId="{EC7309A0-CF9B-44BE-B725-DF03D6D7BBC7}" srcOrd="3" destOrd="0" parTransId="{EC92C729-8B65-4284-846A-6BE2199EB0BA}" sibTransId="{F6BD6611-2AFA-4626-9432-28F22D51E3A2}"/>
    <dgm:cxn modelId="{0EABE6AF-14E9-449F-BD30-1DCC078B80CF}" type="presOf" srcId="{A62087BD-95E8-425C-AA08-2E3F5CB6E8F1}" destId="{6AA00FE8-242B-4888-A53F-D09E1E67898D}" srcOrd="0" destOrd="0" presId="urn:microsoft.com/office/officeart/2005/8/layout/vList3"/>
    <dgm:cxn modelId="{25834EAF-E348-4D3A-A65E-46864A676B0E}" type="presOf" srcId="{7872EC56-464A-4AF7-A325-D8C04EC15CBC}" destId="{E74D4CFD-B51F-4EF3-BA49-144E2D33D50E}"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A9053817-889B-467E-BDFD-D479F2C8510D}" srcId="{E8371B40-932D-4D58-B0FA-03B0822BBA63}" destId="{7872EC56-464A-4AF7-A325-D8C04EC15CBC}" srcOrd="4" destOrd="0" parTransId="{5223AF15-77CC-4833-A5B1-731787DEF8BC}" sibTransId="{39CAC057-C6C0-41D1-853D-7DBCF402493A}"/>
    <dgm:cxn modelId="{BC6251F1-B4B1-4418-8CC3-1C322C59228C}" srcId="{E8371B40-932D-4D58-B0FA-03B0822BBA63}" destId="{9B4EC237-8822-4BBB-8CEA-053275063984}" srcOrd="6" destOrd="0" parTransId="{0E4DD1AD-A666-4612-8D23-B5D80390E8FE}" sibTransId="{39D612C0-AB2B-428F-B37B-99B621CBC2B2}"/>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Technology</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phldr="1"/>
      <dgm:spPr/>
      <dgm:t>
        <a:bodyPr/>
        <a:lstStyle/>
        <a:p>
          <a:endParaRPr lang="en-US"/>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The conveyance from one person or entity to another person or entity of a capability to perform a useful task or replicate a beneficial accomplishment.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dgm:spPr/>
      <dgm:t>
        <a:bodyPr/>
        <a:lstStyle/>
        <a:p>
          <a:endParaRPr lang="en-US"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EE855B06-5CCC-4C53-AF4C-575A8770D0D5}" type="presOf" srcId="{2645AA64-F59A-4567-9741-8E504AE7F8ED}" destId="{BBE81636-BCDD-48A0-B978-839FA7B950F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4D5FBDEE-5039-4DEC-9B2D-8DC78F5DBCD6}" type="presOf" srcId="{56D25664-E470-4423-B8A9-9B6E4F3E9501}" destId="{1F2FC209-C6F9-4BD8-BE18-C50B50281548}" srcOrd="1" destOrd="0"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2A97522C-8E05-402F-80C9-8EA1026F7377}" type="presOf" srcId="{E7E09A88-A855-416A-B17D-5608BAB5F968}" destId="{7C1FE252-E5CE-40AF-AE08-799A5F741FEE}" srcOrd="0" destOrd="0"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E773E674-A783-4995-8E89-A8CE90DE21E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511B2E3-3D89-4684-885C-D90F4247E6D7}" srcId="{275823A6-DA31-4015-971F-013EA967541C}" destId="{E86116AF-FF1A-4CAC-B9D5-550DB396EE8F}" srcOrd="1" destOrd="0" parTransId="{CCDF520B-145F-4867-B3CD-BCC75C361749}" sibTransId="{537CA541-56E8-4D37-B7FD-9142DEB1394C}"/>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FB05A8F-32F0-47C2-B277-80D43295C560}" type="presOf" srcId="{D264B8C8-0C74-4047-BC3D-D328ABB04B07}" destId="{4428B23C-049C-4D7B-92D7-DD65A1003E4E}"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DCB0E8B-E40A-46BF-A80C-48D12181F989}" type="presOf" srcId="{E12051B9-F660-41FB-9BFB-187ECABCD821}" destId="{4413368B-ACCA-469B-9D0E-1FEFC4075FB0}" srcOrd="0" destOrd="0" presId="urn:microsoft.com/office/officeart/2005/8/layout/hProcess7"/>
    <dgm:cxn modelId="{A9B89EF9-F82A-4EBA-A47E-749577125864}" type="presOf" srcId="{56D25664-E470-4423-B8A9-9B6E4F3E9501}" destId="{5EE1D2E5-E13B-4FA3-A68E-FA18C8AD1A1A}" srcOrd="0" destOrd="0" presId="urn:microsoft.com/office/officeart/2005/8/layout/hProcess7"/>
    <dgm:cxn modelId="{69C9D0F3-829B-4461-B559-125E7B0F6BD8}" type="presOf" srcId="{F754AD28-8B54-47D9-83F1-8D45F35B4A81}" destId="{0F07502A-98A4-4880-9779-27EA2BEB6F02}" srcOrd="0" destOrd="0" presId="urn:microsoft.com/office/officeart/2005/8/layout/hProcess7"/>
    <dgm:cxn modelId="{7A8D3746-761E-436E-9D68-02DFB7320333}"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A2618021-D9DF-4BBF-ADD8-C03C668E0045}"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F8BE258-6651-4AF5-974E-C603005E76DC}" type="presOf" srcId="{56D25664-E470-4423-B8A9-9B6E4F3E9501}" destId="{1F2FC209-C6F9-4BD8-BE18-C50B50281548}" srcOrd="1" destOrd="0" presId="urn:microsoft.com/office/officeart/2005/8/layout/hProcess7"/>
    <dgm:cxn modelId="{1DD4A1DA-135B-49BF-9350-62AC15AE81C1}" type="presOf" srcId="{2645AA64-F59A-4567-9741-8E504AE7F8ED}" destId="{BBE81636-BCDD-48A0-B978-839FA7B950F8}" srcOrd="0" destOrd="0" presId="urn:microsoft.com/office/officeart/2005/8/layout/hProcess7"/>
    <dgm:cxn modelId="{3117F6BB-9235-48C7-AC2C-0786C30C6D96}" type="presOf" srcId="{275823A6-DA31-4015-971F-013EA967541C}" destId="{752682F3-57CE-4B43-B292-A62B3D508EDD}" srcOrd="1" destOrd="0" presId="urn:microsoft.com/office/officeart/2005/8/layout/hProcess7"/>
    <dgm:cxn modelId="{DD72C822-C095-4605-AFE0-15A11E69EEF4}" type="presOf" srcId="{2645AA64-F59A-4567-9741-8E504AE7F8ED}" destId="{5002EEF7-AB5F-41AC-BBA4-49DC2C142864}" srcOrd="1" destOrd="0" presId="urn:microsoft.com/office/officeart/2005/8/layout/hProcess7"/>
    <dgm:cxn modelId="{982372C1-8C9C-4675-8127-16CC2E9ECBF0}" type="presParOf" srcId="{4413368B-ACCA-469B-9D0E-1FEFC4075FB0}" destId="{8E1BCC0E-B989-4435-8915-645304C71A64}" srcOrd="0" destOrd="0" presId="urn:microsoft.com/office/officeart/2005/8/layout/hProcess7"/>
    <dgm:cxn modelId="{BB151F75-FBB6-4D87-B387-80FD67284D6D}" type="presParOf" srcId="{8E1BCC0E-B989-4435-8915-645304C71A64}" destId="{5EE1D2E5-E13B-4FA3-A68E-FA18C8AD1A1A}" srcOrd="0" destOrd="0" presId="urn:microsoft.com/office/officeart/2005/8/layout/hProcess7"/>
    <dgm:cxn modelId="{BDBB870A-0470-41B2-ADC4-839699906F99}" type="presParOf" srcId="{8E1BCC0E-B989-4435-8915-645304C71A64}" destId="{1F2FC209-C6F9-4BD8-BE18-C50B50281548}" srcOrd="1" destOrd="0" presId="urn:microsoft.com/office/officeart/2005/8/layout/hProcess7"/>
    <dgm:cxn modelId="{6C0DF607-246D-41E6-9A01-6FF57A431DCB}" type="presParOf" srcId="{8E1BCC0E-B989-4435-8915-645304C71A64}" destId="{0F07502A-98A4-4880-9779-27EA2BEB6F02}" srcOrd="2" destOrd="0" presId="urn:microsoft.com/office/officeart/2005/8/layout/hProcess7"/>
    <dgm:cxn modelId="{FADF5633-1325-4528-A19A-B0C00C3D2735}" type="presParOf" srcId="{4413368B-ACCA-469B-9D0E-1FEFC4075FB0}" destId="{13ACBB4E-2F0C-4773-92A7-F091255EA962}" srcOrd="1" destOrd="0" presId="urn:microsoft.com/office/officeart/2005/8/layout/hProcess7"/>
    <dgm:cxn modelId="{A7331F66-5890-4894-BE56-6440995884B0}" type="presParOf" srcId="{4413368B-ACCA-469B-9D0E-1FEFC4075FB0}" destId="{BAD87237-2D53-4DFC-BA2E-02EC39493885}" srcOrd="2" destOrd="0" presId="urn:microsoft.com/office/officeart/2005/8/layout/hProcess7"/>
    <dgm:cxn modelId="{BE009C92-D8B1-474D-A13F-587F115DA890}" type="presParOf" srcId="{BAD87237-2D53-4DFC-BA2E-02EC39493885}" destId="{221F174E-2568-4C2B-B98A-B21C733FC119}" srcOrd="0" destOrd="0" presId="urn:microsoft.com/office/officeart/2005/8/layout/hProcess7"/>
    <dgm:cxn modelId="{4E722D4A-C5BF-45FC-9554-FF196591DAE5}" type="presParOf" srcId="{BAD87237-2D53-4DFC-BA2E-02EC39493885}" destId="{45668240-D897-4FC1-8421-6DD785B65040}" srcOrd="1" destOrd="0" presId="urn:microsoft.com/office/officeart/2005/8/layout/hProcess7"/>
    <dgm:cxn modelId="{9E45E02C-C297-430E-9FDE-90FE58F9B3A6}" type="presParOf" srcId="{BAD87237-2D53-4DFC-BA2E-02EC39493885}" destId="{50ECFA14-9F36-4C35-911C-A780FF037D2C}" srcOrd="2" destOrd="0" presId="urn:microsoft.com/office/officeart/2005/8/layout/hProcess7"/>
    <dgm:cxn modelId="{92687990-CCDE-4F4F-91E4-6FC2BFE16181}" type="presParOf" srcId="{4413368B-ACCA-469B-9D0E-1FEFC4075FB0}" destId="{B0CEB5DD-B27E-454F-A39C-A559A187214D}" srcOrd="3" destOrd="0" presId="urn:microsoft.com/office/officeart/2005/8/layout/hProcess7"/>
    <dgm:cxn modelId="{4AF07E81-536E-446D-8A9C-588BDEB25A54}" type="presParOf" srcId="{4413368B-ACCA-469B-9D0E-1FEFC4075FB0}" destId="{4C92115F-DFB0-4372-AF66-CF11B70A8EFD}" srcOrd="4" destOrd="0" presId="urn:microsoft.com/office/officeart/2005/8/layout/hProcess7"/>
    <dgm:cxn modelId="{8786D10C-DC19-43F2-BFD4-28EFD07FB9DF}" type="presParOf" srcId="{4C92115F-DFB0-4372-AF66-CF11B70A8EFD}" destId="{CB5EA34A-627A-4C1F-96E3-4088D2A98FDD}" srcOrd="0" destOrd="0" presId="urn:microsoft.com/office/officeart/2005/8/layout/hProcess7"/>
    <dgm:cxn modelId="{9EA3AC4B-EC12-4593-920B-AE47A6807270}" type="presParOf" srcId="{4C92115F-DFB0-4372-AF66-CF11B70A8EFD}" destId="{752682F3-57CE-4B43-B292-A62B3D508EDD}" srcOrd="1" destOrd="0" presId="urn:microsoft.com/office/officeart/2005/8/layout/hProcess7"/>
    <dgm:cxn modelId="{8D27A9DB-0D78-4DB5-B8FD-0EB184D926C1}" type="presParOf" srcId="{4C92115F-DFB0-4372-AF66-CF11B70A8EFD}" destId="{7C1FE252-E5CE-40AF-AE08-799A5F741FEE}" srcOrd="2" destOrd="0" presId="urn:microsoft.com/office/officeart/2005/8/layout/hProcess7"/>
    <dgm:cxn modelId="{2C204B41-A25F-42BB-88A6-F550AB1BEA96}" type="presParOf" srcId="{4413368B-ACCA-469B-9D0E-1FEFC4075FB0}" destId="{E94DD569-30C2-4DB5-BFE9-2EA1C054A099}" srcOrd="5" destOrd="0" presId="urn:microsoft.com/office/officeart/2005/8/layout/hProcess7"/>
    <dgm:cxn modelId="{4610FEDD-6AAF-4115-9D7A-91C3A0E812A4}" type="presParOf" srcId="{4413368B-ACCA-469B-9D0E-1FEFC4075FB0}" destId="{D0762C22-9124-4CFC-9FEF-33DB241A1B75}" srcOrd="6" destOrd="0" presId="urn:microsoft.com/office/officeart/2005/8/layout/hProcess7"/>
    <dgm:cxn modelId="{CA0AC121-AC36-44ED-8E6B-0FD93C0427B2}" type="presParOf" srcId="{D0762C22-9124-4CFC-9FEF-33DB241A1B75}" destId="{C8DF72E1-70D1-4214-8DAD-40E18FF824F5}" srcOrd="0" destOrd="0" presId="urn:microsoft.com/office/officeart/2005/8/layout/hProcess7"/>
    <dgm:cxn modelId="{F823FE92-B244-4C09-AB5F-E756286C81C8}" type="presParOf" srcId="{D0762C22-9124-4CFC-9FEF-33DB241A1B75}" destId="{BAC8B8B3-49A2-4BE7-B498-654C601FE809}" srcOrd="1" destOrd="0" presId="urn:microsoft.com/office/officeart/2005/8/layout/hProcess7"/>
    <dgm:cxn modelId="{BF514EF4-B838-4058-B688-A72008B19755}" type="presParOf" srcId="{D0762C22-9124-4CFC-9FEF-33DB241A1B75}" destId="{4A5065A5-7398-4E75-9460-0F7770025FB9}" srcOrd="2" destOrd="0" presId="urn:microsoft.com/office/officeart/2005/8/layout/hProcess7"/>
    <dgm:cxn modelId="{12305878-B7C7-4800-8FBE-8A03692EBDD4}" type="presParOf" srcId="{4413368B-ACCA-469B-9D0E-1FEFC4075FB0}" destId="{2AE61FAA-6DD0-4F7B-8C42-F1DA0A887180}" srcOrd="7" destOrd="0" presId="urn:microsoft.com/office/officeart/2005/8/layout/hProcess7"/>
    <dgm:cxn modelId="{83481AD0-02C7-4D9F-9AD4-187706297601}" type="presParOf" srcId="{4413368B-ACCA-469B-9D0E-1FEFC4075FB0}" destId="{72B73D94-A19D-488F-A34B-978C721C47B4}" srcOrd="8" destOrd="0" presId="urn:microsoft.com/office/officeart/2005/8/layout/hProcess7"/>
    <dgm:cxn modelId="{2A46774C-C407-456B-9403-A5594D5E28BE}" type="presParOf" srcId="{72B73D94-A19D-488F-A34B-978C721C47B4}" destId="{BBE81636-BCDD-48A0-B978-839FA7B950F8}" srcOrd="0" destOrd="0" presId="urn:microsoft.com/office/officeart/2005/8/layout/hProcess7"/>
    <dgm:cxn modelId="{175F35A6-039F-4C78-9AD5-4FF57B3A4BB6}" type="presParOf" srcId="{72B73D94-A19D-488F-A34B-978C721C47B4}" destId="{5002EEF7-AB5F-41AC-BBA4-49DC2C142864}" srcOrd="1" destOrd="0" presId="urn:microsoft.com/office/officeart/2005/8/layout/hProcess7"/>
    <dgm:cxn modelId="{BCE54644-BBB4-4644-8AD2-152B0489A1B5}"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0E53BA19-074F-4E8A-B108-53D222C78913}" type="presOf" srcId="{D264B8C8-0C74-4047-BC3D-D328ABB04B07}" destId="{4428B23C-049C-4D7B-92D7-DD65A1003E4E}" srcOrd="0" destOrd="0" presId="urn:microsoft.com/office/officeart/2005/8/layout/hProcess7"/>
    <dgm:cxn modelId="{21301622-77BE-4754-8338-241574961FCF}" type="presOf" srcId="{2645AA64-F59A-4567-9741-8E504AE7F8ED}" destId="{BBE81636-BCDD-48A0-B978-839FA7B950F8}" srcOrd="0" destOrd="0" presId="urn:microsoft.com/office/officeart/2005/8/layout/hProcess7"/>
    <dgm:cxn modelId="{F7153C57-A186-40D1-881C-A7EE007B6A84}" type="presOf" srcId="{275823A6-DA31-4015-971F-013EA967541C}" destId="{CB5EA34A-627A-4C1F-96E3-4088D2A98FDD}" srcOrd="0" destOrd="0" presId="urn:microsoft.com/office/officeart/2005/8/layout/hProcess7"/>
    <dgm:cxn modelId="{4E3401AA-1E24-4535-A79F-BA5D946C0D40}" type="presOf" srcId="{E7E09A88-A855-416A-B17D-5608BAB5F968}" destId="{7C1FE252-E5CE-40AF-AE08-799A5F741FEE}" srcOrd="0" destOrd="0" presId="urn:microsoft.com/office/officeart/2005/8/layout/hProcess7"/>
    <dgm:cxn modelId="{4277D3C4-3EBC-4B13-9391-E571FAB7D778}" type="presOf" srcId="{E12051B9-F660-41FB-9BFB-187ECABCD821}" destId="{4413368B-ACCA-469B-9D0E-1FEFC4075FB0}" srcOrd="0" destOrd="0" presId="urn:microsoft.com/office/officeart/2005/8/layout/hProcess7"/>
    <dgm:cxn modelId="{AC461C10-B64E-47D2-876A-1F8E2E4FB198}" type="presOf" srcId="{F754AD28-8B54-47D9-83F1-8D45F35B4A81}" destId="{0F07502A-98A4-4880-9779-27EA2BEB6F02}"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F1659B10-4FBE-4A63-A462-5D6031D737B1}" type="presOf" srcId="{56D25664-E470-4423-B8A9-9B6E4F3E9501}" destId="{5EE1D2E5-E13B-4FA3-A68E-FA18C8AD1A1A}" srcOrd="0" destOrd="0"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BA86AA22-E0A6-4B2D-8870-B6EE9B7D21A2}" type="presOf" srcId="{56D25664-E470-4423-B8A9-9B6E4F3E9501}" destId="{1F2FC209-C6F9-4BD8-BE18-C50B50281548}"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4637551F-0D3F-4D2D-9008-B218D2EB9464}" type="presOf" srcId="{275823A6-DA31-4015-971F-013EA967541C}" destId="{752682F3-57CE-4B43-B292-A62B3D508EDD}" srcOrd="1" destOrd="0" presId="urn:microsoft.com/office/officeart/2005/8/layout/hProcess7"/>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3893ABA4-7B69-4D33-BC00-E43B7028591B}" type="presOf" srcId="{275823A6-DA31-4015-971F-013EA967541C}" destId="{752682F3-57CE-4B43-B292-A62B3D508EDD}" srcOrd="1"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CD334E6-E5C6-4C59-9387-0466A6740A69}" type="presOf" srcId="{56D25664-E470-4423-B8A9-9B6E4F3E9501}" destId="{1F2FC209-C6F9-4BD8-BE18-C50B50281548}"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56A77E-384F-4C09-AC6E-469F6C9D238D}"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CD48B93-ABB8-433A-A639-193F0A28CBE5}" srcId="{E12051B9-F660-41FB-9BFB-187ECABCD821}" destId="{2645AA64-F59A-4567-9741-8E504AE7F8ED}" srcOrd="2" destOrd="0" parTransId="{AC7E47B7-C191-494F-A858-138D80EBAA8B}" sibTransId="{8534D89E-94B4-4294-B728-B7172A8E774D}"/>
    <dgm:cxn modelId="{FA79C83B-0A67-4DC7-ADBE-DB83B0AF2D79}" type="presOf" srcId="{F754AD28-8B54-47D9-83F1-8D45F35B4A81}" destId="{0F07502A-98A4-4880-9779-27EA2BEB6F02}" srcOrd="0"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B0E41DD-BBBD-4BC6-B3BC-6EE03599BEEF}" type="presOf" srcId="{2645AA64-F59A-4567-9741-8E504AE7F8ED}" destId="{BBE81636-BCDD-48A0-B978-839FA7B950F8}"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72CA96-9220-4AFD-88F9-936C50BD554D}" type="presOf" srcId="{56D25664-E470-4423-B8A9-9B6E4F3E9501}" destId="{5EE1D2E5-E13B-4FA3-A68E-FA18C8AD1A1A}" srcOrd="0" destOrd="0"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C5F869C1-8FEF-4035-9EC3-FDF0092FF2C9}" srcId="{56D25664-E470-4423-B8A9-9B6E4F3E9501}" destId="{F754AD28-8B54-47D9-83F1-8D45F35B4A81}" srcOrd="0" destOrd="0" parTransId="{26AD8160-5FF5-41BE-AFAF-E29D66F0469B}" sibTransId="{BE9BECBC-F94F-4E2F-BDB2-93E8BAEBEFE7}"/>
    <dgm:cxn modelId="{7D4AA11D-AECE-4F13-83A5-2F30DAC3FCE9}" type="presOf" srcId="{E12051B9-F660-41FB-9BFB-187ECABCD821}" destId="{4413368B-ACCA-469B-9D0E-1FEFC4075FB0}"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161BFFC1-AE7C-498C-83A0-CA1826D78F8F}" type="presOf" srcId="{F754AD28-8B54-47D9-83F1-8D45F35B4A81}" destId="{0F07502A-98A4-4880-9779-27EA2BEB6F02}" srcOrd="0"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FB0031A1-CB53-450E-9938-8DE34F88DDF6}" type="presOf" srcId="{D264B8C8-0C74-4047-BC3D-D328ABB04B07}" destId="{4428B23C-049C-4D7B-92D7-DD65A1003E4E}"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0BE03BD5-FE23-46AA-ADDD-3EB80CE083C8}" type="presOf" srcId="{56D25664-E470-4423-B8A9-9B6E4F3E9501}" destId="{5EE1D2E5-E13B-4FA3-A68E-FA18C8AD1A1A}" srcOrd="0" destOrd="0" presId="urn:microsoft.com/office/officeart/2005/8/layout/hProcess7"/>
    <dgm:cxn modelId="{910979F0-7634-4B80-B15B-DE718853D504}" type="presOf" srcId="{E7E09A88-A855-416A-B17D-5608BAB5F968}" destId="{7C1FE252-E5CE-40AF-AE08-799A5F741FEE}"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8711CA19-EAD8-4409-B0C5-6BE45B888BBE}" type="presOf" srcId="{56D25664-E470-4423-B8A9-9B6E4F3E9501}" destId="{1F2FC209-C6F9-4BD8-BE18-C50B50281548}" srcOrd="1" destOrd="0" presId="urn:microsoft.com/office/officeart/2005/8/layout/hProcess7"/>
    <dgm:cxn modelId="{7C7262B7-24DB-4213-B4DB-EFC966CC1B57}"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1495D02-A03D-428D-8DF2-B60DC303D478}" type="presOf" srcId="{275823A6-DA31-4015-971F-013EA967541C}" destId="{752682F3-57CE-4B43-B292-A62B3D508EDD}" srcOrd="1" destOrd="0" presId="urn:microsoft.com/office/officeart/2005/8/layout/hProcess7"/>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732D3501-A355-4810-88FA-925004F762BE}" srcId="{1D821791-7814-455A-9399-EDDBA6237C3A}" destId="{000E87EB-6BC1-4467-8911-3A6D4307DC52}" srcOrd="0" destOrd="0" parTransId="{3D21AF0B-E8B7-4657-B29B-FBDA3FC0E89D}" sibTransId="{B2C799AB-29BE-4ECA-B81A-3E5512C86A1C}"/>
    <dgm:cxn modelId="{635620E7-9896-499B-901B-79342BB036E6}" srcId="{1D821791-7814-455A-9399-EDDBA6237C3A}" destId="{D299AA71-1BEF-44A0-AF96-5BEF7421E37A}" srcOrd="1" destOrd="0" parTransId="{7473B43F-9657-45AB-95F6-883C898FD0BD}" sibTransId="{34CE16CB-D278-4EDD-9B9E-8516387F3D42}"/>
    <dgm:cxn modelId="{8B7AF42C-D02F-468C-8259-9CAC7295960F}" type="presOf" srcId="{1D821791-7814-455A-9399-EDDBA6237C3A}" destId="{712DED06-2F47-4A50-B22C-7F91F1296605}"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ED1AFEC0-0858-44B2-91D2-88C6166BA726}" type="presOf" srcId="{52206868-3460-4CAE-B5C9-26C67358723C}" destId="{49908BEB-6F47-45A2-8B4B-490BBC29E29A}" srcOrd="1"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CA3902FC-7CC5-4AEE-B3C3-AA06AC8EBD00}" type="presOf" srcId="{5755E862-5F30-47F4-BE53-0D0D635BC754}" destId="{661E9B89-062D-4CF5-BDE6-95F3A25DA3F7}" srcOrd="1" destOrd="0"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FB2F7463-3294-4EE1-9311-73BCBB21ED0A}" type="presOf" srcId="{5755E862-5F30-47F4-BE53-0D0D635BC754}" destId="{C7B07B6A-2913-4481-A94E-4F0876271F1C}" srcOrd="0" destOrd="0" presId="urn:microsoft.com/office/officeart/2005/8/layout/hProcess6"/>
    <dgm:cxn modelId="{EB4FC363-D95D-4D05-BF9A-8EDD91F98E01}" type="presOf" srcId="{52206868-3460-4CAE-B5C9-26C67358723C}" destId="{CF065CDD-DFD7-4D33-9DBE-0AD4241E5EB9}" srcOrd="0" destOrd="0" presId="urn:microsoft.com/office/officeart/2005/8/layout/hProcess6"/>
    <dgm:cxn modelId="{6197A7CE-367B-4E60-AE38-2C1A0C287CAE}" type="presOf" srcId="{F6C3F25A-41C4-4A47-9E66-774E1516154B}" destId="{C7B07B6A-2913-4481-A94E-4F0876271F1C}" srcOrd="0" destOrd="1"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362BDEBC-B5FE-4F3A-993A-4856B29172C3}" srcId="{DAD13305-C33C-4D5D-8E70-FA8D16F7D6E7}" destId="{27E0F1EB-E191-4957-A96C-74E644B233D2}" srcOrd="0" destOrd="0" parTransId="{060AD8E2-FB38-4136-87CF-9997C41B9785}" sibTransId="{E9D2AB2E-23B4-4871-B87D-9DAF9AC1EBCD}"/>
    <dgm:cxn modelId="{FA0CA7A2-FAB4-4C7D-A76B-1C39674AAF9A}" type="presOf" srcId="{4D8913DF-90C6-421D-BEAA-AE7CC581B4C5}" destId="{49908BEB-6F47-45A2-8B4B-490BBC29E29A}" srcOrd="1" destOrd="1" presId="urn:microsoft.com/office/officeart/2005/8/layout/hProcess6"/>
    <dgm:cxn modelId="{C3D4BBCC-8D08-4B5F-84C2-4CE7664D711F}" srcId="{DAD13305-C33C-4D5D-8E70-FA8D16F7D6E7}" destId="{EECED6DC-7595-4B84-BF9E-4F3A80443BF1}" srcOrd="1" destOrd="0" parTransId="{D9A4142C-920B-4638-BD88-2B5B989E713A}" sibTransId="{B5DB54B2-2209-4C5C-8EC9-188180D016F7}"/>
    <dgm:cxn modelId="{CA049A63-684E-4D92-BF5C-DFDDC4D5F6CA}" type="presOf" srcId="{4D8913DF-90C6-421D-BEAA-AE7CC581B4C5}" destId="{CF065CDD-DFD7-4D33-9DBE-0AD4241E5EB9}" srcOrd="0"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FA71FCB1-B573-4FB5-B3B6-57D3F32E4D1F}" srcId="{D299AA71-1BEF-44A0-AF96-5BEF7421E37A}" destId="{F6C3F25A-41C4-4A47-9E66-774E1516154B}" srcOrd="1" destOrd="0" parTransId="{43B2CA58-0A31-4CC4-A311-9DEE4460CA23}" sibTransId="{A1974F1B-6B2B-4DA2-A7C4-A54C625FE935}"/>
    <dgm:cxn modelId="{F620DB35-B0F2-47D2-B395-7F1AB80C23E3}" type="presOf" srcId="{EECED6DC-7595-4B84-BF9E-4F3A80443BF1}" destId="{762703CE-4815-4B8A-B298-2820EF25E80C}" srcOrd="0" destOrd="1" presId="urn:microsoft.com/office/officeart/2005/8/layout/hProcess6"/>
    <dgm:cxn modelId="{EB0538B6-3D10-43C6-906C-83914CFD5BD0}" srcId="{D299AA71-1BEF-44A0-AF96-5BEF7421E37A}" destId="{5755E862-5F30-47F4-BE53-0D0D635BC754}" srcOrd="0" destOrd="0" parTransId="{87CB2BA6-54FD-4F34-89FD-1AD541CFAFC8}" sibTransId="{08E4A303-1A13-4BC8-9CEB-5DC28C3306FC}"/>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undoable tasks or reduces the units of input per output need 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3FFE294B-B679-4A47-ADE0-DB8371A66D69}" srcId="{38988576-B0AA-4C1A-9619-43A386D2A929}" destId="{23CADD3C-1E21-4966-BE38-555D58578D7E}" srcOrd="3" destOrd="0" parTransId="{59986A78-6248-46F4-8F87-30AC0EF97E7D}" sibTransId="{A9B7182B-4518-435A-82A3-4C86B0741214}"/>
    <dgm:cxn modelId="{6BD8E3D2-D117-46E9-887B-A6A630CCED8E}" srcId="{38988576-B0AA-4C1A-9619-43A386D2A929}" destId="{70239397-BF0D-4256-8781-0504A861DF74}" srcOrd="2" destOrd="0" parTransId="{F1FB7916-88CA-4906-8B94-52175C5A6D92}" sibTransId="{98D872F4-96A7-4DEB-9202-902AE07A7F20}"/>
    <dgm:cxn modelId="{2AF991F4-295B-47A4-96C4-FF1BFB05195E}" type="presOf" srcId="{56D25664-E470-4423-B8A9-9B6E4F3E9501}" destId="{1F2FC209-C6F9-4BD8-BE18-C50B50281548}" srcOrd="1" destOrd="0"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2BE3415A-4C64-4D29-B5AB-F2DF894FF9D7}" type="presOf" srcId="{F754AD28-8B54-47D9-83F1-8D45F35B4A81}" destId="{0F07502A-98A4-4880-9779-27EA2BEB6F02}" srcOrd="0" destOrd="0" presId="urn:microsoft.com/office/officeart/2005/8/layout/hProcess7"/>
    <dgm:cxn modelId="{B5227D0F-C7B9-402C-94E1-FE3FAF6B59C9}" type="presOf" srcId="{E7E09A88-A855-416A-B17D-5608BAB5F968}" destId="{63E694CA-EB8A-49E7-8F7E-40E9648E8D50}"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094477E0-B275-4AD0-A4FA-96F8BACE93A6}" type="presOf" srcId="{38988576-B0AA-4C1A-9619-43A386D2A929}" destId="{7A9FE149-B78D-4591-8ED3-6FAE619303EF}" srcOrd="1" destOrd="0" presId="urn:microsoft.com/office/officeart/2005/8/layout/hProcess7"/>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98AC9CF5-E46C-4668-8A7B-7042666ADE63}" type="presOf" srcId="{C8E98A36-74EA-4DFB-8E03-1086017F7E07}" destId="{545B6FF8-55C8-4464-AD34-37C6C75F354E}" srcOrd="0" destOrd="1"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AF964F6E-DEB3-49FF-BCA6-044B79AF2024}" type="presOf" srcId="{70239397-BF0D-4256-8781-0504A861DF74}" destId="{545B6FF8-55C8-4464-AD34-37C6C75F354E}" srcOrd="0" destOrd="2"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703CB32B-A1E8-4113-A3E5-62F002D74F02}" type="presOf" srcId="{56D25664-E470-4423-B8A9-9B6E4F3E9501}" destId="{5EE1D2E5-E13B-4FA3-A68E-FA18C8AD1A1A}" srcOrd="0" destOrd="0" presId="urn:microsoft.com/office/officeart/2005/8/layout/hProcess7"/>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 non-private sector actor that controls a technology  makes it available for private sector actors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33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area with an 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definitions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metropolitan statistical area.</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DAB0A59-7106-40A9-8657-CEF3A7338D41}" type="presOf" srcId="{E7E09A88-A855-416A-B17D-5608BAB5F968}" destId="{84855266-605F-4E2F-859A-33AF21B4CC74}" srcOrd="1" destOrd="0" presId="urn:microsoft.com/office/officeart/2005/8/layout/hProcess7"/>
    <dgm:cxn modelId="{358DCAF1-DA36-4716-B365-E096E8C885E4}" type="presOf" srcId="{38988576-B0AA-4C1A-9619-43A386D2A929}" destId="{7A9FE149-B78D-4591-8ED3-6FAE619303EF}" srcOrd="1"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ACA5593C-B763-42D8-85DE-03BB63099F4E}" type="presOf" srcId="{E12051B9-F660-41FB-9BFB-187ECABCD821}" destId="{4413368B-ACCA-469B-9D0E-1FEFC4075FB0}" srcOrd="0"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F1DF730-354B-4201-A360-499D6E15F834}" type="presOf" srcId="{38988576-B0AA-4C1A-9619-43A386D2A929}" destId="{89F889ED-FCCD-445E-BB3B-3F65B70521C8}" srcOrd="0" destOrd="0" presId="urn:microsoft.com/office/officeart/2005/8/layout/hProcess7"/>
    <dgm:cxn modelId="{2BA2E2B2-CBFE-4885-B979-EC94A554EA31}" type="presOf" srcId="{561C8C01-168E-4810-B00A-83B2C936D185}" destId="{545B6FF8-55C8-4464-AD34-37C6C75F354E}" srcOrd="0" destOrd="1"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1A6AF12A-6308-4A01-A4F5-0298704D9EAD}" srcId="{38988576-B0AA-4C1A-9619-43A386D2A929}" destId="{561C8C01-168E-4810-B00A-83B2C936D185}" srcOrd="1" destOrd="0" parTransId="{73AA7CFC-FF1E-41E0-9601-E4AE1AD4A52E}" sibTransId="{14EE0822-6F69-42E4-9BB3-24B2EC1E05AA}"/>
    <dgm:cxn modelId="{8D6867E1-0E76-4610-9A4F-9829CE9CCC2E}" type="presOf" srcId="{D264B8C8-0C74-4047-BC3D-D328ABB04B07}" destId="{27D5C2FA-66B3-4507-8DD9-0DFEBE9E49C4}"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14AF25DD-77F8-43D1-8817-728A2E68A4AB}" type="presOf" srcId="{E7E09A88-A855-416A-B17D-5608BAB5F968}" destId="{63E694CA-EB8A-49E7-8F7E-40E9648E8D50}" srcOrd="0" destOrd="0" presId="urn:microsoft.com/office/officeart/2005/8/layout/hProcess7"/>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patents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capture the 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Peer-reviewed academic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C5F869C1-8FEF-4035-9EC3-FDF0092FF2C9}" srcId="{56D25664-E470-4423-B8A9-9B6E4F3E9501}" destId="{F754AD28-8B54-47D9-83F1-8D45F35B4A81}" srcOrd="0" destOrd="0" parTransId="{26AD8160-5FF5-41BE-AFAF-E29D66F0469B}" sibTransId="{BE9BECBC-F94F-4E2F-BDB2-93E8BAEBEFE7}"/>
    <dgm:cxn modelId="{955316F3-D59D-4E22-BAC5-4B54F7BE800A}" srcId="{E12051B9-F660-41FB-9BFB-187ECABCD821}" destId="{E7E09A88-A855-416A-B17D-5608BAB5F968}" srcOrd="1" destOrd="0" parTransId="{791A9365-62E9-4724-B5DD-36351582D82E}" sibTransId="{C2A5DE0A-7824-4E35-BB27-47DBE8541DB5}"/>
    <dgm:cxn modelId="{B66F50F0-8FEB-41D8-9C05-82D54E3D951F}" type="presOf" srcId="{E7E09A88-A855-416A-B17D-5608BAB5F968}" destId="{63E694CA-EB8A-49E7-8F7E-40E9648E8D50}" srcOrd="0" destOrd="0"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BCC5D41E-E147-4754-96C7-DDA7B952D731}" type="presOf" srcId="{E7E09A88-A855-416A-B17D-5608BAB5F968}" destId="{84855266-605F-4E2F-859A-33AF21B4CC74}" srcOrd="1" destOrd="0" presId="urn:microsoft.com/office/officeart/2005/8/layout/hProcess7"/>
    <dgm:cxn modelId="{BACE745C-9724-43E7-88CE-F179AF0B53AD}" srcId="{38988576-B0AA-4C1A-9619-43A386D2A929}" destId="{356B2B2C-7D9C-49B1-BFC5-C7B496EC2A8E}" srcOrd="2" destOrd="0" parTransId="{576D0B3E-6C9D-4D30-BDB9-FFC3AF79576B}" sibTransId="{E9601192-81A1-400E-9056-B488191B5FB8}"/>
    <dgm:cxn modelId="{BE205754-F7E6-4FEE-B828-4523416EEA2A}" type="presOf" srcId="{56D25664-E470-4423-B8A9-9B6E4F3E9501}" destId="{1F2FC209-C6F9-4BD8-BE18-C50B50281548}"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E3C0C693-FBE4-4933-9AAF-BBFF7FD56F57}" type="presOf" srcId="{D264B8C8-0C74-4047-BC3D-D328ABB04B07}" destId="{27D5C2FA-66B3-4507-8DD9-0DFEBE9E49C4}" srcOrd="0"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8DE3A4E7-9716-4BBD-9E5A-54D9DB82AEF6}" type="presOf" srcId="{561C8C01-168E-4810-B00A-83B2C936D185}" destId="{545B6FF8-55C8-4464-AD34-37C6C75F354E}" srcOrd="0" destOrd="1"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298CEF8D-B8A5-4885-819C-A62FF706C4FD}" type="presOf" srcId="{56D25664-E470-4423-B8A9-9B6E4F3E9501}" destId="{5EE1D2E5-E13B-4FA3-A68E-FA18C8AD1A1A}" srcOrd="0" destOrd="0" presId="urn:microsoft.com/office/officeart/2005/8/layout/hProcess7"/>
    <dgm:cxn modelId="{0B11B754-B959-4B78-BAEF-D9371A33F7CA}" type="presOf" srcId="{38988576-B0AA-4C1A-9619-43A386D2A929}" destId="{7A9FE149-B78D-4591-8ED3-6FAE619303EF}" srcOrd="1"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D181CFC-73B4-4A60-8E63-573B3F33627F}" type="presOf" srcId="{38988576-B0AA-4C1A-9619-43A386D2A929}" destId="{89F889ED-FCCD-445E-BB3B-3F65B70521C8}" srcOrd="0" destOrd="0" presId="urn:microsoft.com/office/officeart/2005/8/layout/hProcess7"/>
    <dgm:cxn modelId="{65A3A2F1-3F04-4AC2-BCCA-BCDBD7580291}" type="presOf" srcId="{1783039C-F21C-45A8-A1D1-7C275C084E3D}" destId="{545B6FF8-55C8-4464-AD34-37C6C75F354E}" srcOrd="0" destOrd="0" presId="urn:microsoft.com/office/officeart/2005/8/layout/hProcess7"/>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BC15925-B5D6-4143-A01F-8F69A1011AFB}" type="presOf" srcId="{E12051B9-F660-41FB-9BFB-187ECABCD821}" destId="{4413368B-ACCA-469B-9D0E-1FEFC4075FB0}"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CA2734DF-F729-423F-B3EE-2FFCEECD106A}" type="presOf" srcId="{38988576-B0AA-4C1A-9619-43A386D2A929}" destId="{89F889ED-FCCD-445E-BB3B-3F65B70521C8}" srcOrd="0" destOrd="0" presId="urn:microsoft.com/office/officeart/2005/8/layout/hProcess7"/>
    <dgm:cxn modelId="{EC8699E5-DD84-4231-A8C2-B1578DBCA50D}" type="presOf" srcId="{38988576-B0AA-4C1A-9619-43A386D2A929}" destId="{7A9FE149-B78D-4591-8ED3-6FAE619303EF}" srcOrd="1" destOrd="0" presId="urn:microsoft.com/office/officeart/2005/8/layout/hProcess7"/>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955316F3-D59D-4E22-BAC5-4B54F7BE800A}" srcId="{E12051B9-F660-41FB-9BFB-187ECABCD821}" destId="{E7E09A88-A855-416A-B17D-5608BAB5F968}" srcOrd="1" destOrd="0" parTransId="{791A9365-62E9-4724-B5DD-36351582D82E}" sibTransId="{C2A5DE0A-7824-4E35-BB27-47DBE8541DB5}"/>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r>
            <a:rPr lang="en-US" sz="3700" kern="1200" dirty="0" smtClean="0"/>
            <a:t>Technology</a:t>
          </a:r>
          <a:endParaRPr lang="en-US" sz="37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6625649" y="0"/>
        <a:ext cx="2174274" cy="1917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r>
            <a:rPr lang="en-US" sz="1500" kern="1200" dirty="0" smtClean="0"/>
            <a:t>The conveyance from one person or entity to another person or entity of a capability to perform a useful task or replicate a beneficial accomplishment.</a:t>
          </a:r>
          <a:endParaRPr lang="en-US" sz="1500" kern="1200" dirty="0"/>
        </a:p>
        <a:p>
          <a:pPr lvl="0" algn="l" defTabSz="666750">
            <a:lnSpc>
              <a:spcPct val="90000"/>
            </a:lnSpc>
            <a:spcBef>
              <a:spcPct val="0"/>
            </a:spcBef>
            <a:spcAft>
              <a:spcPct val="35000"/>
            </a:spcAft>
          </a:pPr>
          <a:endParaRPr lang="en-US" sz="1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endParaRPr lang="en-US" sz="1500" kern="1200"/>
        </a:p>
      </dsp:txBody>
      <dsp:txXfrm>
        <a:off x="6625649" y="0"/>
        <a:ext cx="2174274" cy="1917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undoable tasks or reduces the units of input per output need 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 non-private sector actor that controls a technology  makes it available for private sector actors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33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area with an 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definitions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metropolitan statistical area.</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patents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capture the 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Peer-reviewed academic 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04/12/2019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04/12/2019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26</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076952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04/12/2019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04/12/2019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04/12/2019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04/12/2019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04/12/2019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04/12/2019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04/12/2019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04/12/2019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04/12/2019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04/12/2019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04/12/2019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04/12/2019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5.e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335"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845127"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5759531" y="724991"/>
            <a:ext cx="2926080" cy="1935081"/>
          </a:xfrm>
          <a:prstGeom prst="wedgeRoundRectCallout">
            <a:avLst>
              <a:gd name="adj1" fmla="val -79776"/>
              <a:gd name="adj2" fmla="val 827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Technological progress has accounted for 80 percent of the long-term rise in U.S. </a:t>
            </a:r>
            <a:r>
              <a:rPr lang="en-US" i="1" dirty="0" smtClean="0"/>
              <a:t>per capita </a:t>
            </a:r>
            <a:r>
              <a:rPr lang="en-US" dirty="0" smtClean="0"/>
              <a:t>incomes.</a:t>
            </a:r>
            <a:endParaRPr lang="en-US" dirty="0"/>
          </a:p>
        </p:txBody>
      </p:sp>
      <p:sp>
        <p:nvSpPr>
          <p:cNvPr id="16" name="TextBox 15"/>
          <p:cNvSpPr txBox="1"/>
          <p:nvPr/>
        </p:nvSpPr>
        <p:spPr>
          <a:xfrm>
            <a:off x="5759531" y="5219099"/>
            <a:ext cx="3230088" cy="338554"/>
          </a:xfrm>
          <a:prstGeom prst="rect">
            <a:avLst/>
          </a:prstGeom>
          <a:noFill/>
        </p:spPr>
        <p:txBody>
          <a:bodyPr wrap="square" rtlCol="0">
            <a:spAutoFit/>
          </a:bodyPr>
          <a:lstStyle/>
          <a:p>
            <a:r>
              <a:rPr lang="en-US" sz="1600" dirty="0" smtClean="0"/>
              <a:t>Source: “Economic growth”, 2019</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55825998"/>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573423342"/>
              </p:ext>
            </p:extLst>
          </p:nvPr>
        </p:nvGraphicFramePr>
        <p:xfrm>
          <a:off x="91440" y="3023705"/>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85832414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495531"/>
              </p:ext>
            </p:extLst>
          </p:nvPr>
        </p:nvGraphicFramePr>
        <p:xfrm>
          <a:off x="91440" y="3164291"/>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15281896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2537048077"/>
              </p:ext>
            </p:extLst>
          </p:nvPr>
        </p:nvGraphicFramePr>
        <p:xfrm>
          <a:off x="91440" y="3033662"/>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2994728271"/>
              </p:ext>
            </p:extLst>
          </p:nvPr>
        </p:nvGraphicFramePr>
        <p:xfrm>
          <a:off x="274320" y="691114"/>
          <a:ext cx="8595360" cy="3798890"/>
        </p:xfrm>
        <a:graphic>
          <a:graphicData uri="http://schemas.openxmlformats.org/drawingml/2006/table">
            <a:tbl>
              <a:tblPr firstRow="1" firstCol="1" bandRow="1"/>
              <a:tblGrid>
                <a:gridCol w="497576"/>
                <a:gridCol w="8097784"/>
              </a:tblGrid>
              <a:tr h="155332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Technologies derived from federally-funded R&amp;D projects that progress further along the development process are transferred to the private sector at significantly greater rates than technologies derived from federally-funded R&amp;D projects that don’t progress very far in the development process.</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009403">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spatial distance between where the R&amp;D project is conducted and the nearest city is </a:t>
                      </a:r>
                      <a:r>
                        <a:rPr lang="en-US" sz="1800" dirty="0" smtClean="0">
                          <a:solidFill>
                            <a:srgbClr val="000000"/>
                          </a:solidFill>
                          <a:effectLst/>
                          <a:latin typeface="+mn-lt"/>
                          <a:ea typeface="Calibri"/>
                          <a:cs typeface="Times New Roman"/>
                        </a:rPr>
                        <a:t>associated </a:t>
                      </a:r>
                      <a:r>
                        <a:rPr lang="en-US" sz="1800" dirty="0">
                          <a:solidFill>
                            <a:srgbClr val="000000"/>
                          </a:solidFill>
                          <a:effectLst/>
                          <a:latin typeface="+mn-lt"/>
                          <a:ea typeface="Calibri"/>
                          <a:cs typeface="Times New Roman"/>
                        </a:rPr>
                        <a:t>with the final development stage attained by the R&amp;D project.</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36165">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Instances of technologies derived from federally-funded R&amp;D projects that are successfully transferred to the private sector are </a:t>
                      </a:r>
                      <a:r>
                        <a:rPr lang="en-US" sz="1800" dirty="0" smtClean="0">
                          <a:solidFill>
                            <a:srgbClr val="000000"/>
                          </a:solidFill>
                          <a:effectLst/>
                          <a:latin typeface="+mn-lt"/>
                          <a:ea typeface="Calibri"/>
                          <a:cs typeface="Times New Roman"/>
                        </a:rPr>
                        <a:t>associated </a:t>
                      </a:r>
                      <a:r>
                        <a:rPr lang="en-US" sz="1800" dirty="0">
                          <a:solidFill>
                            <a:srgbClr val="000000"/>
                          </a:solidFill>
                          <a:effectLst/>
                          <a:latin typeface="+mn-lt"/>
                          <a:ea typeface="Calibri"/>
                          <a:cs typeface="Times New Roman"/>
                        </a:rPr>
                        <a:t>with the spatial distance between where the R&amp;D project is conducted and the nearest city.</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 and Data</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82057225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1903694365"/>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454568813"/>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285303099"/>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74060301"/>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130360584"/>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537323235"/>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182648112"/>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807890907"/>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33502" y="2672834"/>
            <a:ext cx="4476997" cy="369332"/>
          </a:xfrm>
          <a:prstGeom prst="rect">
            <a:avLst/>
          </a:prstGeom>
          <a:noFill/>
        </p:spPr>
        <p:txBody>
          <a:bodyPr wrap="square" rtlCol="0">
            <a:spAutoFit/>
          </a:bodyPr>
          <a:lstStyle/>
          <a:p>
            <a:pPr algn="ctr"/>
            <a:r>
              <a:rPr lang="en-US" dirty="0" smtClean="0"/>
              <a:t>Explain data sources and collection methods</a:t>
            </a:r>
            <a:endParaRPr lang="en-US" dirty="0"/>
          </a:p>
        </p:txBody>
      </p:sp>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latin typeface="Times New Roman"/>
                    <a:ea typeface="Calibri"/>
                    <a:cs typeface="Times New Roman"/>
                  </a:rPr>
                  <a:t>H</a:t>
                </a:r>
                <a:r>
                  <a:rPr lang="en-US" baseline="-25000" dirty="0" smtClean="0">
                    <a:latin typeface="Times New Roman"/>
                    <a:ea typeface="Calibri"/>
                    <a:cs typeface="Times New Roman"/>
                  </a:rPr>
                  <a:t>0</a:t>
                </a:r>
                <a:r>
                  <a:rPr lang="en-US" dirty="0">
                    <a:latin typeface="Times New Roman"/>
                    <a:ea typeface="Calibri"/>
                    <a:cs typeface="Times New Roman"/>
                  </a:rPr>
                  <a:t>: 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latin typeface="Times New Roman"/>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3704" b="-164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59292" cy="408125"/>
              </a:xfrm>
              <a:prstGeom prst="rect">
                <a:avLst/>
              </a:prstGeom>
            </p:spPr>
            <p:txBody>
              <a:bodyPr wrap="none">
                <a:spAutoFit/>
              </a:bodyPr>
              <a:lstStyle/>
              <a:p>
                <a:pPr>
                  <a:lnSpc>
                    <a:spcPct val="114000"/>
                  </a:lnSpc>
                </a:pPr>
                <a:r>
                  <a:rPr lang="en-US" dirty="0" smtClean="0">
                    <a:latin typeface="Times New Roman"/>
                    <a:ea typeface="Calibri"/>
                    <a:cs typeface="Times New Roman"/>
                  </a:rPr>
                  <a:t>H</a:t>
                </a:r>
                <a:r>
                  <a:rPr lang="en-US" baseline="-25000" dirty="0" smtClean="0">
                    <a:latin typeface="Times New Roman"/>
                    <a:ea typeface="Calibri"/>
                    <a:cs typeface="Times New Roman"/>
                  </a:rPr>
                  <a:t>A</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0</a:t>
                </a:r>
                <a:endParaRPr lang="en-US" sz="1600" dirty="0">
                  <a:ea typeface="Calibri"/>
                  <a:cs typeface="Times New Roman"/>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59292" cy="408125"/>
              </a:xfrm>
              <a:prstGeom prst="rect">
                <a:avLst/>
              </a:prstGeom>
              <a:blipFill rotWithShape="1">
                <a:blip r:embed="rId5"/>
                <a:stretch>
                  <a:fillRect l="-4211" t="-4478" r="-2105" b="-16418"/>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t>
            </a:r>
            <a:r>
              <a:rPr lang="en-US" sz="2800" b="1" dirty="0" smtClean="0"/>
              <a:t>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latin typeface="Times New Roman"/>
                    <a:ea typeface="Calibri"/>
                    <a:cs typeface="Times New Roman"/>
                  </a:rPr>
                  <a:t>H2</a:t>
                </a:r>
                <a:r>
                  <a:rPr lang="en-US" baseline="-25000" dirty="0" smtClean="0">
                    <a:latin typeface="Times New Roman"/>
                    <a:ea typeface="Calibri"/>
                    <a:cs typeface="Times New Roman"/>
                  </a:rPr>
                  <a:t>0</a:t>
                </a:r>
                <a:r>
                  <a:rPr lang="en-US" dirty="0">
                    <a:latin typeface="Times New Roman"/>
                    <a:ea typeface="Calibri"/>
                    <a:cs typeface="Times New Roman"/>
                  </a:rPr>
                  <a:t>: 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latin typeface="Times New Roman"/>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2899" b="-164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74708" cy="408125"/>
              </a:xfrm>
              <a:prstGeom prst="rect">
                <a:avLst/>
              </a:prstGeom>
            </p:spPr>
            <p:txBody>
              <a:bodyPr wrap="none">
                <a:spAutoFit/>
              </a:bodyPr>
              <a:lstStyle/>
              <a:p>
                <a:pPr>
                  <a:lnSpc>
                    <a:spcPct val="114000"/>
                  </a:lnSpc>
                </a:pPr>
                <a:r>
                  <a:rPr lang="en-US" dirty="0" smtClean="0">
                    <a:latin typeface="Times New Roman"/>
                    <a:ea typeface="Calibri"/>
                    <a:cs typeface="Times New Roman"/>
                  </a:rPr>
                  <a:t>H2</a:t>
                </a:r>
                <a:r>
                  <a:rPr lang="en-US" baseline="-25000" dirty="0" smtClean="0">
                    <a:latin typeface="Times New Roman"/>
                    <a:ea typeface="Calibri"/>
                    <a:cs typeface="Times New Roman"/>
                  </a:rPr>
                  <a:t>A</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0</a:t>
                </a:r>
                <a:endParaRPr lang="en-US" sz="1600"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74708" cy="408125"/>
              </a:xfrm>
              <a:prstGeom prst="rect">
                <a:avLst/>
              </a:prstGeom>
              <a:blipFill rotWithShape="1">
                <a:blip r:embed="rId7"/>
                <a:stretch>
                  <a:fillRect l="-4306" t="-4478" r="-1435" b="-1641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InsistutionSize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3524162582"/>
              </p:ext>
            </p:extLst>
          </p:nvPr>
        </p:nvGraphicFramePr>
        <p:xfrm>
          <a:off x="82068" y="570018"/>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616479846"/>
              </p:ext>
            </p:extLst>
          </p:nvPr>
        </p:nvGraphicFramePr>
        <p:xfrm>
          <a:off x="4670205" y="570019"/>
          <a:ext cx="4295665" cy="2506597"/>
        </p:xfrm>
        <a:graphic>
          <a:graphicData uri="http://schemas.openxmlformats.org/drawingml/2006/table">
            <a:tbl>
              <a:tblPr firstRow="1" bandRow="1">
                <a:tableStyleId>{5C22544A-7EE6-4342-B048-85BDC9FD1C3A}</a:tableStyleId>
              </a:tblPr>
              <a:tblGrid>
                <a:gridCol w="1136829"/>
                <a:gridCol w="712519"/>
                <a:gridCol w="1151907"/>
                <a:gridCol w="653143"/>
                <a:gridCol w="641267"/>
              </a:tblGrid>
              <a:tr h="1080657">
                <a:tc>
                  <a:txBody>
                    <a:bodyPr/>
                    <a:lstStyle/>
                    <a:p>
                      <a:r>
                        <a:rPr lang="en-US" sz="1600" dirty="0" smtClean="0"/>
                        <a:t>R&amp;D Project</a:t>
                      </a:r>
                      <a:endParaRPr lang="en-US" sz="1600" dirty="0"/>
                    </a:p>
                  </a:txBody>
                  <a:tcPr anchor="b"/>
                </a:tc>
                <a:tc>
                  <a:txBody>
                    <a:bodyPr/>
                    <a:lstStyle/>
                    <a:p>
                      <a:r>
                        <a:rPr lang="en-US" sz="1600" dirty="0" smtClean="0"/>
                        <a:t>Distance</a:t>
                      </a:r>
                    </a:p>
                    <a:p>
                      <a:r>
                        <a:rPr lang="en-US" sz="1600" dirty="0" smtClean="0"/>
                        <a:t>ranked</a:t>
                      </a:r>
                      <a:endParaRPr lang="en-US" sz="1600" dirty="0"/>
                    </a:p>
                  </a:txBody>
                  <a:tcPr vert="vert270"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1469406296"/>
              </p:ext>
            </p:extLst>
          </p:nvPr>
        </p:nvGraphicFramePr>
        <p:xfrm>
          <a:off x="274320" y="869240"/>
          <a:ext cx="8595360" cy="2962908"/>
        </p:xfrm>
        <a:graphic>
          <a:graphicData uri="http://schemas.openxmlformats.org/drawingml/2006/table">
            <a:tbl>
              <a:tblPr firstRow="1" firstCol="1" bandRow="1">
                <a:tableStyleId>{616DA210-FB5B-4158-B5E0-FEB733F419BA}</a:tableStyleId>
              </a:tblPr>
              <a:tblGrid>
                <a:gridCol w="497576"/>
                <a:gridCol w="8097784"/>
              </a:tblGrid>
              <a:tr h="686423">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dirty="0" smtClean="0">
                          <a:effectLst/>
                        </a:rPr>
                        <a:t>The development stage</a:t>
                      </a:r>
                      <a:r>
                        <a:rPr lang="en-US" sz="1800" b="0" baseline="0" dirty="0" smtClean="0">
                          <a:effectLst/>
                        </a:rPr>
                        <a:t> of federally-funded R&amp;D projects will be positively associated with instances of transfer of technology derived from the projects to the private sector.</a:t>
                      </a:r>
                      <a:endParaRPr lang="en-US" sz="1600" b="0" dirty="0">
                        <a:solidFill>
                          <a:srgbClr val="000000"/>
                        </a:solidFill>
                        <a:effectLst/>
                        <a:latin typeface="+mn-lt"/>
                        <a:ea typeface="Calibri"/>
                        <a:cs typeface="Times New Roman"/>
                      </a:endParaRPr>
                    </a:p>
                  </a:txBody>
                  <a:tcPr marL="59258" marR="59258" marT="29887" marB="29887"/>
                </a:tc>
              </a:tr>
              <a:tr h="671922">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67192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spatial distance</a:t>
                      </a:r>
                      <a:r>
                        <a:rPr lang="en-US" sz="1800" baseline="0" dirty="0" smtClean="0">
                          <a:effectLst/>
                        </a:rPr>
                        <a:t> between where R&amp;D projects are conducted and the nearest city will be negatively associated with instances of transfer of technology derived from the projects to the private sector.</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2898612144"/>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127"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97004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Provides a more holistic understanding of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outcomes.  </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 transfer.</a:t>
            </a:r>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247317"/>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a:p>
            <a:pPr lvl="0"/>
            <a:r>
              <a:rPr lang="en-US" dirty="0" smtClean="0">
                <a:solidFill>
                  <a:prstClr val="black"/>
                </a:solidFill>
              </a:rPr>
              <a:t>“Economic growth.” 2019. Wikipedia. </a:t>
            </a:r>
            <a:r>
              <a:rPr lang="en-US" dirty="0">
                <a:solidFill>
                  <a:prstClr val="black"/>
                </a:solidFill>
              </a:rPr>
              <a:t>Retrieved April 12, 2019, from https://en.wikipedia.org/wiki/Economic_growth</a:t>
            </a:r>
            <a:endParaRPr lang="en-US" dirty="0">
              <a:solidFill>
                <a:prstClr val="black"/>
              </a:solidFill>
            </a:endParaRP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endParaRPr lang="en-US" dirty="0" smtClean="0">
              <a:solidFill>
                <a:prstClr val="black"/>
              </a:solidFill>
            </a:endParaRP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1200329"/>
          </a:xfrm>
          <a:prstGeom prst="rect">
            <a:avLst/>
          </a:prstGeom>
          <a:noFill/>
        </p:spPr>
        <p:txBody>
          <a:bodyPr wrap="square" rtlCol="0">
            <a:spAutoFit/>
          </a:bodyPr>
          <a:lstStyle/>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endParaRPr lang="en-US" dirty="0">
              <a:solidFill>
                <a:prstClr val="black"/>
              </a:solidFill>
            </a:endParaRPr>
          </a:p>
          <a:p>
            <a:endParaRPr lang="en-US" i="1" dirty="0" smtClean="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1274</TotalTime>
  <Words>2064</Words>
  <Application>Microsoft Office PowerPoint</Application>
  <PresentationFormat>On-screen Show (16:10)</PresentationFormat>
  <Paragraphs>396</Paragraphs>
  <Slides>35</Slides>
  <Notes>7</Notes>
  <HiddenSlides>0</HiddenSlides>
  <MMClips>0</MMClips>
  <ScaleCrop>false</ScaleCrop>
  <HeadingPairs>
    <vt:vector size="6" baseType="variant">
      <vt:variant>
        <vt:lpstr>Theme</vt:lpstr>
      </vt:variant>
      <vt:variant>
        <vt:i4>1</vt:i4>
      </vt:variant>
      <vt:variant>
        <vt:lpstr>Embedded OLE Servers</vt:lpstr>
      </vt:variant>
      <vt:variant>
        <vt:i4>2</vt:i4>
      </vt:variant>
      <vt:variant>
        <vt:lpstr>Slide Titles</vt:lpstr>
      </vt:variant>
      <vt:variant>
        <vt:i4>35</vt:i4>
      </vt:variant>
    </vt:vector>
  </HeadingPairs>
  <TitlesOfParts>
    <vt:vector size="38" baseType="lpstr">
      <vt:lpstr>Office Theme</vt:lpstr>
      <vt:lpstr>Worksheet</vt:lpstr>
      <vt:lpstr>Microsoft Excel 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228</cp:revision>
  <cp:lastPrinted>2018-11-28T15:13:03Z</cp:lastPrinted>
  <dcterms:created xsi:type="dcterms:W3CDTF">2018-11-26T20:29:52Z</dcterms:created>
  <dcterms:modified xsi:type="dcterms:W3CDTF">2019-04-12T17:59:34Z</dcterms:modified>
</cp:coreProperties>
</file>