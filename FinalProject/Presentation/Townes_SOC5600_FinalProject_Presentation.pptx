
<file path=[Content_Types].xml><?xml version="1.0" encoding="utf-8"?>
<Types xmlns="http://schemas.openxmlformats.org/package/2006/content-types">
  <Default Extension="png" ContentType="image/png"/>
  <Default Extension="emf" ContentType="image/x-emf"/>
  <Default Extension="xls" ContentType="application/vnd.ms-excel"/>
  <Default Extension="jpeg" ContentType="image/jpeg"/>
  <Default Extension="rels" ContentType="application/vnd.openxmlformats-package.relationships+xml"/>
  <Default Extension="xml" ContentType="application/xml"/>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diagrams/data2.xml" ContentType="application/vnd.openxmlformats-officedocument.drawingml.diagramData+xml"/>
  <Override PartName="/ppt/diagrams/layout2.xml" ContentType="application/vnd.openxmlformats-officedocument.drawingml.diagramLayout+xml"/>
  <Override PartName="/ppt/diagrams/quickStyle2.xml" ContentType="application/vnd.openxmlformats-officedocument.drawingml.diagramStyle+xml"/>
  <Override PartName="/ppt/diagrams/colors2.xml" ContentType="application/vnd.openxmlformats-officedocument.drawingml.diagramColors+xml"/>
  <Override PartName="/ppt/diagrams/drawing2.xml" ContentType="application/vnd.ms-office.drawingml.diagramDrawing+xml"/>
  <Override PartName="/ppt/diagrams/data3.xml" ContentType="application/vnd.openxmlformats-officedocument.drawingml.diagramData+xml"/>
  <Override PartName="/ppt/diagrams/layout3.xml" ContentType="application/vnd.openxmlformats-officedocument.drawingml.diagramLayout+xml"/>
  <Override PartName="/ppt/diagrams/quickStyle3.xml" ContentType="application/vnd.openxmlformats-officedocument.drawingml.diagramStyle+xml"/>
  <Override PartName="/ppt/diagrams/colors3.xml" ContentType="application/vnd.openxmlformats-officedocument.drawingml.diagramColors+xml"/>
  <Override PartName="/ppt/diagrams/drawing3.xml" ContentType="application/vnd.ms-office.drawingml.diagramDrawing+xml"/>
  <Override PartName="/ppt/diagrams/data4.xml" ContentType="application/vnd.openxmlformats-officedocument.drawingml.diagramData+xml"/>
  <Override PartName="/ppt/diagrams/layout4.xml" ContentType="application/vnd.openxmlformats-officedocument.drawingml.diagramLayout+xml"/>
  <Override PartName="/ppt/diagrams/quickStyle4.xml" ContentType="application/vnd.openxmlformats-officedocument.drawingml.diagramStyle+xml"/>
  <Override PartName="/ppt/diagrams/colors4.xml" ContentType="application/vnd.openxmlformats-officedocument.drawingml.diagramColors+xml"/>
  <Override PartName="/ppt/diagrams/drawing4.xml" ContentType="application/vnd.ms-office.drawingml.diagramDrawing+xml"/>
  <Override PartName="/ppt/diagrams/data5.xml" ContentType="application/vnd.openxmlformats-officedocument.drawingml.diagramData+xml"/>
  <Override PartName="/ppt/diagrams/layout5.xml" ContentType="application/vnd.openxmlformats-officedocument.drawingml.diagramLayout+xml"/>
  <Override PartName="/ppt/diagrams/quickStyle5.xml" ContentType="application/vnd.openxmlformats-officedocument.drawingml.diagramStyle+xml"/>
  <Override PartName="/ppt/diagrams/colors5.xml" ContentType="application/vnd.openxmlformats-officedocument.drawingml.diagramColors+xml"/>
  <Override PartName="/ppt/diagrams/drawing5.xml" ContentType="application/vnd.ms-office.drawingml.diagramDrawing+xml"/>
  <Override PartName="/ppt/diagrams/data6.xml" ContentType="application/vnd.openxmlformats-officedocument.drawingml.diagramData+xml"/>
  <Override PartName="/ppt/diagrams/layout6.xml" ContentType="application/vnd.openxmlformats-officedocument.drawingml.diagramLayout+xml"/>
  <Override PartName="/ppt/diagrams/quickStyle6.xml" ContentType="application/vnd.openxmlformats-officedocument.drawingml.diagramStyle+xml"/>
  <Override PartName="/ppt/diagrams/colors6.xml" ContentType="application/vnd.openxmlformats-officedocument.drawingml.diagramColors+xml"/>
  <Override PartName="/ppt/diagrams/drawing6.xml" ContentType="application/vnd.ms-office.drawingml.diagramDrawing+xml"/>
  <Override PartName="/ppt/diagrams/data7.xml" ContentType="application/vnd.openxmlformats-officedocument.drawingml.diagramData+xml"/>
  <Override PartName="/ppt/diagrams/layout7.xml" ContentType="application/vnd.openxmlformats-officedocument.drawingml.diagramLayout+xml"/>
  <Override PartName="/ppt/diagrams/quickStyle7.xml" ContentType="application/vnd.openxmlformats-officedocument.drawingml.diagramStyle+xml"/>
  <Override PartName="/ppt/diagrams/colors7.xml" ContentType="application/vnd.openxmlformats-officedocument.drawingml.diagramColors+xml"/>
  <Override PartName="/ppt/diagrams/drawing7.xml" ContentType="application/vnd.ms-office.drawingml.diagramDrawing+xml"/>
  <Override PartName="/ppt/diagrams/data8.xml" ContentType="application/vnd.openxmlformats-officedocument.drawingml.diagramData+xml"/>
  <Override PartName="/ppt/diagrams/layout8.xml" ContentType="application/vnd.openxmlformats-officedocument.drawingml.diagramLayout+xml"/>
  <Override PartName="/ppt/diagrams/quickStyle8.xml" ContentType="application/vnd.openxmlformats-officedocument.drawingml.diagramStyle+xml"/>
  <Override PartName="/ppt/diagrams/colors8.xml" ContentType="application/vnd.openxmlformats-officedocument.drawingml.diagramColors+xml"/>
  <Override PartName="/ppt/diagrams/drawing8.xml" ContentType="application/vnd.ms-office.drawingml.diagramDrawing+xml"/>
  <Override PartName="/ppt/diagrams/data9.xml" ContentType="application/vnd.openxmlformats-officedocument.drawingml.diagramData+xml"/>
  <Override PartName="/ppt/diagrams/layout9.xml" ContentType="application/vnd.openxmlformats-officedocument.drawingml.diagramLayout+xml"/>
  <Override PartName="/ppt/diagrams/quickStyle9.xml" ContentType="application/vnd.openxmlformats-officedocument.drawingml.diagramStyle+xml"/>
  <Override PartName="/ppt/diagrams/colors9.xml" ContentType="application/vnd.openxmlformats-officedocument.drawingml.diagramColors+xml"/>
  <Override PartName="/ppt/diagrams/drawing9.xml" ContentType="application/vnd.ms-office.drawingml.diagramDrawing+xml"/>
  <Override PartName="/ppt/diagrams/data10.xml" ContentType="application/vnd.openxmlformats-officedocument.drawingml.diagramData+xml"/>
  <Override PartName="/ppt/diagrams/layout10.xml" ContentType="application/vnd.openxmlformats-officedocument.drawingml.diagramLayout+xml"/>
  <Override PartName="/ppt/diagrams/quickStyle10.xml" ContentType="application/vnd.openxmlformats-officedocument.drawingml.diagramStyle+xml"/>
  <Override PartName="/ppt/diagrams/colors10.xml" ContentType="application/vnd.openxmlformats-officedocument.drawingml.diagramColors+xml"/>
  <Override PartName="/ppt/diagrams/drawing10.xml" ContentType="application/vnd.ms-office.drawingml.diagramDrawing+xml"/>
  <Override PartName="/ppt/diagrams/data11.xml" ContentType="application/vnd.openxmlformats-officedocument.drawingml.diagramData+xml"/>
  <Override PartName="/ppt/diagrams/layout11.xml" ContentType="application/vnd.openxmlformats-officedocument.drawingml.diagramLayout+xml"/>
  <Override PartName="/ppt/diagrams/quickStyle11.xml" ContentType="application/vnd.openxmlformats-officedocument.drawingml.diagramStyle+xml"/>
  <Override PartName="/ppt/diagrams/colors11.xml" ContentType="application/vnd.openxmlformats-officedocument.drawingml.diagramColors+xml"/>
  <Override PartName="/ppt/diagrams/drawing11.xml" ContentType="application/vnd.ms-office.drawingml.diagramDrawing+xml"/>
  <Override PartName="/ppt/diagrams/data12.xml" ContentType="application/vnd.openxmlformats-officedocument.drawingml.diagramData+xml"/>
  <Override PartName="/ppt/diagrams/layout12.xml" ContentType="application/vnd.openxmlformats-officedocument.drawingml.diagramLayout+xml"/>
  <Override PartName="/ppt/diagrams/quickStyle12.xml" ContentType="application/vnd.openxmlformats-officedocument.drawingml.diagramStyle+xml"/>
  <Override PartName="/ppt/diagrams/colors12.xml" ContentType="application/vnd.openxmlformats-officedocument.drawingml.diagramColors+xml"/>
  <Override PartName="/ppt/diagrams/drawing12.xml" ContentType="application/vnd.ms-office.drawingml.diagramDrawing+xml"/>
  <Override PartName="/ppt/diagrams/data13.xml" ContentType="application/vnd.openxmlformats-officedocument.drawingml.diagramData+xml"/>
  <Override PartName="/ppt/diagrams/layout13.xml" ContentType="application/vnd.openxmlformats-officedocument.drawingml.diagramLayout+xml"/>
  <Override PartName="/ppt/diagrams/quickStyle13.xml" ContentType="application/vnd.openxmlformats-officedocument.drawingml.diagramStyle+xml"/>
  <Override PartName="/ppt/diagrams/colors13.xml" ContentType="application/vnd.openxmlformats-officedocument.drawingml.diagramColors+xml"/>
  <Override PartName="/ppt/diagrams/drawing13.xml" ContentType="application/vnd.ms-office.drawingml.diagramDrawing+xml"/>
  <Override PartName="/ppt/diagrams/data14.xml" ContentType="application/vnd.openxmlformats-officedocument.drawingml.diagramData+xml"/>
  <Override PartName="/ppt/diagrams/layout14.xml" ContentType="application/vnd.openxmlformats-officedocument.drawingml.diagramLayout+xml"/>
  <Override PartName="/ppt/diagrams/quickStyle14.xml" ContentType="application/vnd.openxmlformats-officedocument.drawingml.diagramStyle+xml"/>
  <Override PartName="/ppt/diagrams/colors14.xml" ContentType="application/vnd.openxmlformats-officedocument.drawingml.diagramColors+xml"/>
  <Override PartName="/ppt/diagrams/drawing14.xml" ContentType="application/vnd.ms-office.drawingml.diagramDrawing+xml"/>
  <Override PartName="/ppt/diagrams/data15.xml" ContentType="application/vnd.openxmlformats-officedocument.drawingml.diagramData+xml"/>
  <Override PartName="/ppt/diagrams/layout15.xml" ContentType="application/vnd.openxmlformats-officedocument.drawingml.diagramLayout+xml"/>
  <Override PartName="/ppt/diagrams/quickStyle15.xml" ContentType="application/vnd.openxmlformats-officedocument.drawingml.diagramStyle+xml"/>
  <Override PartName="/ppt/diagrams/colors15.xml" ContentType="application/vnd.openxmlformats-officedocument.drawingml.diagramColors+xml"/>
  <Override PartName="/ppt/diagrams/drawing15.xml" ContentType="application/vnd.ms-office.drawingml.diagramDrawing+xml"/>
  <Override PartName="/ppt/diagrams/data16.xml" ContentType="application/vnd.openxmlformats-officedocument.drawingml.diagramData+xml"/>
  <Override PartName="/ppt/diagrams/layout16.xml" ContentType="application/vnd.openxmlformats-officedocument.drawingml.diagramLayout+xml"/>
  <Override PartName="/ppt/diagrams/quickStyle16.xml" ContentType="application/vnd.openxmlformats-officedocument.drawingml.diagramStyle+xml"/>
  <Override PartName="/ppt/diagrams/colors16.xml" ContentType="application/vnd.openxmlformats-officedocument.drawingml.diagramColors+xml"/>
  <Override PartName="/ppt/diagrams/drawing16.xml" ContentType="application/vnd.ms-office.drawingml.diagramDrawing+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44"/>
  </p:notesMasterIdLst>
  <p:handoutMasterIdLst>
    <p:handoutMasterId r:id="rId45"/>
  </p:handoutMasterIdLst>
  <p:sldIdLst>
    <p:sldId id="256" r:id="rId2"/>
    <p:sldId id="294" r:id="rId3"/>
    <p:sldId id="298" r:id="rId4"/>
    <p:sldId id="274" r:id="rId5"/>
    <p:sldId id="280" r:id="rId6"/>
    <p:sldId id="260" r:id="rId7"/>
    <p:sldId id="311" r:id="rId8"/>
    <p:sldId id="299" r:id="rId9"/>
    <p:sldId id="285" r:id="rId10"/>
    <p:sldId id="300" r:id="rId11"/>
    <p:sldId id="301" r:id="rId12"/>
    <p:sldId id="273" r:id="rId13"/>
    <p:sldId id="290" r:id="rId14"/>
    <p:sldId id="293" r:id="rId15"/>
    <p:sldId id="318" r:id="rId16"/>
    <p:sldId id="291" r:id="rId17"/>
    <p:sldId id="292" r:id="rId18"/>
    <p:sldId id="302" r:id="rId19"/>
    <p:sldId id="309" r:id="rId20"/>
    <p:sldId id="310" r:id="rId21"/>
    <p:sldId id="303" r:id="rId22"/>
    <p:sldId id="304" r:id="rId23"/>
    <p:sldId id="305" r:id="rId24"/>
    <p:sldId id="297" r:id="rId25"/>
    <p:sldId id="313" r:id="rId26"/>
    <p:sldId id="319" r:id="rId27"/>
    <p:sldId id="307" r:id="rId28"/>
    <p:sldId id="315" r:id="rId29"/>
    <p:sldId id="316" r:id="rId30"/>
    <p:sldId id="314" r:id="rId31"/>
    <p:sldId id="317" r:id="rId32"/>
    <p:sldId id="272" r:id="rId33"/>
    <p:sldId id="264" r:id="rId34"/>
    <p:sldId id="275" r:id="rId35"/>
    <p:sldId id="306" r:id="rId36"/>
    <p:sldId id="308" r:id="rId37"/>
    <p:sldId id="281" r:id="rId38"/>
    <p:sldId id="288" r:id="rId39"/>
    <p:sldId id="296" r:id="rId40"/>
    <p:sldId id="282" r:id="rId41"/>
    <p:sldId id="295" r:id="rId42"/>
    <p:sldId id="312" r:id="rId43"/>
  </p:sldIdLst>
  <p:sldSz cx="9144000" cy="5715000" type="screen16x10"/>
  <p:notesSz cx="7010400" cy="92964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616DA210-FB5B-4158-B5E0-FEB733F419BA}" styleName="Light Style 3">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band1H>
      <a:tcStyle>
        <a:tcBdr/>
        <a:fill>
          <a:solidFill>
            <a:schemeClr val="tx1">
              <a:alpha val="20000"/>
            </a:schemeClr>
          </a:solidFill>
        </a:fill>
      </a:tcStyle>
    </a:band1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50800" cmpd="dbl">
              <a:solidFill>
                <a:schemeClr val="tx1"/>
              </a:solidFill>
            </a:ln>
          </a:top>
        </a:tcBdr>
        <a:fill>
          <a:noFill/>
        </a:fill>
      </a:tcStyle>
    </a:lastRow>
    <a:firstRow>
      <a:tcTxStyle b="on"/>
      <a:tcStyle>
        <a:tcBdr>
          <a:bottom>
            <a:ln w="25400" cmpd="sng">
              <a:solidFill>
                <a:schemeClr val="tx1"/>
              </a:solidFill>
            </a:ln>
          </a:bottom>
        </a:tcBdr>
        <a:fill>
          <a:no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62" autoAdjust="0"/>
    <p:restoredTop sz="93073" autoAdjust="0"/>
  </p:normalViewPr>
  <p:slideViewPr>
    <p:cSldViewPr snapToGrid="0">
      <p:cViewPr>
        <p:scale>
          <a:sx n="130" d="100"/>
          <a:sy n="130" d="100"/>
        </p:scale>
        <p:origin x="-1074" y="-102"/>
      </p:cViewPr>
      <p:guideLst>
        <p:guide orient="horz" pos="1800"/>
        <p:guide pos="2880"/>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3" Type="http://schemas.openxmlformats.org/officeDocument/2006/relationships/slide" Target="slides/slide2.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viewProps" Target="view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presProps" Target="pres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41" Type="http://schemas.openxmlformats.org/officeDocument/2006/relationships/slide" Target="slides/slide40.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handoutMaster" Target="handoutMasters/handoutMaster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tableStyles" Target="tableStyle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notesMaster" Target="notesMasters/notesMaster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theme" Target="theme/theme1.xml"/><Relationship Id="rId8" Type="http://schemas.openxmlformats.org/officeDocument/2006/relationships/slide" Target="slides/slide7.xml"/></Relationships>
</file>

<file path=ppt/diagrams/colors1.xml><?xml version="1.0" encoding="utf-8"?>
<dgm:colorsDef xmlns:dgm="http://schemas.openxmlformats.org/drawingml/2006/diagram" xmlns:a="http://schemas.openxmlformats.org/drawingml/2006/main" uniqueId="urn:microsoft.com/office/officeart/2005/8/colors/colorful1">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xml><?xml version="1.0" encoding="utf-8"?>
<dgm:colorsDef xmlns:dgm="http://schemas.openxmlformats.org/drawingml/2006/diagram" xmlns:a="http://schemas.openxmlformats.org/drawingml/2006/main" uniqueId="urn:microsoft.com/office/officeart/2005/8/colors/colorful1">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xml><?xml version="1.0" encoding="utf-8"?>
<dgm:colorsDef xmlns:dgm="http://schemas.openxmlformats.org/drawingml/2006/diagram" xmlns:a="http://schemas.openxmlformats.org/drawingml/2006/main" uniqueId="urn:microsoft.com/office/officeart/2005/8/colors/colorful1">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4.xml><?xml version="1.0" encoding="utf-8"?>
<dgm:colorsDef xmlns:dgm="http://schemas.openxmlformats.org/drawingml/2006/diagram" xmlns:a="http://schemas.openxmlformats.org/drawingml/2006/main" uniqueId="urn:microsoft.com/office/officeart/2005/8/colors/colorful1">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5.xml><?xml version="1.0" encoding="utf-8"?>
<dgm:colorsDef xmlns:dgm="http://schemas.openxmlformats.org/drawingml/2006/diagram" xmlns:a="http://schemas.openxmlformats.org/drawingml/2006/main" uniqueId="urn:microsoft.com/office/officeart/2005/8/colors/colorful1">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6.xml><?xml version="1.0" encoding="utf-8"?>
<dgm:colorsDef xmlns:dgm="http://schemas.openxmlformats.org/drawingml/2006/diagram" xmlns:a="http://schemas.openxmlformats.org/drawingml/2006/main" uniqueId="urn:microsoft.com/office/officeart/2005/8/colors/colorful1">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7.xml><?xml version="1.0" encoding="utf-8"?>
<dgm:colorsDef xmlns:dgm="http://schemas.openxmlformats.org/drawingml/2006/diagram" xmlns:a="http://schemas.openxmlformats.org/drawingml/2006/main" uniqueId="urn:microsoft.com/office/officeart/2005/8/colors/colorful1">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8.xml><?xml version="1.0" encoding="utf-8"?>
<dgm:colorsDef xmlns:dgm="http://schemas.openxmlformats.org/drawingml/2006/diagram" xmlns:a="http://schemas.openxmlformats.org/drawingml/2006/main" uniqueId="urn:microsoft.com/office/officeart/2005/8/colors/colorful1">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9.xml><?xml version="1.0" encoding="utf-8"?>
<dgm:colorsDef xmlns:dgm="http://schemas.openxmlformats.org/drawingml/2006/diagram" xmlns:a="http://schemas.openxmlformats.org/drawingml/2006/main" uniqueId="urn:microsoft.com/office/officeart/2005/8/colors/colorful1">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0.xml><?xml version="1.0" encoding="utf-8"?>
<dgm:colorsDef xmlns:dgm="http://schemas.openxmlformats.org/drawingml/2006/diagram" xmlns:a="http://schemas.openxmlformats.org/drawingml/2006/main" uniqueId="urn:microsoft.com/office/officeart/2005/8/colors/colorful1">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1.xml><?xml version="1.0" encoding="utf-8"?>
<dgm:colorsDef xmlns:dgm="http://schemas.openxmlformats.org/drawingml/2006/diagram" xmlns:a="http://schemas.openxmlformats.org/drawingml/2006/main" uniqueId="urn:microsoft.com/office/officeart/2005/8/colors/colorful1">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2.xml><?xml version="1.0" encoding="utf-8"?>
<dgm:colorsDef xmlns:dgm="http://schemas.openxmlformats.org/drawingml/2006/diagram" xmlns:a="http://schemas.openxmlformats.org/drawingml/2006/main" uniqueId="urn:microsoft.com/office/officeart/2005/8/colors/colorful1">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3.xml><?xml version="1.0" encoding="utf-8"?>
<dgm:colorsDef xmlns:dgm="http://schemas.openxmlformats.org/drawingml/2006/diagram" xmlns:a="http://schemas.openxmlformats.org/drawingml/2006/main" uniqueId="urn:microsoft.com/office/officeart/2005/8/colors/colorful1">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4.xml><?xml version="1.0" encoding="utf-8"?>
<dgm:colorsDef xmlns:dgm="http://schemas.openxmlformats.org/drawingml/2006/diagram" xmlns:a="http://schemas.openxmlformats.org/drawingml/2006/main" uniqueId="urn:microsoft.com/office/officeart/2005/8/colors/colorful1">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5.xml><?xml version="1.0" encoding="utf-8"?>
<dgm:colorsDef xmlns:dgm="http://schemas.openxmlformats.org/drawingml/2006/diagram" xmlns:a="http://schemas.openxmlformats.org/drawingml/2006/main" uniqueId="urn:microsoft.com/office/officeart/2005/8/colors/colorful1">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6.xml><?xml version="1.0" encoding="utf-8"?>
<dgm:colorsDef xmlns:dgm="http://schemas.openxmlformats.org/drawingml/2006/diagram" xmlns:a="http://schemas.openxmlformats.org/drawingml/2006/main" uniqueId="urn:microsoft.com/office/officeart/2005/8/colors/colorful1">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E8371B40-932D-4D58-B0FA-03B0822BBA63}" type="doc">
      <dgm:prSet loTypeId="urn:microsoft.com/office/officeart/2005/8/layout/vList3" loCatId="list" qsTypeId="urn:microsoft.com/office/officeart/2005/8/quickstyle/simple1" qsCatId="simple" csTypeId="urn:microsoft.com/office/officeart/2005/8/colors/colorful1" csCatId="colorful" phldr="1"/>
      <dgm:spPr/>
    </dgm:pt>
    <dgm:pt modelId="{B0F4FFAA-AA80-445E-9016-4F8EF966E383}">
      <dgm:prSet phldrT="[Text]"/>
      <dgm:spPr/>
      <dgm:t>
        <a:bodyPr/>
        <a:lstStyle/>
        <a:p>
          <a:pPr algn="l"/>
          <a:r>
            <a:rPr lang="en-US" dirty="0" smtClean="0"/>
            <a:t>Significance and Importance</a:t>
          </a:r>
          <a:endParaRPr lang="en-US" dirty="0"/>
        </a:p>
      </dgm:t>
    </dgm:pt>
    <dgm:pt modelId="{161FD2C6-F8FE-472D-9C6C-A8F193FE86F0}" type="parTrans" cxnId="{B2D42D45-5E15-49C7-AE4A-85505E72454B}">
      <dgm:prSet/>
      <dgm:spPr/>
      <dgm:t>
        <a:bodyPr/>
        <a:lstStyle/>
        <a:p>
          <a:pPr algn="l"/>
          <a:endParaRPr lang="en-US"/>
        </a:p>
      </dgm:t>
    </dgm:pt>
    <dgm:pt modelId="{FAE80C6E-058E-4391-B0E3-CA25846C12CF}" type="sibTrans" cxnId="{B2D42D45-5E15-49C7-AE4A-85505E72454B}">
      <dgm:prSet/>
      <dgm:spPr/>
      <dgm:t>
        <a:bodyPr/>
        <a:lstStyle/>
        <a:p>
          <a:pPr algn="l"/>
          <a:endParaRPr lang="en-US"/>
        </a:p>
      </dgm:t>
    </dgm:pt>
    <dgm:pt modelId="{73451015-89A9-4506-B6A1-A52EDA752F1D}">
      <dgm:prSet phldrT="[Text]"/>
      <dgm:spPr/>
      <dgm:t>
        <a:bodyPr/>
        <a:lstStyle/>
        <a:p>
          <a:pPr algn="l"/>
          <a:r>
            <a:rPr lang="en-US" dirty="0" smtClean="0"/>
            <a:t>Research Questions and Hypotheses</a:t>
          </a:r>
          <a:endParaRPr lang="en-US" dirty="0"/>
        </a:p>
      </dgm:t>
    </dgm:pt>
    <dgm:pt modelId="{F1BE5A06-786B-4A3F-8FD7-B37CEC279176}" type="parTrans" cxnId="{62ABA70E-5B6E-4069-B47A-DC65F48F48CB}">
      <dgm:prSet/>
      <dgm:spPr/>
      <dgm:t>
        <a:bodyPr/>
        <a:lstStyle/>
        <a:p>
          <a:pPr algn="l"/>
          <a:endParaRPr lang="en-US"/>
        </a:p>
      </dgm:t>
    </dgm:pt>
    <dgm:pt modelId="{5627F2F0-4B45-4A01-AE4E-B1CB295E781E}" type="sibTrans" cxnId="{62ABA70E-5B6E-4069-B47A-DC65F48F48CB}">
      <dgm:prSet/>
      <dgm:spPr/>
      <dgm:t>
        <a:bodyPr/>
        <a:lstStyle/>
        <a:p>
          <a:pPr algn="l"/>
          <a:endParaRPr lang="en-US"/>
        </a:p>
      </dgm:t>
    </dgm:pt>
    <dgm:pt modelId="{75099817-D799-4D08-8D69-0234AF84D1FF}">
      <dgm:prSet phldrT="[Text]"/>
      <dgm:spPr/>
      <dgm:t>
        <a:bodyPr/>
        <a:lstStyle/>
        <a:p>
          <a:pPr algn="l"/>
          <a:r>
            <a:rPr lang="en-US" dirty="0" smtClean="0"/>
            <a:t>Literature Review</a:t>
          </a:r>
        </a:p>
      </dgm:t>
    </dgm:pt>
    <dgm:pt modelId="{C02AD437-CFD9-4E1A-B813-673FA16D4FF3}" type="parTrans" cxnId="{D718B188-BD93-4199-BC4E-FB01E2F269C8}">
      <dgm:prSet/>
      <dgm:spPr/>
      <dgm:t>
        <a:bodyPr/>
        <a:lstStyle/>
        <a:p>
          <a:pPr algn="l"/>
          <a:endParaRPr lang="en-US"/>
        </a:p>
      </dgm:t>
    </dgm:pt>
    <dgm:pt modelId="{170E5D74-100F-43DA-95A7-8BA8367E1240}" type="sibTrans" cxnId="{D718B188-BD93-4199-BC4E-FB01E2F269C8}">
      <dgm:prSet/>
      <dgm:spPr/>
      <dgm:t>
        <a:bodyPr/>
        <a:lstStyle/>
        <a:p>
          <a:pPr algn="l"/>
          <a:endParaRPr lang="en-US"/>
        </a:p>
      </dgm:t>
    </dgm:pt>
    <dgm:pt modelId="{EC7309A0-CF9B-44BE-B725-DF03D6D7BBC7}">
      <dgm:prSet phldrT="[Text]"/>
      <dgm:spPr/>
      <dgm:t>
        <a:bodyPr/>
        <a:lstStyle/>
        <a:p>
          <a:pPr algn="l"/>
          <a:r>
            <a:rPr lang="en-US" dirty="0" smtClean="0"/>
            <a:t>Methodology and Data</a:t>
          </a:r>
        </a:p>
      </dgm:t>
    </dgm:pt>
    <dgm:pt modelId="{EC92C729-8B65-4284-846A-6BE2199EB0BA}" type="parTrans" cxnId="{845A299F-67BC-4E60-B130-BF1B0872FEC9}">
      <dgm:prSet/>
      <dgm:spPr/>
      <dgm:t>
        <a:bodyPr/>
        <a:lstStyle/>
        <a:p>
          <a:pPr algn="l"/>
          <a:endParaRPr lang="en-US"/>
        </a:p>
      </dgm:t>
    </dgm:pt>
    <dgm:pt modelId="{F6BD6611-2AFA-4626-9432-28F22D51E3A2}" type="sibTrans" cxnId="{845A299F-67BC-4E60-B130-BF1B0872FEC9}">
      <dgm:prSet/>
      <dgm:spPr/>
      <dgm:t>
        <a:bodyPr/>
        <a:lstStyle/>
        <a:p>
          <a:pPr algn="l"/>
          <a:endParaRPr lang="en-US"/>
        </a:p>
      </dgm:t>
    </dgm:pt>
    <dgm:pt modelId="{7872EC56-464A-4AF7-A325-D8C04EC15CBC}">
      <dgm:prSet phldrT="[Text]"/>
      <dgm:spPr/>
      <dgm:t>
        <a:bodyPr/>
        <a:lstStyle/>
        <a:p>
          <a:pPr algn="l"/>
          <a:r>
            <a:rPr lang="en-US" dirty="0" smtClean="0"/>
            <a:t>Analysis and Expected Results</a:t>
          </a:r>
        </a:p>
      </dgm:t>
    </dgm:pt>
    <dgm:pt modelId="{5223AF15-77CC-4833-A5B1-731787DEF8BC}" type="parTrans" cxnId="{A9053817-889B-467E-BDFD-D479F2C8510D}">
      <dgm:prSet/>
      <dgm:spPr/>
      <dgm:t>
        <a:bodyPr/>
        <a:lstStyle/>
        <a:p>
          <a:pPr algn="l"/>
          <a:endParaRPr lang="en-US"/>
        </a:p>
      </dgm:t>
    </dgm:pt>
    <dgm:pt modelId="{39CAC057-C6C0-41D1-853D-7DBCF402493A}" type="sibTrans" cxnId="{A9053817-889B-467E-BDFD-D479F2C8510D}">
      <dgm:prSet/>
      <dgm:spPr/>
      <dgm:t>
        <a:bodyPr/>
        <a:lstStyle/>
        <a:p>
          <a:pPr algn="l"/>
          <a:endParaRPr lang="en-US"/>
        </a:p>
      </dgm:t>
    </dgm:pt>
    <dgm:pt modelId="{A62087BD-95E8-425C-AA08-2E3F5CB6E8F1}">
      <dgm:prSet phldrT="[Text]"/>
      <dgm:spPr/>
      <dgm:t>
        <a:bodyPr/>
        <a:lstStyle/>
        <a:p>
          <a:pPr algn="l"/>
          <a:r>
            <a:rPr lang="en-US" dirty="0" smtClean="0"/>
            <a:t>Limitations and Future Study</a:t>
          </a:r>
        </a:p>
      </dgm:t>
    </dgm:pt>
    <dgm:pt modelId="{A43B6C2D-897D-49E0-A48B-97FA0D2A46F0}" type="parTrans" cxnId="{AE336CEC-CD39-4D7E-B2DA-30AE65E59D35}">
      <dgm:prSet/>
      <dgm:spPr/>
      <dgm:t>
        <a:bodyPr/>
        <a:lstStyle/>
        <a:p>
          <a:pPr algn="l"/>
          <a:endParaRPr lang="en-US"/>
        </a:p>
      </dgm:t>
    </dgm:pt>
    <dgm:pt modelId="{E644DF36-F9C1-4FA2-AA54-CE524DDC1E5C}" type="sibTrans" cxnId="{AE336CEC-CD39-4D7E-B2DA-30AE65E59D35}">
      <dgm:prSet/>
      <dgm:spPr/>
      <dgm:t>
        <a:bodyPr/>
        <a:lstStyle/>
        <a:p>
          <a:pPr algn="l"/>
          <a:endParaRPr lang="en-US"/>
        </a:p>
      </dgm:t>
    </dgm:pt>
    <dgm:pt modelId="{9B4EC237-8822-4BBB-8CEA-053275063984}">
      <dgm:prSet phldrT="[Text]"/>
      <dgm:spPr/>
      <dgm:t>
        <a:bodyPr/>
        <a:lstStyle/>
        <a:p>
          <a:pPr algn="l"/>
          <a:r>
            <a:rPr lang="en-US" dirty="0" smtClean="0"/>
            <a:t>Open Discussion</a:t>
          </a:r>
        </a:p>
      </dgm:t>
    </dgm:pt>
    <dgm:pt modelId="{0E4DD1AD-A666-4612-8D23-B5D80390E8FE}" type="parTrans" cxnId="{BC6251F1-B4B1-4418-8CC3-1C322C59228C}">
      <dgm:prSet/>
      <dgm:spPr/>
      <dgm:t>
        <a:bodyPr/>
        <a:lstStyle/>
        <a:p>
          <a:pPr algn="l"/>
          <a:endParaRPr lang="en-US"/>
        </a:p>
      </dgm:t>
    </dgm:pt>
    <dgm:pt modelId="{39D612C0-AB2B-428F-B37B-99B621CBC2B2}" type="sibTrans" cxnId="{BC6251F1-B4B1-4418-8CC3-1C322C59228C}">
      <dgm:prSet/>
      <dgm:spPr/>
      <dgm:t>
        <a:bodyPr/>
        <a:lstStyle/>
        <a:p>
          <a:pPr algn="l"/>
          <a:endParaRPr lang="en-US"/>
        </a:p>
      </dgm:t>
    </dgm:pt>
    <dgm:pt modelId="{8D140726-B931-40D6-BB1B-B3F0A3626004}" type="pres">
      <dgm:prSet presAssocID="{E8371B40-932D-4D58-B0FA-03B0822BBA63}" presName="linearFlow" presStyleCnt="0">
        <dgm:presLayoutVars>
          <dgm:dir/>
          <dgm:resizeHandles val="exact"/>
        </dgm:presLayoutVars>
      </dgm:prSet>
      <dgm:spPr/>
    </dgm:pt>
    <dgm:pt modelId="{D9699B56-162B-48E0-A329-1EB01432F92C}" type="pres">
      <dgm:prSet presAssocID="{B0F4FFAA-AA80-445E-9016-4F8EF966E383}" presName="composite" presStyleCnt="0"/>
      <dgm:spPr/>
    </dgm:pt>
    <dgm:pt modelId="{6965332F-1952-481F-843C-8D6A4017949F}" type="pres">
      <dgm:prSet presAssocID="{B0F4FFAA-AA80-445E-9016-4F8EF966E383}" presName="imgShp" presStyleLbl="fgImgPlace1" presStyleIdx="0" presStyleCnt="7"/>
      <dgm:spPr/>
    </dgm:pt>
    <dgm:pt modelId="{90DF574F-C00C-419E-B294-5B62392995ED}" type="pres">
      <dgm:prSet presAssocID="{B0F4FFAA-AA80-445E-9016-4F8EF966E383}" presName="txShp" presStyleLbl="node1" presStyleIdx="0" presStyleCnt="7">
        <dgm:presLayoutVars>
          <dgm:bulletEnabled val="1"/>
        </dgm:presLayoutVars>
      </dgm:prSet>
      <dgm:spPr/>
      <dgm:t>
        <a:bodyPr/>
        <a:lstStyle/>
        <a:p>
          <a:endParaRPr lang="en-US"/>
        </a:p>
      </dgm:t>
    </dgm:pt>
    <dgm:pt modelId="{1B1F9459-3F38-48DE-85BF-8AA2BD174032}" type="pres">
      <dgm:prSet presAssocID="{FAE80C6E-058E-4391-B0E3-CA25846C12CF}" presName="spacing" presStyleCnt="0"/>
      <dgm:spPr/>
    </dgm:pt>
    <dgm:pt modelId="{0C2F101E-6C65-4DDF-BCBC-6CDAE1256EB3}" type="pres">
      <dgm:prSet presAssocID="{75099817-D799-4D08-8D69-0234AF84D1FF}" presName="composite" presStyleCnt="0"/>
      <dgm:spPr/>
    </dgm:pt>
    <dgm:pt modelId="{41043DCC-E95D-45E8-A50A-2765152EF6D5}" type="pres">
      <dgm:prSet presAssocID="{75099817-D799-4D08-8D69-0234AF84D1FF}" presName="imgShp" presStyleLbl="fgImgPlace1" presStyleIdx="1" presStyleCnt="7"/>
      <dgm:spPr/>
    </dgm:pt>
    <dgm:pt modelId="{89BEEAC4-E6ED-4176-A3A0-0FC265993473}" type="pres">
      <dgm:prSet presAssocID="{75099817-D799-4D08-8D69-0234AF84D1FF}" presName="txShp" presStyleLbl="node1" presStyleIdx="1" presStyleCnt="7">
        <dgm:presLayoutVars>
          <dgm:bulletEnabled val="1"/>
        </dgm:presLayoutVars>
      </dgm:prSet>
      <dgm:spPr/>
      <dgm:t>
        <a:bodyPr/>
        <a:lstStyle/>
        <a:p>
          <a:endParaRPr lang="en-US"/>
        </a:p>
      </dgm:t>
    </dgm:pt>
    <dgm:pt modelId="{50B09700-1528-4669-AFEB-3FDFE9EBF898}" type="pres">
      <dgm:prSet presAssocID="{170E5D74-100F-43DA-95A7-8BA8367E1240}" presName="spacing" presStyleCnt="0"/>
      <dgm:spPr/>
    </dgm:pt>
    <dgm:pt modelId="{CEBDAE1C-A04B-4A1B-BE45-2836AE5B458F}" type="pres">
      <dgm:prSet presAssocID="{73451015-89A9-4506-B6A1-A52EDA752F1D}" presName="composite" presStyleCnt="0"/>
      <dgm:spPr/>
    </dgm:pt>
    <dgm:pt modelId="{36AFC75F-A2DE-4365-8B77-BD5E3C0C770E}" type="pres">
      <dgm:prSet presAssocID="{73451015-89A9-4506-B6A1-A52EDA752F1D}" presName="imgShp" presStyleLbl="fgImgPlace1" presStyleIdx="2" presStyleCnt="7"/>
      <dgm:spPr/>
    </dgm:pt>
    <dgm:pt modelId="{9A83C161-7CE7-4FBE-A65B-AA864FAF26B5}" type="pres">
      <dgm:prSet presAssocID="{73451015-89A9-4506-B6A1-A52EDA752F1D}" presName="txShp" presStyleLbl="node1" presStyleIdx="2" presStyleCnt="7">
        <dgm:presLayoutVars>
          <dgm:bulletEnabled val="1"/>
        </dgm:presLayoutVars>
      </dgm:prSet>
      <dgm:spPr/>
      <dgm:t>
        <a:bodyPr/>
        <a:lstStyle/>
        <a:p>
          <a:endParaRPr lang="en-US"/>
        </a:p>
      </dgm:t>
    </dgm:pt>
    <dgm:pt modelId="{90FC40C4-3A9A-44FA-AA78-8F56E653007C}" type="pres">
      <dgm:prSet presAssocID="{5627F2F0-4B45-4A01-AE4E-B1CB295E781E}" presName="spacing" presStyleCnt="0"/>
      <dgm:spPr/>
    </dgm:pt>
    <dgm:pt modelId="{9DAD99BA-8144-4836-98DA-2412C87BE33F}" type="pres">
      <dgm:prSet presAssocID="{EC7309A0-CF9B-44BE-B725-DF03D6D7BBC7}" presName="composite" presStyleCnt="0"/>
      <dgm:spPr/>
    </dgm:pt>
    <dgm:pt modelId="{5B18C8C6-A1CA-45A7-9C87-F683F0C663F3}" type="pres">
      <dgm:prSet presAssocID="{EC7309A0-CF9B-44BE-B725-DF03D6D7BBC7}" presName="imgShp" presStyleLbl="fgImgPlace1" presStyleIdx="3" presStyleCnt="7"/>
      <dgm:spPr/>
    </dgm:pt>
    <dgm:pt modelId="{2612E7C1-5E4D-4B07-A5A4-1C7C1EF6A566}" type="pres">
      <dgm:prSet presAssocID="{EC7309A0-CF9B-44BE-B725-DF03D6D7BBC7}" presName="txShp" presStyleLbl="node1" presStyleIdx="3" presStyleCnt="7">
        <dgm:presLayoutVars>
          <dgm:bulletEnabled val="1"/>
        </dgm:presLayoutVars>
      </dgm:prSet>
      <dgm:spPr/>
      <dgm:t>
        <a:bodyPr/>
        <a:lstStyle/>
        <a:p>
          <a:endParaRPr lang="en-US"/>
        </a:p>
      </dgm:t>
    </dgm:pt>
    <dgm:pt modelId="{F177E6C5-1DE3-4DFE-940A-41800FD2E86A}" type="pres">
      <dgm:prSet presAssocID="{F6BD6611-2AFA-4626-9432-28F22D51E3A2}" presName="spacing" presStyleCnt="0"/>
      <dgm:spPr/>
    </dgm:pt>
    <dgm:pt modelId="{436B3A7C-485D-4FD6-BC68-10F43CA476F1}" type="pres">
      <dgm:prSet presAssocID="{7872EC56-464A-4AF7-A325-D8C04EC15CBC}" presName="composite" presStyleCnt="0"/>
      <dgm:spPr/>
    </dgm:pt>
    <dgm:pt modelId="{F713E425-6E59-482E-AFB2-1B507E620CC6}" type="pres">
      <dgm:prSet presAssocID="{7872EC56-464A-4AF7-A325-D8C04EC15CBC}" presName="imgShp" presStyleLbl="fgImgPlace1" presStyleIdx="4" presStyleCnt="7"/>
      <dgm:spPr/>
    </dgm:pt>
    <dgm:pt modelId="{E74D4CFD-B51F-4EF3-BA49-144E2D33D50E}" type="pres">
      <dgm:prSet presAssocID="{7872EC56-464A-4AF7-A325-D8C04EC15CBC}" presName="txShp" presStyleLbl="node1" presStyleIdx="4" presStyleCnt="7">
        <dgm:presLayoutVars>
          <dgm:bulletEnabled val="1"/>
        </dgm:presLayoutVars>
      </dgm:prSet>
      <dgm:spPr/>
      <dgm:t>
        <a:bodyPr/>
        <a:lstStyle/>
        <a:p>
          <a:endParaRPr lang="en-US"/>
        </a:p>
      </dgm:t>
    </dgm:pt>
    <dgm:pt modelId="{450592A2-55D1-4C81-A7E4-BE3ED7CEB4B2}" type="pres">
      <dgm:prSet presAssocID="{39CAC057-C6C0-41D1-853D-7DBCF402493A}" presName="spacing" presStyleCnt="0"/>
      <dgm:spPr/>
    </dgm:pt>
    <dgm:pt modelId="{BF695DB1-FBA8-46F2-8FD7-6832BCA30B2A}" type="pres">
      <dgm:prSet presAssocID="{A62087BD-95E8-425C-AA08-2E3F5CB6E8F1}" presName="composite" presStyleCnt="0"/>
      <dgm:spPr/>
    </dgm:pt>
    <dgm:pt modelId="{DAE632EB-9F97-4011-9001-B1C353BB1361}" type="pres">
      <dgm:prSet presAssocID="{A62087BD-95E8-425C-AA08-2E3F5CB6E8F1}" presName="imgShp" presStyleLbl="fgImgPlace1" presStyleIdx="5" presStyleCnt="7"/>
      <dgm:spPr/>
    </dgm:pt>
    <dgm:pt modelId="{6AA00FE8-242B-4888-A53F-D09E1E67898D}" type="pres">
      <dgm:prSet presAssocID="{A62087BD-95E8-425C-AA08-2E3F5CB6E8F1}" presName="txShp" presStyleLbl="node1" presStyleIdx="5" presStyleCnt="7">
        <dgm:presLayoutVars>
          <dgm:bulletEnabled val="1"/>
        </dgm:presLayoutVars>
      </dgm:prSet>
      <dgm:spPr/>
      <dgm:t>
        <a:bodyPr/>
        <a:lstStyle/>
        <a:p>
          <a:endParaRPr lang="en-US"/>
        </a:p>
      </dgm:t>
    </dgm:pt>
    <dgm:pt modelId="{DED85768-F284-486F-8B05-8A2ED3B7FDB9}" type="pres">
      <dgm:prSet presAssocID="{E644DF36-F9C1-4FA2-AA54-CE524DDC1E5C}" presName="spacing" presStyleCnt="0"/>
      <dgm:spPr/>
    </dgm:pt>
    <dgm:pt modelId="{1F3C1739-0F6E-4653-8A51-4EDC3E3E9587}" type="pres">
      <dgm:prSet presAssocID="{9B4EC237-8822-4BBB-8CEA-053275063984}" presName="composite" presStyleCnt="0"/>
      <dgm:spPr/>
    </dgm:pt>
    <dgm:pt modelId="{F5FF08DC-DB0C-4B35-B1F2-CF437C4987AF}" type="pres">
      <dgm:prSet presAssocID="{9B4EC237-8822-4BBB-8CEA-053275063984}" presName="imgShp" presStyleLbl="fgImgPlace1" presStyleIdx="6" presStyleCnt="7"/>
      <dgm:spPr/>
    </dgm:pt>
    <dgm:pt modelId="{1EAD7040-8FDD-4828-AED6-4F3F2F03D583}" type="pres">
      <dgm:prSet presAssocID="{9B4EC237-8822-4BBB-8CEA-053275063984}" presName="txShp" presStyleLbl="node1" presStyleIdx="6" presStyleCnt="7">
        <dgm:presLayoutVars>
          <dgm:bulletEnabled val="1"/>
        </dgm:presLayoutVars>
      </dgm:prSet>
      <dgm:spPr/>
      <dgm:t>
        <a:bodyPr/>
        <a:lstStyle/>
        <a:p>
          <a:endParaRPr lang="en-US"/>
        </a:p>
      </dgm:t>
    </dgm:pt>
  </dgm:ptLst>
  <dgm:cxnLst>
    <dgm:cxn modelId="{9EF1AF8A-F47F-45CD-AF66-B006ADA4B6C5}" type="presOf" srcId="{73451015-89A9-4506-B6A1-A52EDA752F1D}" destId="{9A83C161-7CE7-4FBE-A65B-AA864FAF26B5}" srcOrd="0" destOrd="0" presId="urn:microsoft.com/office/officeart/2005/8/layout/vList3"/>
    <dgm:cxn modelId="{B2D42D45-5E15-49C7-AE4A-85505E72454B}" srcId="{E8371B40-932D-4D58-B0FA-03B0822BBA63}" destId="{B0F4FFAA-AA80-445E-9016-4F8EF966E383}" srcOrd="0" destOrd="0" parTransId="{161FD2C6-F8FE-472D-9C6C-A8F193FE86F0}" sibTransId="{FAE80C6E-058E-4391-B0E3-CA25846C12CF}"/>
    <dgm:cxn modelId="{D718B188-BD93-4199-BC4E-FB01E2F269C8}" srcId="{E8371B40-932D-4D58-B0FA-03B0822BBA63}" destId="{75099817-D799-4D08-8D69-0234AF84D1FF}" srcOrd="1" destOrd="0" parTransId="{C02AD437-CFD9-4E1A-B813-673FA16D4FF3}" sibTransId="{170E5D74-100F-43DA-95A7-8BA8367E1240}"/>
    <dgm:cxn modelId="{62ABA70E-5B6E-4069-B47A-DC65F48F48CB}" srcId="{E8371B40-932D-4D58-B0FA-03B0822BBA63}" destId="{73451015-89A9-4506-B6A1-A52EDA752F1D}" srcOrd="2" destOrd="0" parTransId="{F1BE5A06-786B-4A3F-8FD7-B37CEC279176}" sibTransId="{5627F2F0-4B45-4A01-AE4E-B1CB295E781E}"/>
    <dgm:cxn modelId="{55505B2C-A05F-4FD6-9BD6-E6EDC81C0CC7}" type="presOf" srcId="{B0F4FFAA-AA80-445E-9016-4F8EF966E383}" destId="{90DF574F-C00C-419E-B294-5B62392995ED}" srcOrd="0" destOrd="0" presId="urn:microsoft.com/office/officeart/2005/8/layout/vList3"/>
    <dgm:cxn modelId="{6A5D3F3E-2589-45C4-820F-F344193BB59B}" type="presOf" srcId="{EC7309A0-CF9B-44BE-B725-DF03D6D7BBC7}" destId="{2612E7C1-5E4D-4B07-A5A4-1C7C1EF6A566}" srcOrd="0" destOrd="0" presId="urn:microsoft.com/office/officeart/2005/8/layout/vList3"/>
    <dgm:cxn modelId="{E07C89D6-682A-43A4-A7A8-90604C17B076}" type="presOf" srcId="{E8371B40-932D-4D58-B0FA-03B0822BBA63}" destId="{8D140726-B931-40D6-BB1B-B3F0A3626004}" srcOrd="0" destOrd="0" presId="urn:microsoft.com/office/officeart/2005/8/layout/vList3"/>
    <dgm:cxn modelId="{7E33ED63-3D87-4751-B366-8B0EE3CB8609}" type="presOf" srcId="{75099817-D799-4D08-8D69-0234AF84D1FF}" destId="{89BEEAC4-E6ED-4176-A3A0-0FC265993473}" srcOrd="0" destOrd="0" presId="urn:microsoft.com/office/officeart/2005/8/layout/vList3"/>
    <dgm:cxn modelId="{845A299F-67BC-4E60-B130-BF1B0872FEC9}" srcId="{E8371B40-932D-4D58-B0FA-03B0822BBA63}" destId="{EC7309A0-CF9B-44BE-B725-DF03D6D7BBC7}" srcOrd="3" destOrd="0" parTransId="{EC92C729-8B65-4284-846A-6BE2199EB0BA}" sibTransId="{F6BD6611-2AFA-4626-9432-28F22D51E3A2}"/>
    <dgm:cxn modelId="{0EABE6AF-14E9-449F-BD30-1DCC078B80CF}" type="presOf" srcId="{A62087BD-95E8-425C-AA08-2E3F5CB6E8F1}" destId="{6AA00FE8-242B-4888-A53F-D09E1E67898D}" srcOrd="0" destOrd="0" presId="urn:microsoft.com/office/officeart/2005/8/layout/vList3"/>
    <dgm:cxn modelId="{25834EAF-E348-4D3A-A65E-46864A676B0E}" type="presOf" srcId="{7872EC56-464A-4AF7-A325-D8C04EC15CBC}" destId="{E74D4CFD-B51F-4EF3-BA49-144E2D33D50E}" srcOrd="0" destOrd="0" presId="urn:microsoft.com/office/officeart/2005/8/layout/vList3"/>
    <dgm:cxn modelId="{57A1A3C5-4E2B-4339-A314-7C18622E4D98}" type="presOf" srcId="{9B4EC237-8822-4BBB-8CEA-053275063984}" destId="{1EAD7040-8FDD-4828-AED6-4F3F2F03D583}" srcOrd="0" destOrd="0" presId="urn:microsoft.com/office/officeart/2005/8/layout/vList3"/>
    <dgm:cxn modelId="{AE336CEC-CD39-4D7E-B2DA-30AE65E59D35}" srcId="{E8371B40-932D-4D58-B0FA-03B0822BBA63}" destId="{A62087BD-95E8-425C-AA08-2E3F5CB6E8F1}" srcOrd="5" destOrd="0" parTransId="{A43B6C2D-897D-49E0-A48B-97FA0D2A46F0}" sibTransId="{E644DF36-F9C1-4FA2-AA54-CE524DDC1E5C}"/>
    <dgm:cxn modelId="{A9053817-889B-467E-BDFD-D479F2C8510D}" srcId="{E8371B40-932D-4D58-B0FA-03B0822BBA63}" destId="{7872EC56-464A-4AF7-A325-D8C04EC15CBC}" srcOrd="4" destOrd="0" parTransId="{5223AF15-77CC-4833-A5B1-731787DEF8BC}" sibTransId="{39CAC057-C6C0-41D1-853D-7DBCF402493A}"/>
    <dgm:cxn modelId="{BC6251F1-B4B1-4418-8CC3-1C322C59228C}" srcId="{E8371B40-932D-4D58-B0FA-03B0822BBA63}" destId="{9B4EC237-8822-4BBB-8CEA-053275063984}" srcOrd="6" destOrd="0" parTransId="{0E4DD1AD-A666-4612-8D23-B5D80390E8FE}" sibTransId="{39D612C0-AB2B-428F-B37B-99B621CBC2B2}"/>
    <dgm:cxn modelId="{8D3A54AB-7538-41A7-9347-5FA641DA684E}" type="presParOf" srcId="{8D140726-B931-40D6-BB1B-B3F0A3626004}" destId="{D9699B56-162B-48E0-A329-1EB01432F92C}" srcOrd="0" destOrd="0" presId="urn:microsoft.com/office/officeart/2005/8/layout/vList3"/>
    <dgm:cxn modelId="{70934D8E-CFAE-4C31-8693-1D6CA5A2D018}" type="presParOf" srcId="{D9699B56-162B-48E0-A329-1EB01432F92C}" destId="{6965332F-1952-481F-843C-8D6A4017949F}" srcOrd="0" destOrd="0" presId="urn:microsoft.com/office/officeart/2005/8/layout/vList3"/>
    <dgm:cxn modelId="{8D8D72BB-CA01-44F2-8946-A66A9A04446F}" type="presParOf" srcId="{D9699B56-162B-48E0-A329-1EB01432F92C}" destId="{90DF574F-C00C-419E-B294-5B62392995ED}" srcOrd="1" destOrd="0" presId="urn:microsoft.com/office/officeart/2005/8/layout/vList3"/>
    <dgm:cxn modelId="{B7455723-DF52-47F6-9F86-B02AE97B6649}" type="presParOf" srcId="{8D140726-B931-40D6-BB1B-B3F0A3626004}" destId="{1B1F9459-3F38-48DE-85BF-8AA2BD174032}" srcOrd="1" destOrd="0" presId="urn:microsoft.com/office/officeart/2005/8/layout/vList3"/>
    <dgm:cxn modelId="{F21BAF03-20CF-4687-87BF-E50913CD2CA7}" type="presParOf" srcId="{8D140726-B931-40D6-BB1B-B3F0A3626004}" destId="{0C2F101E-6C65-4DDF-BCBC-6CDAE1256EB3}" srcOrd="2" destOrd="0" presId="urn:microsoft.com/office/officeart/2005/8/layout/vList3"/>
    <dgm:cxn modelId="{A4EDD6BF-4CA5-4236-A79A-E57A67C1B6EC}" type="presParOf" srcId="{0C2F101E-6C65-4DDF-BCBC-6CDAE1256EB3}" destId="{41043DCC-E95D-45E8-A50A-2765152EF6D5}" srcOrd="0" destOrd="0" presId="urn:microsoft.com/office/officeart/2005/8/layout/vList3"/>
    <dgm:cxn modelId="{BF2BBA51-DAC6-413C-A5CD-D2976FD81A87}" type="presParOf" srcId="{0C2F101E-6C65-4DDF-BCBC-6CDAE1256EB3}" destId="{89BEEAC4-E6ED-4176-A3A0-0FC265993473}" srcOrd="1" destOrd="0" presId="urn:microsoft.com/office/officeart/2005/8/layout/vList3"/>
    <dgm:cxn modelId="{D5DECC4E-A507-4742-B5FB-077B9C5C7145}" type="presParOf" srcId="{8D140726-B931-40D6-BB1B-B3F0A3626004}" destId="{50B09700-1528-4669-AFEB-3FDFE9EBF898}" srcOrd="3" destOrd="0" presId="urn:microsoft.com/office/officeart/2005/8/layout/vList3"/>
    <dgm:cxn modelId="{44A4A001-896F-4E0F-A658-CE9642E68588}" type="presParOf" srcId="{8D140726-B931-40D6-BB1B-B3F0A3626004}" destId="{CEBDAE1C-A04B-4A1B-BE45-2836AE5B458F}" srcOrd="4" destOrd="0" presId="urn:microsoft.com/office/officeart/2005/8/layout/vList3"/>
    <dgm:cxn modelId="{D077E8B9-2108-48EC-970B-306EA97FF5BA}" type="presParOf" srcId="{CEBDAE1C-A04B-4A1B-BE45-2836AE5B458F}" destId="{36AFC75F-A2DE-4365-8B77-BD5E3C0C770E}" srcOrd="0" destOrd="0" presId="urn:microsoft.com/office/officeart/2005/8/layout/vList3"/>
    <dgm:cxn modelId="{623EF30C-6D88-45D4-889A-1111A0BC9C22}" type="presParOf" srcId="{CEBDAE1C-A04B-4A1B-BE45-2836AE5B458F}" destId="{9A83C161-7CE7-4FBE-A65B-AA864FAF26B5}" srcOrd="1" destOrd="0" presId="urn:microsoft.com/office/officeart/2005/8/layout/vList3"/>
    <dgm:cxn modelId="{D1DD7BD3-47E2-4DD5-B682-52C73B09E147}" type="presParOf" srcId="{8D140726-B931-40D6-BB1B-B3F0A3626004}" destId="{90FC40C4-3A9A-44FA-AA78-8F56E653007C}" srcOrd="5" destOrd="0" presId="urn:microsoft.com/office/officeart/2005/8/layout/vList3"/>
    <dgm:cxn modelId="{CD55340D-6DC1-4D94-9EA3-F6F0B9EA3B5B}" type="presParOf" srcId="{8D140726-B931-40D6-BB1B-B3F0A3626004}" destId="{9DAD99BA-8144-4836-98DA-2412C87BE33F}" srcOrd="6" destOrd="0" presId="urn:microsoft.com/office/officeart/2005/8/layout/vList3"/>
    <dgm:cxn modelId="{7607F850-AF95-481D-9AB9-3732F281F5DB}" type="presParOf" srcId="{9DAD99BA-8144-4836-98DA-2412C87BE33F}" destId="{5B18C8C6-A1CA-45A7-9C87-F683F0C663F3}" srcOrd="0" destOrd="0" presId="urn:microsoft.com/office/officeart/2005/8/layout/vList3"/>
    <dgm:cxn modelId="{C849E3E8-BFFC-477F-8CDF-2362CE981153}" type="presParOf" srcId="{9DAD99BA-8144-4836-98DA-2412C87BE33F}" destId="{2612E7C1-5E4D-4B07-A5A4-1C7C1EF6A566}" srcOrd="1" destOrd="0" presId="urn:microsoft.com/office/officeart/2005/8/layout/vList3"/>
    <dgm:cxn modelId="{30873C6E-807D-4422-9AA5-DFE672DC166C}" type="presParOf" srcId="{8D140726-B931-40D6-BB1B-B3F0A3626004}" destId="{F177E6C5-1DE3-4DFE-940A-41800FD2E86A}" srcOrd="7" destOrd="0" presId="urn:microsoft.com/office/officeart/2005/8/layout/vList3"/>
    <dgm:cxn modelId="{1C1D8F17-4741-4018-96E6-B3F438212672}" type="presParOf" srcId="{8D140726-B931-40D6-BB1B-B3F0A3626004}" destId="{436B3A7C-485D-4FD6-BC68-10F43CA476F1}" srcOrd="8" destOrd="0" presId="urn:microsoft.com/office/officeart/2005/8/layout/vList3"/>
    <dgm:cxn modelId="{5AB8AB28-EB9D-4AA7-ABF1-407CE64240DA}" type="presParOf" srcId="{436B3A7C-485D-4FD6-BC68-10F43CA476F1}" destId="{F713E425-6E59-482E-AFB2-1B507E620CC6}" srcOrd="0" destOrd="0" presId="urn:microsoft.com/office/officeart/2005/8/layout/vList3"/>
    <dgm:cxn modelId="{9570B1D5-526F-48A4-B05D-9763C0CD3791}" type="presParOf" srcId="{436B3A7C-485D-4FD6-BC68-10F43CA476F1}" destId="{E74D4CFD-B51F-4EF3-BA49-144E2D33D50E}" srcOrd="1" destOrd="0" presId="urn:microsoft.com/office/officeart/2005/8/layout/vList3"/>
    <dgm:cxn modelId="{7A407F0D-5D11-4F6B-8D7C-F4570F487A6C}" type="presParOf" srcId="{8D140726-B931-40D6-BB1B-B3F0A3626004}" destId="{450592A2-55D1-4C81-A7E4-BE3ED7CEB4B2}" srcOrd="9" destOrd="0" presId="urn:microsoft.com/office/officeart/2005/8/layout/vList3"/>
    <dgm:cxn modelId="{710B4DFE-72D2-4590-A75A-428E5F85D999}" type="presParOf" srcId="{8D140726-B931-40D6-BB1B-B3F0A3626004}" destId="{BF695DB1-FBA8-46F2-8FD7-6832BCA30B2A}" srcOrd="10" destOrd="0" presId="urn:microsoft.com/office/officeart/2005/8/layout/vList3"/>
    <dgm:cxn modelId="{B69BF7B9-C73C-439C-91B7-92F198B163E8}" type="presParOf" srcId="{BF695DB1-FBA8-46F2-8FD7-6832BCA30B2A}" destId="{DAE632EB-9F97-4011-9001-B1C353BB1361}" srcOrd="0" destOrd="0" presId="urn:microsoft.com/office/officeart/2005/8/layout/vList3"/>
    <dgm:cxn modelId="{E460B0FF-9F63-4249-85DF-298A0ACF8735}" type="presParOf" srcId="{BF695DB1-FBA8-46F2-8FD7-6832BCA30B2A}" destId="{6AA00FE8-242B-4888-A53F-D09E1E67898D}" srcOrd="1" destOrd="0" presId="urn:microsoft.com/office/officeart/2005/8/layout/vList3"/>
    <dgm:cxn modelId="{E0E600FF-3F85-4BF6-8F6A-8B3FF12C5C72}" type="presParOf" srcId="{8D140726-B931-40D6-BB1B-B3F0A3626004}" destId="{DED85768-F284-486F-8B05-8A2ED3B7FDB9}" srcOrd="11" destOrd="0" presId="urn:microsoft.com/office/officeart/2005/8/layout/vList3"/>
    <dgm:cxn modelId="{1F13126C-1C61-4F30-AAF5-48B79D80B127}" type="presParOf" srcId="{8D140726-B931-40D6-BB1B-B3F0A3626004}" destId="{1F3C1739-0F6E-4653-8A51-4EDC3E3E9587}" srcOrd="12" destOrd="0" presId="urn:microsoft.com/office/officeart/2005/8/layout/vList3"/>
    <dgm:cxn modelId="{FBEC63D7-52B7-4894-BA03-9FBCE2E25DD0}" type="presParOf" srcId="{1F3C1739-0F6E-4653-8A51-4EDC3E3E9587}" destId="{F5FF08DC-DB0C-4B35-B1F2-CF437C4987AF}" srcOrd="0" destOrd="0" presId="urn:microsoft.com/office/officeart/2005/8/layout/vList3"/>
    <dgm:cxn modelId="{3407EA83-D653-4579-AD10-3D279F0AB053}" type="presParOf" srcId="{1F3C1739-0F6E-4653-8A51-4EDC3E3E9587}" destId="{1EAD7040-8FDD-4828-AED6-4F3F2F03D583}" srcOrd="1" destOrd="0" presId="urn:microsoft.com/office/officeart/2005/8/layout/vList3"/>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2.xml><?xml version="1.0" encoding="utf-8"?>
<dgm:dataModel xmlns:dgm="http://schemas.openxmlformats.org/drawingml/2006/diagram" xmlns:a="http://schemas.openxmlformats.org/drawingml/2006/main">
  <dgm:ptLst>
    <dgm:pt modelId="{E12051B9-F660-41FB-9BFB-187ECABCD821}" type="doc">
      <dgm:prSet loTypeId="urn:microsoft.com/office/officeart/2005/8/layout/hProcess7" loCatId="list" qsTypeId="urn:microsoft.com/office/officeart/2005/8/quickstyle/simple1" qsCatId="simple" csTypeId="urn:microsoft.com/office/officeart/2005/8/colors/colorful1" csCatId="colorful" phldr="1"/>
      <dgm:spPr/>
      <dgm:t>
        <a:bodyPr/>
        <a:lstStyle/>
        <a:p>
          <a:endParaRPr lang="en-US"/>
        </a:p>
      </dgm:t>
    </dgm:pt>
    <dgm:pt modelId="{56D25664-E470-4423-B8A9-9B6E4F3E9501}">
      <dgm:prSet phldrT="[Text]" custT="1"/>
      <dgm:spPr/>
      <dgm:t>
        <a:bodyPr/>
        <a:lstStyle/>
        <a:p>
          <a:r>
            <a:rPr lang="en-US" sz="2000" b="1" u="sng" dirty="0" smtClean="0"/>
            <a:t>Construct</a:t>
          </a:r>
          <a:endParaRPr lang="en-US" sz="2000" b="1" u="sng" dirty="0"/>
        </a:p>
      </dgm:t>
    </dgm:pt>
    <dgm:pt modelId="{AE225F17-CB4A-4698-895E-495209A24EDD}" type="parTrans" cxnId="{874CAB56-E993-4BA7-B073-DD6F211AB452}">
      <dgm:prSet/>
      <dgm:spPr/>
      <dgm:t>
        <a:bodyPr/>
        <a:lstStyle/>
        <a:p>
          <a:endParaRPr lang="en-US"/>
        </a:p>
      </dgm:t>
    </dgm:pt>
    <dgm:pt modelId="{0513D618-905F-43E6-8DF3-0764A99732D8}" type="sibTrans" cxnId="{874CAB56-E993-4BA7-B073-DD6F211AB452}">
      <dgm:prSet/>
      <dgm:spPr/>
      <dgm:t>
        <a:bodyPr/>
        <a:lstStyle/>
        <a:p>
          <a:endParaRPr lang="en-US"/>
        </a:p>
      </dgm:t>
    </dgm:pt>
    <dgm:pt modelId="{F754AD28-8B54-47D9-83F1-8D45F35B4A81}">
      <dgm:prSet phldrT="[Text]" custT="1"/>
      <dgm:spPr/>
      <dgm:t>
        <a:bodyPr/>
        <a:lstStyle/>
        <a:p>
          <a:r>
            <a:rPr lang="en-US" sz="3600" dirty="0" smtClean="0"/>
            <a:t>Technology</a:t>
          </a:r>
          <a:endParaRPr lang="en-US" sz="3600" dirty="0"/>
        </a:p>
      </dgm:t>
    </dgm:pt>
    <dgm:pt modelId="{26AD8160-5FF5-41BE-AFAF-E29D66F0469B}" type="parTrans" cxnId="{C5F869C1-8FEF-4035-9EC3-FDF0092FF2C9}">
      <dgm:prSet/>
      <dgm:spPr/>
      <dgm:t>
        <a:bodyPr/>
        <a:lstStyle/>
        <a:p>
          <a:endParaRPr lang="en-US"/>
        </a:p>
      </dgm:t>
    </dgm:pt>
    <dgm:pt modelId="{BE9BECBC-F94F-4E2F-BDB2-93E8BAEBEFE7}" type="sibTrans" cxnId="{C5F869C1-8FEF-4035-9EC3-FDF0092FF2C9}">
      <dgm:prSet/>
      <dgm:spPr/>
      <dgm:t>
        <a:bodyPr/>
        <a:lstStyle/>
        <a:p>
          <a:endParaRPr lang="en-US"/>
        </a:p>
      </dgm:t>
    </dgm:pt>
    <dgm:pt modelId="{275823A6-DA31-4015-971F-013EA967541C}">
      <dgm:prSet phldrT="[Text]" custT="1"/>
      <dgm:spPr/>
      <dgm:t>
        <a:bodyPr/>
        <a:lstStyle/>
        <a:p>
          <a:r>
            <a:rPr lang="en-US" sz="2000" b="1" u="sng" dirty="0" smtClean="0"/>
            <a:t>Literature</a:t>
          </a:r>
          <a:endParaRPr lang="en-US" sz="2000" b="1" u="sng" dirty="0"/>
        </a:p>
      </dgm:t>
    </dgm:pt>
    <dgm:pt modelId="{875E5474-64E5-4108-955A-9C4C5981F19E}" type="parTrans" cxnId="{7437843E-C873-4F0A-B5EA-DE17D4B19CEC}">
      <dgm:prSet/>
      <dgm:spPr/>
      <dgm:t>
        <a:bodyPr/>
        <a:lstStyle/>
        <a:p>
          <a:endParaRPr lang="en-US"/>
        </a:p>
      </dgm:t>
    </dgm:pt>
    <dgm:pt modelId="{51902D99-3A7E-49E6-ACF4-64573B002DF3}" type="sibTrans" cxnId="{7437843E-C873-4F0A-B5EA-DE17D4B19CEC}">
      <dgm:prSet/>
      <dgm:spPr/>
      <dgm:t>
        <a:bodyPr/>
        <a:lstStyle/>
        <a:p>
          <a:endParaRPr lang="en-US"/>
        </a:p>
      </dgm:t>
    </dgm:pt>
    <dgm:pt modelId="{E7E09A88-A855-416A-B17D-5608BAB5F968}">
      <dgm:prSet phldrT="[Text]" custT="1"/>
      <dgm:spPr/>
      <dgm:t>
        <a:bodyPr/>
        <a:lstStyle/>
        <a:p>
          <a:r>
            <a:rPr lang="en-US" sz="1800" dirty="0" smtClean="0"/>
            <a:t>Patent rights to an invention</a:t>
          </a:r>
          <a:endParaRPr lang="en-US" sz="1800" dirty="0"/>
        </a:p>
      </dgm:t>
    </dgm:pt>
    <dgm:pt modelId="{791A9365-62E9-4724-B5DD-36351582D82E}" type="parTrans" cxnId="{955316F3-D59D-4E22-BAC5-4B54F7BE800A}">
      <dgm:prSet/>
      <dgm:spPr/>
      <dgm:t>
        <a:bodyPr/>
        <a:lstStyle/>
        <a:p>
          <a:endParaRPr lang="en-US"/>
        </a:p>
      </dgm:t>
    </dgm:pt>
    <dgm:pt modelId="{C2A5DE0A-7824-4E35-BB27-47DBE8541DB5}" type="sibTrans" cxnId="{955316F3-D59D-4E22-BAC5-4B54F7BE800A}">
      <dgm:prSet/>
      <dgm:spPr/>
      <dgm:t>
        <a:bodyPr/>
        <a:lstStyle/>
        <a:p>
          <a:endParaRPr lang="en-US"/>
        </a:p>
      </dgm:t>
    </dgm:pt>
    <dgm:pt modelId="{2645AA64-F59A-4567-9741-8E504AE7F8ED}">
      <dgm:prSet phldrT="[Text]" custT="1"/>
      <dgm:spPr/>
      <dgm:t>
        <a:bodyPr/>
        <a:lstStyle/>
        <a:p>
          <a:r>
            <a:rPr lang="en-US" sz="2000" b="1" u="sng" dirty="0" smtClean="0"/>
            <a:t>Observations</a:t>
          </a:r>
          <a:endParaRPr lang="en-US" sz="2000" b="1" u="sng" dirty="0"/>
        </a:p>
      </dgm:t>
    </dgm:pt>
    <dgm:pt modelId="{AC7E47B7-C191-494F-A858-138D80EBAA8B}" type="parTrans" cxnId="{9CD48B93-ABB8-433A-A639-193F0A28CBE5}">
      <dgm:prSet/>
      <dgm:spPr/>
      <dgm:t>
        <a:bodyPr/>
        <a:lstStyle/>
        <a:p>
          <a:endParaRPr lang="en-US"/>
        </a:p>
      </dgm:t>
    </dgm:pt>
    <dgm:pt modelId="{8534D89E-94B4-4294-B728-B7172A8E774D}" type="sibTrans" cxnId="{9CD48B93-ABB8-433A-A639-193F0A28CBE5}">
      <dgm:prSet/>
      <dgm:spPr/>
      <dgm:t>
        <a:bodyPr/>
        <a:lstStyle/>
        <a:p>
          <a:endParaRPr lang="en-US"/>
        </a:p>
      </dgm:t>
    </dgm:pt>
    <dgm:pt modelId="{D264B8C8-0C74-4047-BC3D-D328ABB04B07}">
      <dgm:prSet phldrT="[Text]" custT="1"/>
      <dgm:spPr/>
      <dgm:t>
        <a:bodyPr/>
        <a:lstStyle/>
        <a:p>
          <a:r>
            <a:rPr lang="en-US" sz="1800" dirty="0" smtClean="0"/>
            <a:t>Not all technology is patentable.</a:t>
          </a:r>
        </a:p>
        <a:p>
          <a:r>
            <a:rPr lang="en-US" sz="1800" dirty="0" smtClean="0"/>
            <a:t>Not all technology is produced by academia.</a:t>
          </a:r>
        </a:p>
        <a:p>
          <a:r>
            <a:rPr lang="en-US" sz="1800" dirty="0" smtClean="0"/>
            <a:t>Academic knowledge and technology are not synonymous.</a:t>
          </a:r>
          <a:endParaRPr lang="en-US" sz="1800" dirty="0"/>
        </a:p>
      </dgm:t>
    </dgm:pt>
    <dgm:pt modelId="{EFE8DCE1-CB9B-44C0-BE30-595BF1898A8E}" type="parTrans" cxnId="{DB884937-1E09-49E0-BABE-97AC4679294D}">
      <dgm:prSet/>
      <dgm:spPr/>
      <dgm:t>
        <a:bodyPr/>
        <a:lstStyle/>
        <a:p>
          <a:endParaRPr lang="en-US"/>
        </a:p>
      </dgm:t>
    </dgm:pt>
    <dgm:pt modelId="{E5F6790C-BCA3-4DEC-A52E-7D738F9F57BD}" type="sibTrans" cxnId="{DB884937-1E09-49E0-BABE-97AC4679294D}">
      <dgm:prSet/>
      <dgm:spPr/>
      <dgm:t>
        <a:bodyPr/>
        <a:lstStyle/>
        <a:p>
          <a:endParaRPr lang="en-US"/>
        </a:p>
      </dgm:t>
    </dgm:pt>
    <dgm:pt modelId="{44D6C47C-2A82-400A-88DF-CE700FE5B4F6}">
      <dgm:prSet phldrT="[Text]" custT="1"/>
      <dgm:spPr/>
      <dgm:t>
        <a:bodyPr/>
        <a:lstStyle/>
        <a:p>
          <a:r>
            <a:rPr lang="en-US" sz="1400" dirty="0" err="1" smtClean="0"/>
            <a:t>Markman</a:t>
          </a:r>
          <a:r>
            <a:rPr lang="en-US" sz="1400" dirty="0" smtClean="0"/>
            <a:t>, </a:t>
          </a:r>
          <a:r>
            <a:rPr lang="en-US" sz="1400" dirty="0" err="1" smtClean="0"/>
            <a:t>Gianiodis</a:t>
          </a:r>
          <a:r>
            <a:rPr lang="en-US" sz="1400" dirty="0" smtClean="0"/>
            <a:t> &amp; Phan (2019)</a:t>
          </a:r>
          <a:endParaRPr lang="en-US" sz="1400" dirty="0"/>
        </a:p>
      </dgm:t>
    </dgm:pt>
    <dgm:pt modelId="{1D9B40F5-809E-4085-AAB3-28E848A0A618}" type="parTrans" cxnId="{AFC158A3-0A26-443F-8850-EAF636B0FB18}">
      <dgm:prSet/>
      <dgm:spPr/>
      <dgm:t>
        <a:bodyPr/>
        <a:lstStyle/>
        <a:p>
          <a:endParaRPr lang="en-US"/>
        </a:p>
      </dgm:t>
    </dgm:pt>
    <dgm:pt modelId="{9B0B3DE2-7641-427F-B8AC-F1DF4D7C1DD9}" type="sibTrans" cxnId="{AFC158A3-0A26-443F-8850-EAF636B0FB18}">
      <dgm:prSet/>
      <dgm:spPr/>
      <dgm:t>
        <a:bodyPr/>
        <a:lstStyle/>
        <a:p>
          <a:endParaRPr lang="en-US"/>
        </a:p>
      </dgm:t>
    </dgm:pt>
    <dgm:pt modelId="{7EEB8A88-FDA5-4732-BE90-4CACB02E33E7}">
      <dgm:prSet phldrT="[Text]" custT="1"/>
      <dgm:spPr/>
      <dgm:t>
        <a:bodyPr/>
        <a:lstStyle/>
        <a:p>
          <a:r>
            <a:rPr lang="en-US" sz="1800" dirty="0" smtClean="0"/>
            <a:t>Academic knowledge</a:t>
          </a:r>
          <a:endParaRPr lang="en-US" sz="1800" dirty="0"/>
        </a:p>
      </dgm:t>
    </dgm:pt>
    <dgm:pt modelId="{08ABF450-8327-4DFA-BDB7-A28ABFD7D78D}" type="parTrans" cxnId="{74CE3F80-6897-41CB-B518-5A26A0BBD928}">
      <dgm:prSet/>
      <dgm:spPr/>
      <dgm:t>
        <a:bodyPr/>
        <a:lstStyle/>
        <a:p>
          <a:endParaRPr lang="en-US"/>
        </a:p>
      </dgm:t>
    </dgm:pt>
    <dgm:pt modelId="{7C3F2F24-22CB-4095-B34A-9BAB3C3F6517}" type="sibTrans" cxnId="{74CE3F80-6897-41CB-B518-5A26A0BBD928}">
      <dgm:prSet/>
      <dgm:spPr/>
      <dgm:t>
        <a:bodyPr/>
        <a:lstStyle/>
        <a:p>
          <a:endParaRPr lang="en-US"/>
        </a:p>
      </dgm:t>
    </dgm:pt>
    <dgm:pt modelId="{2CC1F9DA-9BD5-4E70-B92A-8B0545959FAA}">
      <dgm:prSet phldrT="[Text]" custT="1"/>
      <dgm:spPr/>
      <dgm:t>
        <a:bodyPr/>
        <a:lstStyle/>
        <a:p>
          <a:r>
            <a:rPr lang="en-US" sz="1400" dirty="0" smtClean="0"/>
            <a:t>Gonzalez-</a:t>
          </a:r>
          <a:r>
            <a:rPr lang="en-US" sz="1400" dirty="0" err="1" smtClean="0"/>
            <a:t>Pernia</a:t>
          </a:r>
          <a:r>
            <a:rPr lang="en-US" sz="1400" dirty="0" smtClean="0"/>
            <a:t>, </a:t>
          </a:r>
          <a:r>
            <a:rPr lang="en-US" sz="1400" dirty="0" err="1" smtClean="0"/>
            <a:t>Kuechle</a:t>
          </a:r>
          <a:r>
            <a:rPr lang="en-US" sz="1400" dirty="0" smtClean="0"/>
            <a:t> &amp; Pena-</a:t>
          </a:r>
          <a:r>
            <a:rPr lang="en-US" sz="1400" dirty="0" err="1" smtClean="0"/>
            <a:t>Legazkue</a:t>
          </a:r>
          <a:r>
            <a:rPr lang="en-US" sz="1400" dirty="0" smtClean="0"/>
            <a:t> (2013)</a:t>
          </a:r>
          <a:endParaRPr lang="en-US" sz="1400" dirty="0"/>
        </a:p>
      </dgm:t>
    </dgm:pt>
    <dgm:pt modelId="{B954F425-0A50-48F3-A27A-7549A3C91E88}" type="parTrans" cxnId="{4FD4F81B-F9FF-4CE0-AE92-A838D9701947}">
      <dgm:prSet/>
      <dgm:spPr/>
      <dgm:t>
        <a:bodyPr/>
        <a:lstStyle/>
        <a:p>
          <a:endParaRPr lang="en-US"/>
        </a:p>
      </dgm:t>
    </dgm:pt>
    <dgm:pt modelId="{4AFD4BD5-CCD6-4D41-B8F8-444E9EEBDA26}" type="sibTrans" cxnId="{4FD4F81B-F9FF-4CE0-AE92-A838D9701947}">
      <dgm:prSet/>
      <dgm:spPr/>
      <dgm:t>
        <a:bodyPr/>
        <a:lstStyle/>
        <a:p>
          <a:endParaRPr lang="en-US"/>
        </a:p>
      </dgm:t>
    </dgm:pt>
    <dgm:pt modelId="{4413368B-ACCA-469B-9D0E-1FEFC4075FB0}" type="pres">
      <dgm:prSet presAssocID="{E12051B9-F660-41FB-9BFB-187ECABCD821}" presName="Name0" presStyleCnt="0">
        <dgm:presLayoutVars>
          <dgm:dir/>
          <dgm:animLvl val="lvl"/>
          <dgm:resizeHandles val="exact"/>
        </dgm:presLayoutVars>
      </dgm:prSet>
      <dgm:spPr/>
      <dgm:t>
        <a:bodyPr/>
        <a:lstStyle/>
        <a:p>
          <a:endParaRPr lang="en-US"/>
        </a:p>
      </dgm:t>
    </dgm:pt>
    <dgm:pt modelId="{8E1BCC0E-B989-4435-8915-645304C71A64}" type="pres">
      <dgm:prSet presAssocID="{56D25664-E470-4423-B8A9-9B6E4F3E9501}" presName="compositeNode" presStyleCnt="0">
        <dgm:presLayoutVars>
          <dgm:bulletEnabled val="1"/>
        </dgm:presLayoutVars>
      </dgm:prSet>
      <dgm:spPr/>
    </dgm:pt>
    <dgm:pt modelId="{5EE1D2E5-E13B-4FA3-A68E-FA18C8AD1A1A}" type="pres">
      <dgm:prSet presAssocID="{56D25664-E470-4423-B8A9-9B6E4F3E9501}" presName="bgRect" presStyleLbl="node1" presStyleIdx="0" presStyleCnt="3"/>
      <dgm:spPr/>
      <dgm:t>
        <a:bodyPr/>
        <a:lstStyle/>
        <a:p>
          <a:endParaRPr lang="en-US"/>
        </a:p>
      </dgm:t>
    </dgm:pt>
    <dgm:pt modelId="{1F2FC209-C6F9-4BD8-BE18-C50B50281548}" type="pres">
      <dgm:prSet presAssocID="{56D25664-E470-4423-B8A9-9B6E4F3E9501}" presName="parentNode" presStyleLbl="node1" presStyleIdx="0" presStyleCnt="3">
        <dgm:presLayoutVars>
          <dgm:chMax val="0"/>
          <dgm:bulletEnabled val="1"/>
        </dgm:presLayoutVars>
      </dgm:prSet>
      <dgm:spPr/>
      <dgm:t>
        <a:bodyPr/>
        <a:lstStyle/>
        <a:p>
          <a:endParaRPr lang="en-US"/>
        </a:p>
      </dgm:t>
    </dgm:pt>
    <dgm:pt modelId="{0F07502A-98A4-4880-9779-27EA2BEB6F02}" type="pres">
      <dgm:prSet presAssocID="{56D25664-E470-4423-B8A9-9B6E4F3E9501}" presName="childNode" presStyleLbl="node1" presStyleIdx="0" presStyleCnt="3">
        <dgm:presLayoutVars>
          <dgm:bulletEnabled val="1"/>
        </dgm:presLayoutVars>
      </dgm:prSet>
      <dgm:spPr/>
      <dgm:t>
        <a:bodyPr/>
        <a:lstStyle/>
        <a:p>
          <a:endParaRPr lang="en-US"/>
        </a:p>
      </dgm:t>
    </dgm:pt>
    <dgm:pt modelId="{13ACBB4E-2F0C-4773-92A7-F091255EA962}" type="pres">
      <dgm:prSet presAssocID="{0513D618-905F-43E6-8DF3-0764A99732D8}" presName="hSp" presStyleCnt="0"/>
      <dgm:spPr/>
    </dgm:pt>
    <dgm:pt modelId="{BAD87237-2D53-4DFC-BA2E-02EC39493885}" type="pres">
      <dgm:prSet presAssocID="{0513D618-905F-43E6-8DF3-0764A99732D8}" presName="vProcSp" presStyleCnt="0"/>
      <dgm:spPr/>
    </dgm:pt>
    <dgm:pt modelId="{221F174E-2568-4C2B-B98A-B21C733FC119}" type="pres">
      <dgm:prSet presAssocID="{0513D618-905F-43E6-8DF3-0764A99732D8}" presName="vSp1" presStyleCnt="0"/>
      <dgm:spPr/>
    </dgm:pt>
    <dgm:pt modelId="{45668240-D897-4FC1-8421-6DD785B65040}" type="pres">
      <dgm:prSet presAssocID="{0513D618-905F-43E6-8DF3-0764A99732D8}" presName="simulatedConn" presStyleLbl="solidFgAcc1" presStyleIdx="0" presStyleCnt="2"/>
      <dgm:spPr/>
    </dgm:pt>
    <dgm:pt modelId="{50ECFA14-9F36-4C35-911C-A780FF037D2C}" type="pres">
      <dgm:prSet presAssocID="{0513D618-905F-43E6-8DF3-0764A99732D8}" presName="vSp2" presStyleCnt="0"/>
      <dgm:spPr/>
    </dgm:pt>
    <dgm:pt modelId="{B0CEB5DD-B27E-454F-A39C-A559A187214D}" type="pres">
      <dgm:prSet presAssocID="{0513D618-905F-43E6-8DF3-0764A99732D8}" presName="sibTrans" presStyleCnt="0"/>
      <dgm:spPr/>
    </dgm:pt>
    <dgm:pt modelId="{4C92115F-DFB0-4372-AF66-CF11B70A8EFD}" type="pres">
      <dgm:prSet presAssocID="{275823A6-DA31-4015-971F-013EA967541C}" presName="compositeNode" presStyleCnt="0">
        <dgm:presLayoutVars>
          <dgm:bulletEnabled val="1"/>
        </dgm:presLayoutVars>
      </dgm:prSet>
      <dgm:spPr/>
    </dgm:pt>
    <dgm:pt modelId="{CB5EA34A-627A-4C1F-96E3-4088D2A98FDD}" type="pres">
      <dgm:prSet presAssocID="{275823A6-DA31-4015-971F-013EA967541C}" presName="bgRect" presStyleLbl="node1" presStyleIdx="1" presStyleCnt="3" custLinFactNeighborX="-20" custLinFactNeighborY="-7629"/>
      <dgm:spPr/>
      <dgm:t>
        <a:bodyPr/>
        <a:lstStyle/>
        <a:p>
          <a:endParaRPr lang="en-US"/>
        </a:p>
      </dgm:t>
    </dgm:pt>
    <dgm:pt modelId="{752682F3-57CE-4B43-B292-A62B3D508EDD}" type="pres">
      <dgm:prSet presAssocID="{275823A6-DA31-4015-971F-013EA967541C}" presName="parentNode" presStyleLbl="node1" presStyleIdx="1" presStyleCnt="3">
        <dgm:presLayoutVars>
          <dgm:chMax val="0"/>
          <dgm:bulletEnabled val="1"/>
        </dgm:presLayoutVars>
      </dgm:prSet>
      <dgm:spPr/>
      <dgm:t>
        <a:bodyPr/>
        <a:lstStyle/>
        <a:p>
          <a:endParaRPr lang="en-US"/>
        </a:p>
      </dgm:t>
    </dgm:pt>
    <dgm:pt modelId="{7C1FE252-E5CE-40AF-AE08-799A5F741FEE}" type="pres">
      <dgm:prSet presAssocID="{275823A6-DA31-4015-971F-013EA967541C}" presName="childNode" presStyleLbl="node1" presStyleIdx="1" presStyleCnt="3">
        <dgm:presLayoutVars>
          <dgm:bulletEnabled val="1"/>
        </dgm:presLayoutVars>
      </dgm:prSet>
      <dgm:spPr/>
      <dgm:t>
        <a:bodyPr/>
        <a:lstStyle/>
        <a:p>
          <a:endParaRPr lang="en-US"/>
        </a:p>
      </dgm:t>
    </dgm:pt>
    <dgm:pt modelId="{E94DD569-30C2-4DB5-BFE9-2EA1C054A099}" type="pres">
      <dgm:prSet presAssocID="{51902D99-3A7E-49E6-ACF4-64573B002DF3}" presName="hSp" presStyleCnt="0"/>
      <dgm:spPr/>
    </dgm:pt>
    <dgm:pt modelId="{D0762C22-9124-4CFC-9FEF-33DB241A1B75}" type="pres">
      <dgm:prSet presAssocID="{51902D99-3A7E-49E6-ACF4-64573B002DF3}" presName="vProcSp" presStyleCnt="0"/>
      <dgm:spPr/>
    </dgm:pt>
    <dgm:pt modelId="{C8DF72E1-70D1-4214-8DAD-40E18FF824F5}" type="pres">
      <dgm:prSet presAssocID="{51902D99-3A7E-49E6-ACF4-64573B002DF3}" presName="vSp1" presStyleCnt="0"/>
      <dgm:spPr/>
    </dgm:pt>
    <dgm:pt modelId="{BAC8B8B3-49A2-4BE7-B498-654C601FE809}" type="pres">
      <dgm:prSet presAssocID="{51902D99-3A7E-49E6-ACF4-64573B002DF3}" presName="simulatedConn" presStyleLbl="solidFgAcc1" presStyleIdx="1" presStyleCnt="2"/>
      <dgm:spPr/>
    </dgm:pt>
    <dgm:pt modelId="{4A5065A5-7398-4E75-9460-0F7770025FB9}" type="pres">
      <dgm:prSet presAssocID="{51902D99-3A7E-49E6-ACF4-64573B002DF3}" presName="vSp2" presStyleCnt="0"/>
      <dgm:spPr/>
    </dgm:pt>
    <dgm:pt modelId="{2AE61FAA-6DD0-4F7B-8C42-F1DA0A887180}" type="pres">
      <dgm:prSet presAssocID="{51902D99-3A7E-49E6-ACF4-64573B002DF3}" presName="sibTrans" presStyleCnt="0"/>
      <dgm:spPr/>
    </dgm:pt>
    <dgm:pt modelId="{72B73D94-A19D-488F-A34B-978C721C47B4}" type="pres">
      <dgm:prSet presAssocID="{2645AA64-F59A-4567-9741-8E504AE7F8ED}" presName="compositeNode" presStyleCnt="0">
        <dgm:presLayoutVars>
          <dgm:bulletEnabled val="1"/>
        </dgm:presLayoutVars>
      </dgm:prSet>
      <dgm:spPr/>
    </dgm:pt>
    <dgm:pt modelId="{BBE81636-BCDD-48A0-B978-839FA7B950F8}" type="pres">
      <dgm:prSet presAssocID="{2645AA64-F59A-4567-9741-8E504AE7F8ED}" presName="bgRect" presStyleLbl="node1" presStyleIdx="2" presStyleCnt="3"/>
      <dgm:spPr/>
      <dgm:t>
        <a:bodyPr/>
        <a:lstStyle/>
        <a:p>
          <a:endParaRPr lang="en-US"/>
        </a:p>
      </dgm:t>
    </dgm:pt>
    <dgm:pt modelId="{5002EEF7-AB5F-41AC-BBA4-49DC2C142864}" type="pres">
      <dgm:prSet presAssocID="{2645AA64-F59A-4567-9741-8E504AE7F8ED}" presName="parentNode" presStyleLbl="node1" presStyleIdx="2" presStyleCnt="3">
        <dgm:presLayoutVars>
          <dgm:chMax val="0"/>
          <dgm:bulletEnabled val="1"/>
        </dgm:presLayoutVars>
      </dgm:prSet>
      <dgm:spPr/>
      <dgm:t>
        <a:bodyPr/>
        <a:lstStyle/>
        <a:p>
          <a:endParaRPr lang="en-US"/>
        </a:p>
      </dgm:t>
    </dgm:pt>
    <dgm:pt modelId="{4428B23C-049C-4D7B-92D7-DD65A1003E4E}" type="pres">
      <dgm:prSet presAssocID="{2645AA64-F59A-4567-9741-8E504AE7F8ED}" presName="childNode" presStyleLbl="node1" presStyleIdx="2" presStyleCnt="3">
        <dgm:presLayoutVars>
          <dgm:bulletEnabled val="1"/>
        </dgm:presLayoutVars>
      </dgm:prSet>
      <dgm:spPr/>
      <dgm:t>
        <a:bodyPr/>
        <a:lstStyle/>
        <a:p>
          <a:endParaRPr lang="en-US"/>
        </a:p>
      </dgm:t>
    </dgm:pt>
  </dgm:ptLst>
  <dgm:cxnLst>
    <dgm:cxn modelId="{B4079E49-8C15-4492-A72D-B785699EEDEF}" type="presOf" srcId="{56D25664-E470-4423-B8A9-9B6E4F3E9501}" destId="{1F2FC209-C6F9-4BD8-BE18-C50B50281548}" srcOrd="1" destOrd="0" presId="urn:microsoft.com/office/officeart/2005/8/layout/hProcess7"/>
    <dgm:cxn modelId="{C5F869C1-8FEF-4035-9EC3-FDF0092FF2C9}" srcId="{56D25664-E470-4423-B8A9-9B6E4F3E9501}" destId="{F754AD28-8B54-47D9-83F1-8D45F35B4A81}" srcOrd="0" destOrd="0" parTransId="{26AD8160-5FF5-41BE-AFAF-E29D66F0469B}" sibTransId="{BE9BECBC-F94F-4E2F-BDB2-93E8BAEBEFE7}"/>
    <dgm:cxn modelId="{AFC158A3-0A26-443F-8850-EAF636B0FB18}" srcId="{E7E09A88-A855-416A-B17D-5608BAB5F968}" destId="{44D6C47C-2A82-400A-88DF-CE700FE5B4F6}" srcOrd="0" destOrd="0" parTransId="{1D9B40F5-809E-4085-AAB3-28E848A0A618}" sibTransId="{9B0B3DE2-7641-427F-B8AC-F1DF4D7C1DD9}"/>
    <dgm:cxn modelId="{982C3429-E99B-4B29-AA58-585E121A0F18}" type="presOf" srcId="{D264B8C8-0C74-4047-BC3D-D328ABB04B07}" destId="{4428B23C-049C-4D7B-92D7-DD65A1003E4E}" srcOrd="0" destOrd="0" presId="urn:microsoft.com/office/officeart/2005/8/layout/hProcess7"/>
    <dgm:cxn modelId="{6FACCBF3-FAC2-4C75-9924-78756922700F}" type="presOf" srcId="{44D6C47C-2A82-400A-88DF-CE700FE5B4F6}" destId="{7C1FE252-E5CE-40AF-AE08-799A5F741FEE}" srcOrd="0" destOrd="1" presId="urn:microsoft.com/office/officeart/2005/8/layout/hProcess7"/>
    <dgm:cxn modelId="{E3BA9FB2-B5D4-4A6B-A343-CF7A90A8C69E}" type="presOf" srcId="{F754AD28-8B54-47D9-83F1-8D45F35B4A81}" destId="{0F07502A-98A4-4880-9779-27EA2BEB6F02}" srcOrd="0" destOrd="0" presId="urn:microsoft.com/office/officeart/2005/8/layout/hProcess7"/>
    <dgm:cxn modelId="{ACFF0878-7DBB-4F38-B291-B00E324656EA}" type="presOf" srcId="{E12051B9-F660-41FB-9BFB-187ECABCD821}" destId="{4413368B-ACCA-469B-9D0E-1FEFC4075FB0}" srcOrd="0" destOrd="0" presId="urn:microsoft.com/office/officeart/2005/8/layout/hProcess7"/>
    <dgm:cxn modelId="{955316F3-D59D-4E22-BAC5-4B54F7BE800A}" srcId="{275823A6-DA31-4015-971F-013EA967541C}" destId="{E7E09A88-A855-416A-B17D-5608BAB5F968}" srcOrd="0" destOrd="0" parTransId="{791A9365-62E9-4724-B5DD-36351582D82E}" sibTransId="{C2A5DE0A-7824-4E35-BB27-47DBE8541DB5}"/>
    <dgm:cxn modelId="{0BB8952D-4477-4C8D-A1CB-F7BE57D33850}" type="presOf" srcId="{56D25664-E470-4423-B8A9-9B6E4F3E9501}" destId="{5EE1D2E5-E13B-4FA3-A68E-FA18C8AD1A1A}" srcOrd="0" destOrd="0" presId="urn:microsoft.com/office/officeart/2005/8/layout/hProcess7"/>
    <dgm:cxn modelId="{7437843E-C873-4F0A-B5EA-DE17D4B19CEC}" srcId="{E12051B9-F660-41FB-9BFB-187ECABCD821}" destId="{275823A6-DA31-4015-971F-013EA967541C}" srcOrd="1" destOrd="0" parTransId="{875E5474-64E5-4108-955A-9C4C5981F19E}" sibTransId="{51902D99-3A7E-49E6-ACF4-64573B002DF3}"/>
    <dgm:cxn modelId="{7AD55E02-AAF6-4B97-910E-6630BC69E26C}" type="presOf" srcId="{275823A6-DA31-4015-971F-013EA967541C}" destId="{752682F3-57CE-4B43-B292-A62B3D508EDD}" srcOrd="1" destOrd="0" presId="urn:microsoft.com/office/officeart/2005/8/layout/hProcess7"/>
    <dgm:cxn modelId="{9CD48B93-ABB8-433A-A639-193F0A28CBE5}" srcId="{E12051B9-F660-41FB-9BFB-187ECABCD821}" destId="{2645AA64-F59A-4567-9741-8E504AE7F8ED}" srcOrd="2" destOrd="0" parTransId="{AC7E47B7-C191-494F-A858-138D80EBAA8B}" sibTransId="{8534D89E-94B4-4294-B728-B7172A8E774D}"/>
    <dgm:cxn modelId="{76F14B5A-7078-4E00-849A-87AEE3907D77}" type="presOf" srcId="{2645AA64-F59A-4567-9741-8E504AE7F8ED}" destId="{5002EEF7-AB5F-41AC-BBA4-49DC2C142864}" srcOrd="1" destOrd="0" presId="urn:microsoft.com/office/officeart/2005/8/layout/hProcess7"/>
    <dgm:cxn modelId="{74CE3F80-6897-41CB-B518-5A26A0BBD928}" srcId="{275823A6-DA31-4015-971F-013EA967541C}" destId="{7EEB8A88-FDA5-4732-BE90-4CACB02E33E7}" srcOrd="1" destOrd="0" parTransId="{08ABF450-8327-4DFA-BDB7-A28ABFD7D78D}" sibTransId="{7C3F2F24-22CB-4095-B34A-9BAB3C3F6517}"/>
    <dgm:cxn modelId="{874CAB56-E993-4BA7-B073-DD6F211AB452}" srcId="{E12051B9-F660-41FB-9BFB-187ECABCD821}" destId="{56D25664-E470-4423-B8A9-9B6E4F3E9501}" srcOrd="0" destOrd="0" parTransId="{AE225F17-CB4A-4698-895E-495209A24EDD}" sibTransId="{0513D618-905F-43E6-8DF3-0764A99732D8}"/>
    <dgm:cxn modelId="{4FD4F81B-F9FF-4CE0-AE92-A838D9701947}" srcId="{7EEB8A88-FDA5-4732-BE90-4CACB02E33E7}" destId="{2CC1F9DA-9BD5-4E70-B92A-8B0545959FAA}" srcOrd="0" destOrd="0" parTransId="{B954F425-0A50-48F3-A27A-7549A3C91E88}" sibTransId="{4AFD4BD5-CCD6-4D41-B8F8-444E9EEBDA26}"/>
    <dgm:cxn modelId="{3E5E0C19-FB6A-438A-B497-792AAA222AB0}" type="presOf" srcId="{2CC1F9DA-9BD5-4E70-B92A-8B0545959FAA}" destId="{7C1FE252-E5CE-40AF-AE08-799A5F741FEE}" srcOrd="0" destOrd="3" presId="urn:microsoft.com/office/officeart/2005/8/layout/hProcess7"/>
    <dgm:cxn modelId="{F7D3D781-E7A9-49B1-9EF0-BC121EE80F85}" type="presOf" srcId="{7EEB8A88-FDA5-4732-BE90-4CACB02E33E7}" destId="{7C1FE252-E5CE-40AF-AE08-799A5F741FEE}" srcOrd="0" destOrd="2" presId="urn:microsoft.com/office/officeart/2005/8/layout/hProcess7"/>
    <dgm:cxn modelId="{4B8BD138-B8D8-4987-9D01-12439CC30C2C}" type="presOf" srcId="{E7E09A88-A855-416A-B17D-5608BAB5F968}" destId="{7C1FE252-E5CE-40AF-AE08-799A5F741FEE}" srcOrd="0" destOrd="0" presId="urn:microsoft.com/office/officeart/2005/8/layout/hProcess7"/>
    <dgm:cxn modelId="{78906CAA-52AE-4D19-BD07-D9E0618BF54F}" type="presOf" srcId="{275823A6-DA31-4015-971F-013EA967541C}" destId="{CB5EA34A-627A-4C1F-96E3-4088D2A98FDD}" srcOrd="0" destOrd="0" presId="urn:microsoft.com/office/officeart/2005/8/layout/hProcess7"/>
    <dgm:cxn modelId="{DB884937-1E09-49E0-BABE-97AC4679294D}" srcId="{2645AA64-F59A-4567-9741-8E504AE7F8ED}" destId="{D264B8C8-0C74-4047-BC3D-D328ABB04B07}" srcOrd="0" destOrd="0" parTransId="{EFE8DCE1-CB9B-44C0-BE30-595BF1898A8E}" sibTransId="{E5F6790C-BCA3-4DEC-A52E-7D738F9F57BD}"/>
    <dgm:cxn modelId="{9EF043F6-81C9-4B62-A3C2-161B9242ACE0}" type="presOf" srcId="{2645AA64-F59A-4567-9741-8E504AE7F8ED}" destId="{BBE81636-BCDD-48A0-B978-839FA7B950F8}" srcOrd="0" destOrd="0" presId="urn:microsoft.com/office/officeart/2005/8/layout/hProcess7"/>
    <dgm:cxn modelId="{6FF34941-3A60-47E8-9587-23E7C2E7FBB9}" type="presParOf" srcId="{4413368B-ACCA-469B-9D0E-1FEFC4075FB0}" destId="{8E1BCC0E-B989-4435-8915-645304C71A64}" srcOrd="0" destOrd="0" presId="urn:microsoft.com/office/officeart/2005/8/layout/hProcess7"/>
    <dgm:cxn modelId="{6E507EE1-9038-444D-AC92-4EDC3105A0FF}" type="presParOf" srcId="{8E1BCC0E-B989-4435-8915-645304C71A64}" destId="{5EE1D2E5-E13B-4FA3-A68E-FA18C8AD1A1A}" srcOrd="0" destOrd="0" presId="urn:microsoft.com/office/officeart/2005/8/layout/hProcess7"/>
    <dgm:cxn modelId="{F27016E5-F178-43A6-9147-AB6FE8EFAF43}" type="presParOf" srcId="{8E1BCC0E-B989-4435-8915-645304C71A64}" destId="{1F2FC209-C6F9-4BD8-BE18-C50B50281548}" srcOrd="1" destOrd="0" presId="urn:microsoft.com/office/officeart/2005/8/layout/hProcess7"/>
    <dgm:cxn modelId="{7A8EE87A-1200-4701-912C-BD5C4FDE9B55}" type="presParOf" srcId="{8E1BCC0E-B989-4435-8915-645304C71A64}" destId="{0F07502A-98A4-4880-9779-27EA2BEB6F02}" srcOrd="2" destOrd="0" presId="urn:microsoft.com/office/officeart/2005/8/layout/hProcess7"/>
    <dgm:cxn modelId="{635FAD3F-BFBC-4471-A1F5-D7ABFDD0460F}" type="presParOf" srcId="{4413368B-ACCA-469B-9D0E-1FEFC4075FB0}" destId="{13ACBB4E-2F0C-4773-92A7-F091255EA962}" srcOrd="1" destOrd="0" presId="urn:microsoft.com/office/officeart/2005/8/layout/hProcess7"/>
    <dgm:cxn modelId="{5438440B-6D26-4FDE-8C50-449244E168EE}" type="presParOf" srcId="{4413368B-ACCA-469B-9D0E-1FEFC4075FB0}" destId="{BAD87237-2D53-4DFC-BA2E-02EC39493885}" srcOrd="2" destOrd="0" presId="urn:microsoft.com/office/officeart/2005/8/layout/hProcess7"/>
    <dgm:cxn modelId="{9B7FA16E-D367-491A-B7AB-60187847BC4B}" type="presParOf" srcId="{BAD87237-2D53-4DFC-BA2E-02EC39493885}" destId="{221F174E-2568-4C2B-B98A-B21C733FC119}" srcOrd="0" destOrd="0" presId="urn:microsoft.com/office/officeart/2005/8/layout/hProcess7"/>
    <dgm:cxn modelId="{452D00B4-6DAD-4F7C-8050-EA4077634965}" type="presParOf" srcId="{BAD87237-2D53-4DFC-BA2E-02EC39493885}" destId="{45668240-D897-4FC1-8421-6DD785B65040}" srcOrd="1" destOrd="0" presId="urn:microsoft.com/office/officeart/2005/8/layout/hProcess7"/>
    <dgm:cxn modelId="{D0F56D7B-B5A8-47A5-BF5B-D32C02BAC75B}" type="presParOf" srcId="{BAD87237-2D53-4DFC-BA2E-02EC39493885}" destId="{50ECFA14-9F36-4C35-911C-A780FF037D2C}" srcOrd="2" destOrd="0" presId="urn:microsoft.com/office/officeart/2005/8/layout/hProcess7"/>
    <dgm:cxn modelId="{DA827FCF-9EBE-4D9D-8EC7-121D0674600C}" type="presParOf" srcId="{4413368B-ACCA-469B-9D0E-1FEFC4075FB0}" destId="{B0CEB5DD-B27E-454F-A39C-A559A187214D}" srcOrd="3" destOrd="0" presId="urn:microsoft.com/office/officeart/2005/8/layout/hProcess7"/>
    <dgm:cxn modelId="{15520DD5-00AE-43A8-8823-C4A40F2626DE}" type="presParOf" srcId="{4413368B-ACCA-469B-9D0E-1FEFC4075FB0}" destId="{4C92115F-DFB0-4372-AF66-CF11B70A8EFD}" srcOrd="4" destOrd="0" presId="urn:microsoft.com/office/officeart/2005/8/layout/hProcess7"/>
    <dgm:cxn modelId="{AA470EC9-9634-4BC2-8E8D-B45637B56DB0}" type="presParOf" srcId="{4C92115F-DFB0-4372-AF66-CF11B70A8EFD}" destId="{CB5EA34A-627A-4C1F-96E3-4088D2A98FDD}" srcOrd="0" destOrd="0" presId="urn:microsoft.com/office/officeart/2005/8/layout/hProcess7"/>
    <dgm:cxn modelId="{67CC8AEF-C99D-4CA9-AC64-8CB71DFAC78B}" type="presParOf" srcId="{4C92115F-DFB0-4372-AF66-CF11B70A8EFD}" destId="{752682F3-57CE-4B43-B292-A62B3D508EDD}" srcOrd="1" destOrd="0" presId="urn:microsoft.com/office/officeart/2005/8/layout/hProcess7"/>
    <dgm:cxn modelId="{25ACC279-4F6B-46DD-9617-40F8798880A8}" type="presParOf" srcId="{4C92115F-DFB0-4372-AF66-CF11B70A8EFD}" destId="{7C1FE252-E5CE-40AF-AE08-799A5F741FEE}" srcOrd="2" destOrd="0" presId="urn:microsoft.com/office/officeart/2005/8/layout/hProcess7"/>
    <dgm:cxn modelId="{F3147E9C-2C5B-43B8-B32B-7FF9B8E6C011}" type="presParOf" srcId="{4413368B-ACCA-469B-9D0E-1FEFC4075FB0}" destId="{E94DD569-30C2-4DB5-BFE9-2EA1C054A099}" srcOrd="5" destOrd="0" presId="urn:microsoft.com/office/officeart/2005/8/layout/hProcess7"/>
    <dgm:cxn modelId="{3B7F752E-7810-46C1-981A-904519AF3328}" type="presParOf" srcId="{4413368B-ACCA-469B-9D0E-1FEFC4075FB0}" destId="{D0762C22-9124-4CFC-9FEF-33DB241A1B75}" srcOrd="6" destOrd="0" presId="urn:microsoft.com/office/officeart/2005/8/layout/hProcess7"/>
    <dgm:cxn modelId="{44C8F8A0-51DC-4A9B-9E10-39E49302C2D8}" type="presParOf" srcId="{D0762C22-9124-4CFC-9FEF-33DB241A1B75}" destId="{C8DF72E1-70D1-4214-8DAD-40E18FF824F5}" srcOrd="0" destOrd="0" presId="urn:microsoft.com/office/officeart/2005/8/layout/hProcess7"/>
    <dgm:cxn modelId="{5ED6F97A-5774-482D-B94D-83893848E135}" type="presParOf" srcId="{D0762C22-9124-4CFC-9FEF-33DB241A1B75}" destId="{BAC8B8B3-49A2-4BE7-B498-654C601FE809}" srcOrd="1" destOrd="0" presId="urn:microsoft.com/office/officeart/2005/8/layout/hProcess7"/>
    <dgm:cxn modelId="{B6873A67-01FD-4C87-90CB-92B66DD23F33}" type="presParOf" srcId="{D0762C22-9124-4CFC-9FEF-33DB241A1B75}" destId="{4A5065A5-7398-4E75-9460-0F7770025FB9}" srcOrd="2" destOrd="0" presId="urn:microsoft.com/office/officeart/2005/8/layout/hProcess7"/>
    <dgm:cxn modelId="{89D4D044-122F-43D0-A5A8-DFEA0D272215}" type="presParOf" srcId="{4413368B-ACCA-469B-9D0E-1FEFC4075FB0}" destId="{2AE61FAA-6DD0-4F7B-8C42-F1DA0A887180}" srcOrd="7" destOrd="0" presId="urn:microsoft.com/office/officeart/2005/8/layout/hProcess7"/>
    <dgm:cxn modelId="{7E920A9C-9F74-459D-A2C4-2AA701B7BA4F}" type="presParOf" srcId="{4413368B-ACCA-469B-9D0E-1FEFC4075FB0}" destId="{72B73D94-A19D-488F-A34B-978C721C47B4}" srcOrd="8" destOrd="0" presId="urn:microsoft.com/office/officeart/2005/8/layout/hProcess7"/>
    <dgm:cxn modelId="{1D2A4340-A768-4625-A659-731A434A6BD0}" type="presParOf" srcId="{72B73D94-A19D-488F-A34B-978C721C47B4}" destId="{BBE81636-BCDD-48A0-B978-839FA7B950F8}" srcOrd="0" destOrd="0" presId="urn:microsoft.com/office/officeart/2005/8/layout/hProcess7"/>
    <dgm:cxn modelId="{F0EC97FC-BE34-45EF-B4E9-1C6E8F62B52F}" type="presParOf" srcId="{72B73D94-A19D-488F-A34B-978C721C47B4}" destId="{5002EEF7-AB5F-41AC-BBA4-49DC2C142864}" srcOrd="1" destOrd="0" presId="urn:microsoft.com/office/officeart/2005/8/layout/hProcess7"/>
    <dgm:cxn modelId="{DDA4F593-5DEE-4329-86DB-28689C0673D0}" type="presParOf" srcId="{72B73D94-A19D-488F-A34B-978C721C47B4}" destId="{4428B23C-049C-4D7B-92D7-DD65A1003E4E}" srcOrd="2" destOrd="0" presId="urn:microsoft.com/office/officeart/2005/8/layout/hProcess7"/>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3.xml><?xml version="1.0" encoding="utf-8"?>
<dgm:dataModel xmlns:dgm="http://schemas.openxmlformats.org/drawingml/2006/diagram" xmlns:a="http://schemas.openxmlformats.org/drawingml/2006/main">
  <dgm:ptLst>
    <dgm:pt modelId="{E12051B9-F660-41FB-9BFB-187ECABCD821}" type="doc">
      <dgm:prSet loTypeId="urn:microsoft.com/office/officeart/2005/8/layout/hProcess7" loCatId="list" qsTypeId="urn:microsoft.com/office/officeart/2005/8/quickstyle/simple1" qsCatId="simple" csTypeId="urn:microsoft.com/office/officeart/2005/8/colors/colorful1" csCatId="colorful" phldr="1"/>
      <dgm:spPr/>
      <dgm:t>
        <a:bodyPr/>
        <a:lstStyle/>
        <a:p>
          <a:endParaRPr lang="en-US"/>
        </a:p>
      </dgm:t>
    </dgm:pt>
    <dgm:pt modelId="{56D25664-E470-4423-B8A9-9B6E4F3E9501}">
      <dgm:prSet phldrT="[Text]" custT="1"/>
      <dgm:spPr/>
      <dgm:t>
        <a:bodyPr/>
        <a:lstStyle/>
        <a:p>
          <a:r>
            <a:rPr lang="en-US" sz="2000" b="1" u="sng" dirty="0" smtClean="0"/>
            <a:t>Construct</a:t>
          </a:r>
          <a:endParaRPr lang="en-US" sz="2000" b="1" u="sng" dirty="0"/>
        </a:p>
      </dgm:t>
    </dgm:pt>
    <dgm:pt modelId="{AE225F17-CB4A-4698-895E-495209A24EDD}" type="parTrans" cxnId="{874CAB56-E993-4BA7-B073-DD6F211AB452}">
      <dgm:prSet/>
      <dgm:spPr/>
      <dgm:t>
        <a:bodyPr/>
        <a:lstStyle/>
        <a:p>
          <a:endParaRPr lang="en-US"/>
        </a:p>
      </dgm:t>
    </dgm:pt>
    <dgm:pt modelId="{0513D618-905F-43E6-8DF3-0764A99732D8}" type="sibTrans" cxnId="{874CAB56-E993-4BA7-B073-DD6F211AB452}">
      <dgm:prSet/>
      <dgm:spPr/>
      <dgm:t>
        <a:bodyPr/>
        <a:lstStyle/>
        <a:p>
          <a:endParaRPr lang="en-US"/>
        </a:p>
      </dgm:t>
    </dgm:pt>
    <dgm:pt modelId="{F754AD28-8B54-47D9-83F1-8D45F35B4A81}">
      <dgm:prSet phldrT="[Text]" custT="1"/>
      <dgm:spPr/>
      <dgm:t>
        <a:bodyPr/>
        <a:lstStyle/>
        <a:p>
          <a:r>
            <a:rPr lang="en-US" sz="3600" dirty="0" smtClean="0"/>
            <a:t>Technology Transfer</a:t>
          </a:r>
          <a:endParaRPr lang="en-US" sz="3600" dirty="0"/>
        </a:p>
      </dgm:t>
    </dgm:pt>
    <dgm:pt modelId="{26AD8160-5FF5-41BE-AFAF-E29D66F0469B}" type="parTrans" cxnId="{C5F869C1-8FEF-4035-9EC3-FDF0092FF2C9}">
      <dgm:prSet/>
      <dgm:spPr/>
      <dgm:t>
        <a:bodyPr/>
        <a:lstStyle/>
        <a:p>
          <a:endParaRPr lang="en-US"/>
        </a:p>
      </dgm:t>
    </dgm:pt>
    <dgm:pt modelId="{BE9BECBC-F94F-4E2F-BDB2-93E8BAEBEFE7}" type="sibTrans" cxnId="{C5F869C1-8FEF-4035-9EC3-FDF0092FF2C9}">
      <dgm:prSet/>
      <dgm:spPr/>
      <dgm:t>
        <a:bodyPr/>
        <a:lstStyle/>
        <a:p>
          <a:endParaRPr lang="en-US"/>
        </a:p>
      </dgm:t>
    </dgm:pt>
    <dgm:pt modelId="{275823A6-DA31-4015-971F-013EA967541C}">
      <dgm:prSet phldrT="[Text]" custT="1"/>
      <dgm:spPr/>
      <dgm:t>
        <a:bodyPr/>
        <a:lstStyle/>
        <a:p>
          <a:r>
            <a:rPr lang="en-US" sz="2000" b="1" u="sng" dirty="0" smtClean="0"/>
            <a:t>Literature</a:t>
          </a:r>
          <a:endParaRPr lang="en-US" sz="2000" b="1" u="sng" dirty="0"/>
        </a:p>
      </dgm:t>
    </dgm:pt>
    <dgm:pt modelId="{875E5474-64E5-4108-955A-9C4C5981F19E}" type="parTrans" cxnId="{7437843E-C873-4F0A-B5EA-DE17D4B19CEC}">
      <dgm:prSet/>
      <dgm:spPr/>
      <dgm:t>
        <a:bodyPr/>
        <a:lstStyle/>
        <a:p>
          <a:endParaRPr lang="en-US"/>
        </a:p>
      </dgm:t>
    </dgm:pt>
    <dgm:pt modelId="{51902D99-3A7E-49E6-ACF4-64573B002DF3}" type="sibTrans" cxnId="{7437843E-C873-4F0A-B5EA-DE17D4B19CEC}">
      <dgm:prSet/>
      <dgm:spPr/>
      <dgm:t>
        <a:bodyPr/>
        <a:lstStyle/>
        <a:p>
          <a:endParaRPr lang="en-US"/>
        </a:p>
      </dgm:t>
    </dgm:pt>
    <dgm:pt modelId="{E7E09A88-A855-416A-B17D-5608BAB5F968}">
      <dgm:prSet phldrT="[Text]" custT="1"/>
      <dgm:spPr/>
      <dgm:t>
        <a:bodyPr/>
        <a:lstStyle/>
        <a:p>
          <a:r>
            <a:rPr lang="en-US" sz="1800" dirty="0" smtClean="0"/>
            <a:t>Licensing, new venture formation, research collaborations, faculty consulting</a:t>
          </a:r>
          <a:endParaRPr lang="en-US" sz="1800" dirty="0"/>
        </a:p>
      </dgm:t>
    </dgm:pt>
    <dgm:pt modelId="{791A9365-62E9-4724-B5DD-36351582D82E}" type="parTrans" cxnId="{955316F3-D59D-4E22-BAC5-4B54F7BE800A}">
      <dgm:prSet/>
      <dgm:spPr/>
      <dgm:t>
        <a:bodyPr/>
        <a:lstStyle/>
        <a:p>
          <a:endParaRPr lang="en-US"/>
        </a:p>
      </dgm:t>
    </dgm:pt>
    <dgm:pt modelId="{C2A5DE0A-7824-4E35-BB27-47DBE8541DB5}" type="sibTrans" cxnId="{955316F3-D59D-4E22-BAC5-4B54F7BE800A}">
      <dgm:prSet/>
      <dgm:spPr/>
      <dgm:t>
        <a:bodyPr/>
        <a:lstStyle/>
        <a:p>
          <a:endParaRPr lang="en-US"/>
        </a:p>
      </dgm:t>
    </dgm:pt>
    <dgm:pt modelId="{2645AA64-F59A-4567-9741-8E504AE7F8ED}">
      <dgm:prSet phldrT="[Text]" custT="1"/>
      <dgm:spPr/>
      <dgm:t>
        <a:bodyPr/>
        <a:lstStyle/>
        <a:p>
          <a:r>
            <a:rPr lang="en-US" sz="2000" b="1" u="sng" dirty="0" smtClean="0"/>
            <a:t>Observations</a:t>
          </a:r>
          <a:endParaRPr lang="en-US" sz="2000" b="1" u="sng" dirty="0"/>
        </a:p>
      </dgm:t>
    </dgm:pt>
    <dgm:pt modelId="{AC7E47B7-C191-494F-A858-138D80EBAA8B}" type="parTrans" cxnId="{9CD48B93-ABB8-433A-A639-193F0A28CBE5}">
      <dgm:prSet/>
      <dgm:spPr/>
      <dgm:t>
        <a:bodyPr/>
        <a:lstStyle/>
        <a:p>
          <a:endParaRPr lang="en-US"/>
        </a:p>
      </dgm:t>
    </dgm:pt>
    <dgm:pt modelId="{8534D89E-94B4-4294-B728-B7172A8E774D}" type="sibTrans" cxnId="{9CD48B93-ABB8-433A-A639-193F0A28CBE5}">
      <dgm:prSet/>
      <dgm:spPr/>
      <dgm:t>
        <a:bodyPr/>
        <a:lstStyle/>
        <a:p>
          <a:endParaRPr lang="en-US"/>
        </a:p>
      </dgm:t>
    </dgm:pt>
    <dgm:pt modelId="{D264B8C8-0C74-4047-BC3D-D328ABB04B07}">
      <dgm:prSet phldrT="[Text]" custT="1"/>
      <dgm:spPr/>
      <dgm:t>
        <a:bodyPr/>
        <a:lstStyle/>
        <a:p>
          <a:r>
            <a:rPr lang="en-US" sz="1800" dirty="0" smtClean="0"/>
            <a:t>Conflates the concept of technology transfer with the mechanisms for achieving it</a:t>
          </a:r>
          <a:endParaRPr lang="en-US" sz="1800" dirty="0"/>
        </a:p>
      </dgm:t>
    </dgm:pt>
    <dgm:pt modelId="{EFE8DCE1-CB9B-44C0-BE30-595BF1898A8E}" type="parTrans" cxnId="{DB884937-1E09-49E0-BABE-97AC4679294D}">
      <dgm:prSet/>
      <dgm:spPr/>
      <dgm:t>
        <a:bodyPr/>
        <a:lstStyle/>
        <a:p>
          <a:endParaRPr lang="en-US"/>
        </a:p>
      </dgm:t>
    </dgm:pt>
    <dgm:pt modelId="{E5F6790C-BCA3-4DEC-A52E-7D738F9F57BD}" type="sibTrans" cxnId="{DB884937-1E09-49E0-BABE-97AC4679294D}">
      <dgm:prSet/>
      <dgm:spPr/>
      <dgm:t>
        <a:bodyPr/>
        <a:lstStyle/>
        <a:p>
          <a:endParaRPr lang="en-US"/>
        </a:p>
      </dgm:t>
    </dgm:pt>
    <dgm:pt modelId="{E86116AF-FF1A-4CAC-B9D5-550DB396EE8F}">
      <dgm:prSet custT="1"/>
      <dgm:spPr/>
      <dgm:t>
        <a:bodyPr/>
        <a:lstStyle/>
        <a:p>
          <a:r>
            <a:rPr lang="en-US" sz="1400" dirty="0" smtClean="0"/>
            <a:t>Gonzalez-</a:t>
          </a:r>
          <a:r>
            <a:rPr lang="en-US" sz="1400" dirty="0" err="1" smtClean="0"/>
            <a:t>Pernia</a:t>
          </a:r>
          <a:r>
            <a:rPr lang="en-US" sz="1400" dirty="0" smtClean="0"/>
            <a:t>, </a:t>
          </a:r>
          <a:r>
            <a:rPr lang="en-US" sz="1400" dirty="0" err="1" smtClean="0"/>
            <a:t>Kuechle</a:t>
          </a:r>
          <a:r>
            <a:rPr lang="en-US" sz="1400" dirty="0" smtClean="0"/>
            <a:t> &amp; Pena-</a:t>
          </a:r>
          <a:r>
            <a:rPr lang="en-US" sz="1400" dirty="0" err="1" smtClean="0"/>
            <a:t>Legazkue</a:t>
          </a:r>
          <a:r>
            <a:rPr lang="en-US" sz="1400" dirty="0" smtClean="0"/>
            <a:t> (2013)</a:t>
          </a:r>
          <a:endParaRPr lang="en-US" sz="1400" dirty="0"/>
        </a:p>
      </dgm:t>
    </dgm:pt>
    <dgm:pt modelId="{CCDF520B-145F-4867-B3CD-BCC75C361749}" type="parTrans" cxnId="{8511B2E3-3D89-4684-885C-D90F4247E6D7}">
      <dgm:prSet/>
      <dgm:spPr/>
      <dgm:t>
        <a:bodyPr/>
        <a:lstStyle/>
        <a:p>
          <a:endParaRPr lang="en-US"/>
        </a:p>
      </dgm:t>
    </dgm:pt>
    <dgm:pt modelId="{537CA541-56E8-4D37-B7FD-9142DEB1394C}" type="sibTrans" cxnId="{8511B2E3-3D89-4684-885C-D90F4247E6D7}">
      <dgm:prSet/>
      <dgm:spPr/>
      <dgm:t>
        <a:bodyPr/>
        <a:lstStyle/>
        <a:p>
          <a:endParaRPr lang="en-US"/>
        </a:p>
      </dgm:t>
    </dgm:pt>
    <dgm:pt modelId="{28AA6982-7233-40EC-B0FD-E038C7DABB75}">
      <dgm:prSet custT="1"/>
      <dgm:spPr/>
      <dgm:t>
        <a:bodyPr/>
        <a:lstStyle/>
        <a:p>
          <a:r>
            <a:rPr lang="en-US" sz="1400" dirty="0" smtClean="0"/>
            <a:t>Hallam, Wurth &amp; Mancha (2014)</a:t>
          </a:r>
          <a:endParaRPr lang="en-US" sz="1400" dirty="0"/>
        </a:p>
      </dgm:t>
    </dgm:pt>
    <dgm:pt modelId="{9535520F-7644-4462-876A-257987521B32}" type="parTrans" cxnId="{8683F48D-7909-4E1F-A532-6204A3A20169}">
      <dgm:prSet/>
      <dgm:spPr/>
      <dgm:t>
        <a:bodyPr/>
        <a:lstStyle/>
        <a:p>
          <a:endParaRPr lang="en-US"/>
        </a:p>
      </dgm:t>
    </dgm:pt>
    <dgm:pt modelId="{4FB6ED4A-42F4-4975-BE2E-7B3300458A36}" type="sibTrans" cxnId="{8683F48D-7909-4E1F-A532-6204A3A20169}">
      <dgm:prSet/>
      <dgm:spPr/>
      <dgm:t>
        <a:bodyPr/>
        <a:lstStyle/>
        <a:p>
          <a:endParaRPr lang="en-US"/>
        </a:p>
      </dgm:t>
    </dgm:pt>
    <dgm:pt modelId="{4413368B-ACCA-469B-9D0E-1FEFC4075FB0}" type="pres">
      <dgm:prSet presAssocID="{E12051B9-F660-41FB-9BFB-187ECABCD821}" presName="Name0" presStyleCnt="0">
        <dgm:presLayoutVars>
          <dgm:dir/>
          <dgm:animLvl val="lvl"/>
          <dgm:resizeHandles val="exact"/>
        </dgm:presLayoutVars>
      </dgm:prSet>
      <dgm:spPr/>
      <dgm:t>
        <a:bodyPr/>
        <a:lstStyle/>
        <a:p>
          <a:endParaRPr lang="en-US"/>
        </a:p>
      </dgm:t>
    </dgm:pt>
    <dgm:pt modelId="{8E1BCC0E-B989-4435-8915-645304C71A64}" type="pres">
      <dgm:prSet presAssocID="{56D25664-E470-4423-B8A9-9B6E4F3E9501}" presName="compositeNode" presStyleCnt="0">
        <dgm:presLayoutVars>
          <dgm:bulletEnabled val="1"/>
        </dgm:presLayoutVars>
      </dgm:prSet>
      <dgm:spPr/>
    </dgm:pt>
    <dgm:pt modelId="{5EE1D2E5-E13B-4FA3-A68E-FA18C8AD1A1A}" type="pres">
      <dgm:prSet presAssocID="{56D25664-E470-4423-B8A9-9B6E4F3E9501}" presName="bgRect" presStyleLbl="node1" presStyleIdx="0" presStyleCnt="3"/>
      <dgm:spPr/>
      <dgm:t>
        <a:bodyPr/>
        <a:lstStyle/>
        <a:p>
          <a:endParaRPr lang="en-US"/>
        </a:p>
      </dgm:t>
    </dgm:pt>
    <dgm:pt modelId="{1F2FC209-C6F9-4BD8-BE18-C50B50281548}" type="pres">
      <dgm:prSet presAssocID="{56D25664-E470-4423-B8A9-9B6E4F3E9501}" presName="parentNode" presStyleLbl="node1" presStyleIdx="0" presStyleCnt="3">
        <dgm:presLayoutVars>
          <dgm:chMax val="0"/>
          <dgm:bulletEnabled val="1"/>
        </dgm:presLayoutVars>
      </dgm:prSet>
      <dgm:spPr/>
      <dgm:t>
        <a:bodyPr/>
        <a:lstStyle/>
        <a:p>
          <a:endParaRPr lang="en-US"/>
        </a:p>
      </dgm:t>
    </dgm:pt>
    <dgm:pt modelId="{0F07502A-98A4-4880-9779-27EA2BEB6F02}" type="pres">
      <dgm:prSet presAssocID="{56D25664-E470-4423-B8A9-9B6E4F3E9501}" presName="childNode" presStyleLbl="node1" presStyleIdx="0" presStyleCnt="3">
        <dgm:presLayoutVars>
          <dgm:bulletEnabled val="1"/>
        </dgm:presLayoutVars>
      </dgm:prSet>
      <dgm:spPr/>
      <dgm:t>
        <a:bodyPr/>
        <a:lstStyle/>
        <a:p>
          <a:endParaRPr lang="en-US"/>
        </a:p>
      </dgm:t>
    </dgm:pt>
    <dgm:pt modelId="{13ACBB4E-2F0C-4773-92A7-F091255EA962}" type="pres">
      <dgm:prSet presAssocID="{0513D618-905F-43E6-8DF3-0764A99732D8}" presName="hSp" presStyleCnt="0"/>
      <dgm:spPr/>
    </dgm:pt>
    <dgm:pt modelId="{BAD87237-2D53-4DFC-BA2E-02EC39493885}" type="pres">
      <dgm:prSet presAssocID="{0513D618-905F-43E6-8DF3-0764A99732D8}" presName="vProcSp" presStyleCnt="0"/>
      <dgm:spPr/>
    </dgm:pt>
    <dgm:pt modelId="{221F174E-2568-4C2B-B98A-B21C733FC119}" type="pres">
      <dgm:prSet presAssocID="{0513D618-905F-43E6-8DF3-0764A99732D8}" presName="vSp1" presStyleCnt="0"/>
      <dgm:spPr/>
    </dgm:pt>
    <dgm:pt modelId="{45668240-D897-4FC1-8421-6DD785B65040}" type="pres">
      <dgm:prSet presAssocID="{0513D618-905F-43E6-8DF3-0764A99732D8}" presName="simulatedConn" presStyleLbl="solidFgAcc1" presStyleIdx="0" presStyleCnt="2"/>
      <dgm:spPr/>
    </dgm:pt>
    <dgm:pt modelId="{50ECFA14-9F36-4C35-911C-A780FF037D2C}" type="pres">
      <dgm:prSet presAssocID="{0513D618-905F-43E6-8DF3-0764A99732D8}" presName="vSp2" presStyleCnt="0"/>
      <dgm:spPr/>
    </dgm:pt>
    <dgm:pt modelId="{B0CEB5DD-B27E-454F-A39C-A559A187214D}" type="pres">
      <dgm:prSet presAssocID="{0513D618-905F-43E6-8DF3-0764A99732D8}" presName="sibTrans" presStyleCnt="0"/>
      <dgm:spPr/>
    </dgm:pt>
    <dgm:pt modelId="{4C92115F-DFB0-4372-AF66-CF11B70A8EFD}" type="pres">
      <dgm:prSet presAssocID="{275823A6-DA31-4015-971F-013EA967541C}" presName="compositeNode" presStyleCnt="0">
        <dgm:presLayoutVars>
          <dgm:bulletEnabled val="1"/>
        </dgm:presLayoutVars>
      </dgm:prSet>
      <dgm:spPr/>
    </dgm:pt>
    <dgm:pt modelId="{CB5EA34A-627A-4C1F-96E3-4088D2A98FDD}" type="pres">
      <dgm:prSet presAssocID="{275823A6-DA31-4015-971F-013EA967541C}" presName="bgRect" presStyleLbl="node1" presStyleIdx="1" presStyleCnt="3" custLinFactNeighborY="349"/>
      <dgm:spPr/>
      <dgm:t>
        <a:bodyPr/>
        <a:lstStyle/>
        <a:p>
          <a:endParaRPr lang="en-US"/>
        </a:p>
      </dgm:t>
    </dgm:pt>
    <dgm:pt modelId="{752682F3-57CE-4B43-B292-A62B3D508EDD}" type="pres">
      <dgm:prSet presAssocID="{275823A6-DA31-4015-971F-013EA967541C}" presName="parentNode" presStyleLbl="node1" presStyleIdx="1" presStyleCnt="3">
        <dgm:presLayoutVars>
          <dgm:chMax val="0"/>
          <dgm:bulletEnabled val="1"/>
        </dgm:presLayoutVars>
      </dgm:prSet>
      <dgm:spPr/>
      <dgm:t>
        <a:bodyPr/>
        <a:lstStyle/>
        <a:p>
          <a:endParaRPr lang="en-US"/>
        </a:p>
      </dgm:t>
    </dgm:pt>
    <dgm:pt modelId="{7C1FE252-E5CE-40AF-AE08-799A5F741FEE}" type="pres">
      <dgm:prSet presAssocID="{275823A6-DA31-4015-971F-013EA967541C}" presName="childNode" presStyleLbl="node1" presStyleIdx="1" presStyleCnt="3">
        <dgm:presLayoutVars>
          <dgm:bulletEnabled val="1"/>
        </dgm:presLayoutVars>
      </dgm:prSet>
      <dgm:spPr/>
      <dgm:t>
        <a:bodyPr/>
        <a:lstStyle/>
        <a:p>
          <a:endParaRPr lang="en-US"/>
        </a:p>
      </dgm:t>
    </dgm:pt>
    <dgm:pt modelId="{E94DD569-30C2-4DB5-BFE9-2EA1C054A099}" type="pres">
      <dgm:prSet presAssocID="{51902D99-3A7E-49E6-ACF4-64573B002DF3}" presName="hSp" presStyleCnt="0"/>
      <dgm:spPr/>
    </dgm:pt>
    <dgm:pt modelId="{D0762C22-9124-4CFC-9FEF-33DB241A1B75}" type="pres">
      <dgm:prSet presAssocID="{51902D99-3A7E-49E6-ACF4-64573B002DF3}" presName="vProcSp" presStyleCnt="0"/>
      <dgm:spPr/>
    </dgm:pt>
    <dgm:pt modelId="{C8DF72E1-70D1-4214-8DAD-40E18FF824F5}" type="pres">
      <dgm:prSet presAssocID="{51902D99-3A7E-49E6-ACF4-64573B002DF3}" presName="vSp1" presStyleCnt="0"/>
      <dgm:spPr/>
    </dgm:pt>
    <dgm:pt modelId="{BAC8B8B3-49A2-4BE7-B498-654C601FE809}" type="pres">
      <dgm:prSet presAssocID="{51902D99-3A7E-49E6-ACF4-64573B002DF3}" presName="simulatedConn" presStyleLbl="solidFgAcc1" presStyleIdx="1" presStyleCnt="2"/>
      <dgm:spPr/>
    </dgm:pt>
    <dgm:pt modelId="{4A5065A5-7398-4E75-9460-0F7770025FB9}" type="pres">
      <dgm:prSet presAssocID="{51902D99-3A7E-49E6-ACF4-64573B002DF3}" presName="vSp2" presStyleCnt="0"/>
      <dgm:spPr/>
    </dgm:pt>
    <dgm:pt modelId="{2AE61FAA-6DD0-4F7B-8C42-F1DA0A887180}" type="pres">
      <dgm:prSet presAssocID="{51902D99-3A7E-49E6-ACF4-64573B002DF3}" presName="sibTrans" presStyleCnt="0"/>
      <dgm:spPr/>
    </dgm:pt>
    <dgm:pt modelId="{72B73D94-A19D-488F-A34B-978C721C47B4}" type="pres">
      <dgm:prSet presAssocID="{2645AA64-F59A-4567-9741-8E504AE7F8ED}" presName="compositeNode" presStyleCnt="0">
        <dgm:presLayoutVars>
          <dgm:bulletEnabled val="1"/>
        </dgm:presLayoutVars>
      </dgm:prSet>
      <dgm:spPr/>
    </dgm:pt>
    <dgm:pt modelId="{BBE81636-BCDD-48A0-B978-839FA7B950F8}" type="pres">
      <dgm:prSet presAssocID="{2645AA64-F59A-4567-9741-8E504AE7F8ED}" presName="bgRect" presStyleLbl="node1" presStyleIdx="2" presStyleCnt="3"/>
      <dgm:spPr/>
      <dgm:t>
        <a:bodyPr/>
        <a:lstStyle/>
        <a:p>
          <a:endParaRPr lang="en-US"/>
        </a:p>
      </dgm:t>
    </dgm:pt>
    <dgm:pt modelId="{5002EEF7-AB5F-41AC-BBA4-49DC2C142864}" type="pres">
      <dgm:prSet presAssocID="{2645AA64-F59A-4567-9741-8E504AE7F8ED}" presName="parentNode" presStyleLbl="node1" presStyleIdx="2" presStyleCnt="3">
        <dgm:presLayoutVars>
          <dgm:chMax val="0"/>
          <dgm:bulletEnabled val="1"/>
        </dgm:presLayoutVars>
      </dgm:prSet>
      <dgm:spPr/>
      <dgm:t>
        <a:bodyPr/>
        <a:lstStyle/>
        <a:p>
          <a:endParaRPr lang="en-US"/>
        </a:p>
      </dgm:t>
    </dgm:pt>
    <dgm:pt modelId="{4428B23C-049C-4D7B-92D7-DD65A1003E4E}" type="pres">
      <dgm:prSet presAssocID="{2645AA64-F59A-4567-9741-8E504AE7F8ED}" presName="childNode" presStyleLbl="node1" presStyleIdx="2" presStyleCnt="3">
        <dgm:presLayoutVars>
          <dgm:bulletEnabled val="1"/>
        </dgm:presLayoutVars>
      </dgm:prSet>
      <dgm:spPr/>
      <dgm:t>
        <a:bodyPr/>
        <a:lstStyle/>
        <a:p>
          <a:endParaRPr lang="en-US"/>
        </a:p>
      </dgm:t>
    </dgm:pt>
  </dgm:ptLst>
  <dgm:cxnLst>
    <dgm:cxn modelId="{EE855B06-5CCC-4C53-AF4C-575A8770D0D5}" type="presOf" srcId="{2645AA64-F59A-4567-9741-8E504AE7F8ED}" destId="{BBE81636-BCDD-48A0-B978-839FA7B950F8}" srcOrd="0" destOrd="0" presId="urn:microsoft.com/office/officeart/2005/8/layout/hProcess7"/>
    <dgm:cxn modelId="{874CAB56-E993-4BA7-B073-DD6F211AB452}" srcId="{E12051B9-F660-41FB-9BFB-187ECABCD821}" destId="{56D25664-E470-4423-B8A9-9B6E4F3E9501}" srcOrd="0" destOrd="0" parTransId="{AE225F17-CB4A-4698-895E-495209A24EDD}" sibTransId="{0513D618-905F-43E6-8DF3-0764A99732D8}"/>
    <dgm:cxn modelId="{1EA6C904-86FB-4129-B722-7D6AB44E92E7}" type="presOf" srcId="{28AA6982-7233-40EC-B0FD-E038C7DABB75}" destId="{7C1FE252-E5CE-40AF-AE08-799A5F741FEE}" srcOrd="0" destOrd="2" presId="urn:microsoft.com/office/officeart/2005/8/layout/hProcess7"/>
    <dgm:cxn modelId="{4F2D59D4-42CB-4024-AB1E-CF49167AD66E}" type="presOf" srcId="{E86116AF-FF1A-4CAC-B9D5-550DB396EE8F}" destId="{7C1FE252-E5CE-40AF-AE08-799A5F741FEE}" srcOrd="0" destOrd="1" presId="urn:microsoft.com/office/officeart/2005/8/layout/hProcess7"/>
    <dgm:cxn modelId="{471A7DB6-BBF5-404F-84D0-D7E3BFEF012C}" type="presOf" srcId="{D264B8C8-0C74-4047-BC3D-D328ABB04B07}" destId="{4428B23C-049C-4D7B-92D7-DD65A1003E4E}" srcOrd="0" destOrd="0" presId="urn:microsoft.com/office/officeart/2005/8/layout/hProcess7"/>
    <dgm:cxn modelId="{8511B2E3-3D89-4684-885C-D90F4247E6D7}" srcId="{E7E09A88-A855-416A-B17D-5608BAB5F968}" destId="{E86116AF-FF1A-4CAC-B9D5-550DB396EE8F}" srcOrd="0" destOrd="0" parTransId="{CCDF520B-145F-4867-B3CD-BCC75C361749}" sibTransId="{537CA541-56E8-4D37-B7FD-9142DEB1394C}"/>
    <dgm:cxn modelId="{E773E674-A783-4995-8E89-A8CE90DE21EF}" type="presOf" srcId="{275823A6-DA31-4015-971F-013EA967541C}" destId="{CB5EA34A-627A-4C1F-96E3-4088D2A98FDD}" srcOrd="0" destOrd="0" presId="urn:microsoft.com/office/officeart/2005/8/layout/hProcess7"/>
    <dgm:cxn modelId="{942D0196-1596-4F9E-BFD4-BF865BA8E5EA}" type="presOf" srcId="{275823A6-DA31-4015-971F-013EA967541C}" destId="{752682F3-57CE-4B43-B292-A62B3D508EDD}" srcOrd="1" destOrd="0" presId="urn:microsoft.com/office/officeart/2005/8/layout/hProcess7"/>
    <dgm:cxn modelId="{B7B03333-14D0-44A5-BCF3-D64F399F314C}" type="presOf" srcId="{56D25664-E470-4423-B8A9-9B6E4F3E9501}" destId="{5EE1D2E5-E13B-4FA3-A68E-FA18C8AD1A1A}" srcOrd="0" destOrd="0" presId="urn:microsoft.com/office/officeart/2005/8/layout/hProcess7"/>
    <dgm:cxn modelId="{DB884937-1E09-49E0-BABE-97AC4679294D}" srcId="{2645AA64-F59A-4567-9741-8E504AE7F8ED}" destId="{D264B8C8-0C74-4047-BC3D-D328ABB04B07}" srcOrd="0" destOrd="0" parTransId="{EFE8DCE1-CB9B-44C0-BE30-595BF1898A8E}" sibTransId="{E5F6790C-BCA3-4DEC-A52E-7D738F9F57BD}"/>
    <dgm:cxn modelId="{9CD48B93-ABB8-433A-A639-193F0A28CBE5}" srcId="{E12051B9-F660-41FB-9BFB-187ECABCD821}" destId="{2645AA64-F59A-4567-9741-8E504AE7F8ED}" srcOrd="2" destOrd="0" parTransId="{AC7E47B7-C191-494F-A858-138D80EBAA8B}" sibTransId="{8534D89E-94B4-4294-B728-B7172A8E774D}"/>
    <dgm:cxn modelId="{C9BE98AC-1803-4525-959C-CE3CDE6F77EE}" type="presOf" srcId="{E12051B9-F660-41FB-9BFB-187ECABCD821}" destId="{4413368B-ACCA-469B-9D0E-1FEFC4075FB0}" srcOrd="0" destOrd="0" presId="urn:microsoft.com/office/officeart/2005/8/layout/hProcess7"/>
    <dgm:cxn modelId="{C5F869C1-8FEF-4035-9EC3-FDF0092FF2C9}" srcId="{56D25664-E470-4423-B8A9-9B6E4F3E9501}" destId="{F754AD28-8B54-47D9-83F1-8D45F35B4A81}" srcOrd="0" destOrd="0" parTransId="{26AD8160-5FF5-41BE-AFAF-E29D66F0469B}" sibTransId="{BE9BECBC-F94F-4E2F-BDB2-93E8BAEBEFE7}"/>
    <dgm:cxn modelId="{4D5FBDEE-5039-4DEC-9B2D-8DC78F5DBCD6}" type="presOf" srcId="{56D25664-E470-4423-B8A9-9B6E4F3E9501}" destId="{1F2FC209-C6F9-4BD8-BE18-C50B50281548}" srcOrd="1" destOrd="0" presId="urn:microsoft.com/office/officeart/2005/8/layout/hProcess7"/>
    <dgm:cxn modelId="{8683F48D-7909-4E1F-A532-6204A3A20169}" srcId="{E7E09A88-A855-416A-B17D-5608BAB5F968}" destId="{28AA6982-7233-40EC-B0FD-E038C7DABB75}" srcOrd="1" destOrd="0" parTransId="{9535520F-7644-4462-876A-257987521B32}" sibTransId="{4FB6ED4A-42F4-4975-BE2E-7B3300458A36}"/>
    <dgm:cxn modelId="{DBFFBFAE-DDC3-444B-9D50-7010C2069103}" type="presOf" srcId="{2645AA64-F59A-4567-9741-8E504AE7F8ED}" destId="{5002EEF7-AB5F-41AC-BBA4-49DC2C142864}" srcOrd="1" destOrd="0" presId="urn:microsoft.com/office/officeart/2005/8/layout/hProcess7"/>
    <dgm:cxn modelId="{A69B40D2-9715-470E-B8AF-46EB5952D9C5}" type="presOf" srcId="{F754AD28-8B54-47D9-83F1-8D45F35B4A81}" destId="{0F07502A-98A4-4880-9779-27EA2BEB6F02}" srcOrd="0" destOrd="0" presId="urn:microsoft.com/office/officeart/2005/8/layout/hProcess7"/>
    <dgm:cxn modelId="{7437843E-C873-4F0A-B5EA-DE17D4B19CEC}" srcId="{E12051B9-F660-41FB-9BFB-187ECABCD821}" destId="{275823A6-DA31-4015-971F-013EA967541C}" srcOrd="1" destOrd="0" parTransId="{875E5474-64E5-4108-955A-9C4C5981F19E}" sibTransId="{51902D99-3A7E-49E6-ACF4-64573B002DF3}"/>
    <dgm:cxn modelId="{2A97522C-8E05-402F-80C9-8EA1026F7377}" type="presOf" srcId="{E7E09A88-A855-416A-B17D-5608BAB5F968}" destId="{7C1FE252-E5CE-40AF-AE08-799A5F741FEE}" srcOrd="0" destOrd="0" presId="urn:microsoft.com/office/officeart/2005/8/layout/hProcess7"/>
    <dgm:cxn modelId="{955316F3-D59D-4E22-BAC5-4B54F7BE800A}" srcId="{275823A6-DA31-4015-971F-013EA967541C}" destId="{E7E09A88-A855-416A-B17D-5608BAB5F968}" srcOrd="0" destOrd="0" parTransId="{791A9365-62E9-4724-B5DD-36351582D82E}" sibTransId="{C2A5DE0A-7824-4E35-BB27-47DBE8541DB5}"/>
    <dgm:cxn modelId="{6986F7BB-833B-43E8-9270-6D5BBED91484}" type="presParOf" srcId="{4413368B-ACCA-469B-9D0E-1FEFC4075FB0}" destId="{8E1BCC0E-B989-4435-8915-645304C71A64}" srcOrd="0" destOrd="0" presId="urn:microsoft.com/office/officeart/2005/8/layout/hProcess7"/>
    <dgm:cxn modelId="{C531520A-5B5C-4387-9F90-D965A040C1CE}" type="presParOf" srcId="{8E1BCC0E-B989-4435-8915-645304C71A64}" destId="{5EE1D2E5-E13B-4FA3-A68E-FA18C8AD1A1A}" srcOrd="0" destOrd="0" presId="urn:microsoft.com/office/officeart/2005/8/layout/hProcess7"/>
    <dgm:cxn modelId="{5D4A3D9D-A5EF-4601-9B74-A4B82DB3617B}" type="presParOf" srcId="{8E1BCC0E-B989-4435-8915-645304C71A64}" destId="{1F2FC209-C6F9-4BD8-BE18-C50B50281548}" srcOrd="1" destOrd="0" presId="urn:microsoft.com/office/officeart/2005/8/layout/hProcess7"/>
    <dgm:cxn modelId="{93F6F7A0-D890-4F17-8EF7-F62F05300276}" type="presParOf" srcId="{8E1BCC0E-B989-4435-8915-645304C71A64}" destId="{0F07502A-98A4-4880-9779-27EA2BEB6F02}" srcOrd="2" destOrd="0" presId="urn:microsoft.com/office/officeart/2005/8/layout/hProcess7"/>
    <dgm:cxn modelId="{4673C917-4F3F-46D8-B970-7CCC56875FF0}" type="presParOf" srcId="{4413368B-ACCA-469B-9D0E-1FEFC4075FB0}" destId="{13ACBB4E-2F0C-4773-92A7-F091255EA962}" srcOrd="1" destOrd="0" presId="urn:microsoft.com/office/officeart/2005/8/layout/hProcess7"/>
    <dgm:cxn modelId="{B5E1825B-4AD3-4CD7-8BE8-C8A194B0E407}" type="presParOf" srcId="{4413368B-ACCA-469B-9D0E-1FEFC4075FB0}" destId="{BAD87237-2D53-4DFC-BA2E-02EC39493885}" srcOrd="2" destOrd="0" presId="urn:microsoft.com/office/officeart/2005/8/layout/hProcess7"/>
    <dgm:cxn modelId="{4703E377-426D-4513-A4C0-6982AA8AA17B}" type="presParOf" srcId="{BAD87237-2D53-4DFC-BA2E-02EC39493885}" destId="{221F174E-2568-4C2B-B98A-B21C733FC119}" srcOrd="0" destOrd="0" presId="urn:microsoft.com/office/officeart/2005/8/layout/hProcess7"/>
    <dgm:cxn modelId="{085940A9-F8FA-429D-A8CC-53BC5818EFB6}" type="presParOf" srcId="{BAD87237-2D53-4DFC-BA2E-02EC39493885}" destId="{45668240-D897-4FC1-8421-6DD785B65040}" srcOrd="1" destOrd="0" presId="urn:microsoft.com/office/officeart/2005/8/layout/hProcess7"/>
    <dgm:cxn modelId="{6BD5D9F1-6559-4185-95B8-A9197520508D}" type="presParOf" srcId="{BAD87237-2D53-4DFC-BA2E-02EC39493885}" destId="{50ECFA14-9F36-4C35-911C-A780FF037D2C}" srcOrd="2" destOrd="0" presId="urn:microsoft.com/office/officeart/2005/8/layout/hProcess7"/>
    <dgm:cxn modelId="{7F86AD91-B053-4ED8-939B-63FC3E2B5F6E}" type="presParOf" srcId="{4413368B-ACCA-469B-9D0E-1FEFC4075FB0}" destId="{B0CEB5DD-B27E-454F-A39C-A559A187214D}" srcOrd="3" destOrd="0" presId="urn:microsoft.com/office/officeart/2005/8/layout/hProcess7"/>
    <dgm:cxn modelId="{A85DECF4-6659-4A91-8411-09BE6A99149E}" type="presParOf" srcId="{4413368B-ACCA-469B-9D0E-1FEFC4075FB0}" destId="{4C92115F-DFB0-4372-AF66-CF11B70A8EFD}" srcOrd="4" destOrd="0" presId="urn:microsoft.com/office/officeart/2005/8/layout/hProcess7"/>
    <dgm:cxn modelId="{DC0D0FC5-F4E7-4BDD-859D-3D30FC4936D0}" type="presParOf" srcId="{4C92115F-DFB0-4372-AF66-CF11B70A8EFD}" destId="{CB5EA34A-627A-4C1F-96E3-4088D2A98FDD}" srcOrd="0" destOrd="0" presId="urn:microsoft.com/office/officeart/2005/8/layout/hProcess7"/>
    <dgm:cxn modelId="{241E990B-8F59-4466-ACBA-524858A87435}" type="presParOf" srcId="{4C92115F-DFB0-4372-AF66-CF11B70A8EFD}" destId="{752682F3-57CE-4B43-B292-A62B3D508EDD}" srcOrd="1" destOrd="0" presId="urn:microsoft.com/office/officeart/2005/8/layout/hProcess7"/>
    <dgm:cxn modelId="{D52586BE-5134-4F75-9C50-7520F8A58901}" type="presParOf" srcId="{4C92115F-DFB0-4372-AF66-CF11B70A8EFD}" destId="{7C1FE252-E5CE-40AF-AE08-799A5F741FEE}" srcOrd="2" destOrd="0" presId="urn:microsoft.com/office/officeart/2005/8/layout/hProcess7"/>
    <dgm:cxn modelId="{A16A52F3-8A59-4947-8695-0F443CE658CD}" type="presParOf" srcId="{4413368B-ACCA-469B-9D0E-1FEFC4075FB0}" destId="{E94DD569-30C2-4DB5-BFE9-2EA1C054A099}" srcOrd="5" destOrd="0" presId="urn:microsoft.com/office/officeart/2005/8/layout/hProcess7"/>
    <dgm:cxn modelId="{A74AD79C-1F57-463D-9D62-60A35F1AC3F3}" type="presParOf" srcId="{4413368B-ACCA-469B-9D0E-1FEFC4075FB0}" destId="{D0762C22-9124-4CFC-9FEF-33DB241A1B75}" srcOrd="6" destOrd="0" presId="urn:microsoft.com/office/officeart/2005/8/layout/hProcess7"/>
    <dgm:cxn modelId="{2792476D-2B0F-4D07-9FAA-FD3FD545878D}" type="presParOf" srcId="{D0762C22-9124-4CFC-9FEF-33DB241A1B75}" destId="{C8DF72E1-70D1-4214-8DAD-40E18FF824F5}" srcOrd="0" destOrd="0" presId="urn:microsoft.com/office/officeart/2005/8/layout/hProcess7"/>
    <dgm:cxn modelId="{3C3117B3-81A7-4730-8C1B-482F66657CBF}" type="presParOf" srcId="{D0762C22-9124-4CFC-9FEF-33DB241A1B75}" destId="{BAC8B8B3-49A2-4BE7-B498-654C601FE809}" srcOrd="1" destOrd="0" presId="urn:microsoft.com/office/officeart/2005/8/layout/hProcess7"/>
    <dgm:cxn modelId="{B5115287-4927-4BA9-B001-D41ECDD5A47F}" type="presParOf" srcId="{D0762C22-9124-4CFC-9FEF-33DB241A1B75}" destId="{4A5065A5-7398-4E75-9460-0F7770025FB9}" srcOrd="2" destOrd="0" presId="urn:microsoft.com/office/officeart/2005/8/layout/hProcess7"/>
    <dgm:cxn modelId="{34063EBD-47C1-472A-8572-06DD487C255C}" type="presParOf" srcId="{4413368B-ACCA-469B-9D0E-1FEFC4075FB0}" destId="{2AE61FAA-6DD0-4F7B-8C42-F1DA0A887180}" srcOrd="7" destOrd="0" presId="urn:microsoft.com/office/officeart/2005/8/layout/hProcess7"/>
    <dgm:cxn modelId="{5C0C1F5C-BA58-411A-9F12-3C22F556E91E}" type="presParOf" srcId="{4413368B-ACCA-469B-9D0E-1FEFC4075FB0}" destId="{72B73D94-A19D-488F-A34B-978C721C47B4}" srcOrd="8" destOrd="0" presId="urn:microsoft.com/office/officeart/2005/8/layout/hProcess7"/>
    <dgm:cxn modelId="{59531008-D1AD-4E95-A947-110E5BA26D78}" type="presParOf" srcId="{72B73D94-A19D-488F-A34B-978C721C47B4}" destId="{BBE81636-BCDD-48A0-B978-839FA7B950F8}" srcOrd="0" destOrd="0" presId="urn:microsoft.com/office/officeart/2005/8/layout/hProcess7"/>
    <dgm:cxn modelId="{D445A2A6-8A1F-4D0B-8DA5-7B4B52CCFF00}" type="presParOf" srcId="{72B73D94-A19D-488F-A34B-978C721C47B4}" destId="{5002EEF7-AB5F-41AC-BBA4-49DC2C142864}" srcOrd="1" destOrd="0" presId="urn:microsoft.com/office/officeart/2005/8/layout/hProcess7"/>
    <dgm:cxn modelId="{DAC2424C-194A-4227-845C-F4F84C3C58BA}" type="presParOf" srcId="{72B73D94-A19D-488F-A34B-978C721C47B4}" destId="{4428B23C-049C-4D7B-92D7-DD65A1003E4E}" srcOrd="2" destOrd="0" presId="urn:microsoft.com/office/officeart/2005/8/layout/hProcess7"/>
  </dgm:cxnLst>
  <dgm:bg/>
  <dgm:whole/>
  <dgm:extLst>
    <a:ext uri="http://schemas.microsoft.com/office/drawing/2008/diagram">
      <dsp:dataModelExt xmlns:dsp="http://schemas.microsoft.com/office/drawing/2008/diagram" relId="rId12" minVer="http://schemas.openxmlformats.org/drawingml/2006/diagram"/>
    </a:ext>
  </dgm:extLst>
</dgm:dataModel>
</file>

<file path=ppt/diagrams/data4.xml><?xml version="1.0" encoding="utf-8"?>
<dgm:dataModel xmlns:dgm="http://schemas.openxmlformats.org/drawingml/2006/diagram" xmlns:a="http://schemas.openxmlformats.org/drawingml/2006/main">
  <dgm:ptLst>
    <dgm:pt modelId="{E12051B9-F660-41FB-9BFB-187ECABCD821}" type="doc">
      <dgm:prSet loTypeId="urn:microsoft.com/office/officeart/2005/8/layout/hProcess7" loCatId="list" qsTypeId="urn:microsoft.com/office/officeart/2005/8/quickstyle/simple1" qsCatId="simple" csTypeId="urn:microsoft.com/office/officeart/2005/8/colors/colorful1" csCatId="colorful" phldr="1"/>
      <dgm:spPr/>
      <dgm:t>
        <a:bodyPr/>
        <a:lstStyle/>
        <a:p>
          <a:endParaRPr lang="en-US"/>
        </a:p>
      </dgm:t>
    </dgm:pt>
    <dgm:pt modelId="{56D25664-E470-4423-B8A9-9B6E4F3E9501}">
      <dgm:prSet phldrT="[Text]" custT="1"/>
      <dgm:spPr/>
      <dgm:t>
        <a:bodyPr/>
        <a:lstStyle/>
        <a:p>
          <a:r>
            <a:rPr lang="en-US" sz="2000" b="1" u="sng" dirty="0" smtClean="0"/>
            <a:t>Construct</a:t>
          </a:r>
          <a:endParaRPr lang="en-US" sz="2000" b="1" u="sng" dirty="0"/>
        </a:p>
      </dgm:t>
    </dgm:pt>
    <dgm:pt modelId="{AE225F17-CB4A-4698-895E-495209A24EDD}" type="parTrans" cxnId="{874CAB56-E993-4BA7-B073-DD6F211AB452}">
      <dgm:prSet/>
      <dgm:spPr/>
      <dgm:t>
        <a:bodyPr/>
        <a:lstStyle/>
        <a:p>
          <a:endParaRPr lang="en-US"/>
        </a:p>
      </dgm:t>
    </dgm:pt>
    <dgm:pt modelId="{0513D618-905F-43E6-8DF3-0764A99732D8}" type="sibTrans" cxnId="{874CAB56-E993-4BA7-B073-DD6F211AB452}">
      <dgm:prSet/>
      <dgm:spPr/>
      <dgm:t>
        <a:bodyPr/>
        <a:lstStyle/>
        <a:p>
          <a:endParaRPr lang="en-US"/>
        </a:p>
      </dgm:t>
    </dgm:pt>
    <dgm:pt modelId="{F754AD28-8B54-47D9-83F1-8D45F35B4A81}">
      <dgm:prSet phldrT="[Text]" custT="1"/>
      <dgm:spPr/>
      <dgm:t>
        <a:bodyPr/>
        <a:lstStyle/>
        <a:p>
          <a:r>
            <a:rPr lang="en-US" sz="3600" dirty="0" smtClean="0"/>
            <a:t>Technology Transfer Policy</a:t>
          </a:r>
          <a:endParaRPr lang="en-US" sz="3600" dirty="0"/>
        </a:p>
      </dgm:t>
    </dgm:pt>
    <dgm:pt modelId="{26AD8160-5FF5-41BE-AFAF-E29D66F0469B}" type="parTrans" cxnId="{C5F869C1-8FEF-4035-9EC3-FDF0092FF2C9}">
      <dgm:prSet/>
      <dgm:spPr/>
      <dgm:t>
        <a:bodyPr/>
        <a:lstStyle/>
        <a:p>
          <a:endParaRPr lang="en-US"/>
        </a:p>
      </dgm:t>
    </dgm:pt>
    <dgm:pt modelId="{BE9BECBC-F94F-4E2F-BDB2-93E8BAEBEFE7}" type="sibTrans" cxnId="{C5F869C1-8FEF-4035-9EC3-FDF0092FF2C9}">
      <dgm:prSet/>
      <dgm:spPr/>
      <dgm:t>
        <a:bodyPr/>
        <a:lstStyle/>
        <a:p>
          <a:endParaRPr lang="en-US"/>
        </a:p>
      </dgm:t>
    </dgm:pt>
    <dgm:pt modelId="{275823A6-DA31-4015-971F-013EA967541C}">
      <dgm:prSet phldrT="[Text]" custT="1"/>
      <dgm:spPr/>
      <dgm:t>
        <a:bodyPr/>
        <a:lstStyle/>
        <a:p>
          <a:r>
            <a:rPr lang="en-US" sz="2000" b="1" u="sng" dirty="0" smtClean="0"/>
            <a:t>Literature</a:t>
          </a:r>
          <a:endParaRPr lang="en-US" sz="2000" b="1" u="sng" dirty="0"/>
        </a:p>
      </dgm:t>
    </dgm:pt>
    <dgm:pt modelId="{875E5474-64E5-4108-955A-9C4C5981F19E}" type="parTrans" cxnId="{7437843E-C873-4F0A-B5EA-DE17D4B19CEC}">
      <dgm:prSet/>
      <dgm:spPr/>
      <dgm:t>
        <a:bodyPr/>
        <a:lstStyle/>
        <a:p>
          <a:endParaRPr lang="en-US"/>
        </a:p>
      </dgm:t>
    </dgm:pt>
    <dgm:pt modelId="{51902D99-3A7E-49E6-ACF4-64573B002DF3}" type="sibTrans" cxnId="{7437843E-C873-4F0A-B5EA-DE17D4B19CEC}">
      <dgm:prSet/>
      <dgm:spPr/>
      <dgm:t>
        <a:bodyPr/>
        <a:lstStyle/>
        <a:p>
          <a:endParaRPr lang="en-US"/>
        </a:p>
      </dgm:t>
    </dgm:pt>
    <dgm:pt modelId="{E7E09A88-A855-416A-B17D-5608BAB5F968}">
      <dgm:prSet phldrT="[Text]" custT="1"/>
      <dgm:spPr/>
      <dgm:t>
        <a:bodyPr/>
        <a:lstStyle/>
        <a:p>
          <a:r>
            <a:rPr lang="en-US" sz="1800" dirty="0" smtClean="0"/>
            <a:t>The effects of the Bayh-Dole Act of 1980</a:t>
          </a:r>
        </a:p>
      </dgm:t>
    </dgm:pt>
    <dgm:pt modelId="{791A9365-62E9-4724-B5DD-36351582D82E}" type="parTrans" cxnId="{955316F3-D59D-4E22-BAC5-4B54F7BE800A}">
      <dgm:prSet/>
      <dgm:spPr/>
      <dgm:t>
        <a:bodyPr/>
        <a:lstStyle/>
        <a:p>
          <a:endParaRPr lang="en-US"/>
        </a:p>
      </dgm:t>
    </dgm:pt>
    <dgm:pt modelId="{C2A5DE0A-7824-4E35-BB27-47DBE8541DB5}" type="sibTrans" cxnId="{955316F3-D59D-4E22-BAC5-4B54F7BE800A}">
      <dgm:prSet/>
      <dgm:spPr/>
      <dgm:t>
        <a:bodyPr/>
        <a:lstStyle/>
        <a:p>
          <a:endParaRPr lang="en-US"/>
        </a:p>
      </dgm:t>
    </dgm:pt>
    <dgm:pt modelId="{2645AA64-F59A-4567-9741-8E504AE7F8ED}">
      <dgm:prSet phldrT="[Text]" custT="1"/>
      <dgm:spPr/>
      <dgm:t>
        <a:bodyPr/>
        <a:lstStyle/>
        <a:p>
          <a:r>
            <a:rPr lang="en-US" sz="2000" b="1" u="sng" dirty="0" smtClean="0"/>
            <a:t>Observations</a:t>
          </a:r>
          <a:endParaRPr lang="en-US" sz="2000" b="1" u="sng" dirty="0"/>
        </a:p>
      </dgm:t>
    </dgm:pt>
    <dgm:pt modelId="{AC7E47B7-C191-494F-A858-138D80EBAA8B}" type="parTrans" cxnId="{9CD48B93-ABB8-433A-A639-193F0A28CBE5}">
      <dgm:prSet/>
      <dgm:spPr/>
      <dgm:t>
        <a:bodyPr/>
        <a:lstStyle/>
        <a:p>
          <a:endParaRPr lang="en-US"/>
        </a:p>
      </dgm:t>
    </dgm:pt>
    <dgm:pt modelId="{8534D89E-94B4-4294-B728-B7172A8E774D}" type="sibTrans" cxnId="{9CD48B93-ABB8-433A-A639-193F0A28CBE5}">
      <dgm:prSet/>
      <dgm:spPr/>
      <dgm:t>
        <a:bodyPr/>
        <a:lstStyle/>
        <a:p>
          <a:endParaRPr lang="en-US"/>
        </a:p>
      </dgm:t>
    </dgm:pt>
    <dgm:pt modelId="{07C75C8E-0DEA-4DDA-B70D-DFD3E44B3AE9}">
      <dgm:prSet phldrT="[Text]" custT="1"/>
      <dgm:spPr/>
      <dgm:t>
        <a:bodyPr/>
        <a:lstStyle/>
        <a:p>
          <a:r>
            <a:rPr lang="en-US" sz="1400" dirty="0" smtClean="0"/>
            <a:t>Dai, Popp &amp; </a:t>
          </a:r>
          <a:r>
            <a:rPr lang="en-US" sz="1400" dirty="0" err="1" smtClean="0"/>
            <a:t>Bretschneider</a:t>
          </a:r>
          <a:r>
            <a:rPr lang="en-US" sz="1400" dirty="0" smtClean="0"/>
            <a:t> (2005)</a:t>
          </a:r>
        </a:p>
      </dgm:t>
    </dgm:pt>
    <dgm:pt modelId="{5C19A2C8-EA94-4C28-9644-EFDC915C5F5B}" type="parTrans" cxnId="{E380ADD9-5041-447F-B338-95FB2FE0B128}">
      <dgm:prSet/>
      <dgm:spPr/>
      <dgm:t>
        <a:bodyPr/>
        <a:lstStyle/>
        <a:p>
          <a:endParaRPr lang="en-US"/>
        </a:p>
      </dgm:t>
    </dgm:pt>
    <dgm:pt modelId="{C2EBB4AF-340B-42F0-812E-66D9CDC0F89F}" type="sibTrans" cxnId="{E380ADD9-5041-447F-B338-95FB2FE0B128}">
      <dgm:prSet/>
      <dgm:spPr/>
      <dgm:t>
        <a:bodyPr/>
        <a:lstStyle/>
        <a:p>
          <a:endParaRPr lang="en-US"/>
        </a:p>
      </dgm:t>
    </dgm:pt>
    <dgm:pt modelId="{D4C8B335-3CDB-4410-8398-ADA4B6D707D0}">
      <dgm:prSet phldrT="[Text]" custT="1"/>
      <dgm:spPr/>
      <dgm:t>
        <a:bodyPr/>
        <a:lstStyle/>
        <a:p>
          <a:r>
            <a:rPr lang="en-US" sz="1800" dirty="0" smtClean="0"/>
            <a:t>Many limited to the Bayh-Dole Act of </a:t>
          </a:r>
          <a:r>
            <a:rPr lang="en-US" sz="1800" dirty="0" smtClean="0"/>
            <a:t>1980 and the SBIR program.</a:t>
          </a:r>
          <a:endParaRPr lang="en-US" sz="1800" dirty="0" smtClean="0"/>
        </a:p>
      </dgm:t>
    </dgm:pt>
    <dgm:pt modelId="{6731F8F5-E23D-44FE-B5E9-470480E8C490}" type="parTrans" cxnId="{57824522-8F28-49A9-B1BA-92C8570C9820}">
      <dgm:prSet/>
      <dgm:spPr/>
      <dgm:t>
        <a:bodyPr/>
        <a:lstStyle/>
        <a:p>
          <a:endParaRPr lang="en-US"/>
        </a:p>
      </dgm:t>
    </dgm:pt>
    <dgm:pt modelId="{8F87DA33-748F-4E07-B160-1008D5AD6E87}" type="sibTrans" cxnId="{57824522-8F28-49A9-B1BA-92C8570C9820}">
      <dgm:prSet/>
      <dgm:spPr/>
      <dgm:t>
        <a:bodyPr/>
        <a:lstStyle/>
        <a:p>
          <a:endParaRPr lang="en-US"/>
        </a:p>
      </dgm:t>
    </dgm:pt>
    <dgm:pt modelId="{95A718DB-BBB4-46AA-BDBB-89DD317FC1FE}">
      <dgm:prSet phldrT="[Text]" custT="1"/>
      <dgm:spPr/>
      <dgm:t>
        <a:bodyPr/>
        <a:lstStyle/>
        <a:p>
          <a:r>
            <a:rPr lang="en-US" sz="1800" dirty="0" smtClean="0"/>
            <a:t>Few recent studies on policy.</a:t>
          </a:r>
          <a:endParaRPr lang="en-US" sz="1800" dirty="0"/>
        </a:p>
      </dgm:t>
    </dgm:pt>
    <dgm:pt modelId="{559BC884-0E6B-4229-BA40-83AA0FB5E9C3}" type="parTrans" cxnId="{68C078E2-2813-4DD1-8D49-00CEDEB813BD}">
      <dgm:prSet/>
      <dgm:spPr/>
      <dgm:t>
        <a:bodyPr/>
        <a:lstStyle/>
        <a:p>
          <a:endParaRPr lang="en-US"/>
        </a:p>
      </dgm:t>
    </dgm:pt>
    <dgm:pt modelId="{E6806443-A792-465A-A42A-65355E8F5FCD}" type="sibTrans" cxnId="{68C078E2-2813-4DD1-8D49-00CEDEB813BD}">
      <dgm:prSet/>
      <dgm:spPr/>
      <dgm:t>
        <a:bodyPr/>
        <a:lstStyle/>
        <a:p>
          <a:endParaRPr lang="en-US"/>
        </a:p>
      </dgm:t>
    </dgm:pt>
    <dgm:pt modelId="{4413368B-ACCA-469B-9D0E-1FEFC4075FB0}" type="pres">
      <dgm:prSet presAssocID="{E12051B9-F660-41FB-9BFB-187ECABCD821}" presName="Name0" presStyleCnt="0">
        <dgm:presLayoutVars>
          <dgm:dir/>
          <dgm:animLvl val="lvl"/>
          <dgm:resizeHandles val="exact"/>
        </dgm:presLayoutVars>
      </dgm:prSet>
      <dgm:spPr/>
      <dgm:t>
        <a:bodyPr/>
        <a:lstStyle/>
        <a:p>
          <a:endParaRPr lang="en-US"/>
        </a:p>
      </dgm:t>
    </dgm:pt>
    <dgm:pt modelId="{8E1BCC0E-B989-4435-8915-645304C71A64}" type="pres">
      <dgm:prSet presAssocID="{56D25664-E470-4423-B8A9-9B6E4F3E9501}" presName="compositeNode" presStyleCnt="0">
        <dgm:presLayoutVars>
          <dgm:bulletEnabled val="1"/>
        </dgm:presLayoutVars>
      </dgm:prSet>
      <dgm:spPr/>
    </dgm:pt>
    <dgm:pt modelId="{5EE1D2E5-E13B-4FA3-A68E-FA18C8AD1A1A}" type="pres">
      <dgm:prSet presAssocID="{56D25664-E470-4423-B8A9-9B6E4F3E9501}" presName="bgRect" presStyleLbl="node1" presStyleIdx="0" presStyleCnt="3"/>
      <dgm:spPr/>
      <dgm:t>
        <a:bodyPr/>
        <a:lstStyle/>
        <a:p>
          <a:endParaRPr lang="en-US"/>
        </a:p>
      </dgm:t>
    </dgm:pt>
    <dgm:pt modelId="{1F2FC209-C6F9-4BD8-BE18-C50B50281548}" type="pres">
      <dgm:prSet presAssocID="{56D25664-E470-4423-B8A9-9B6E4F3E9501}" presName="parentNode" presStyleLbl="node1" presStyleIdx="0" presStyleCnt="3">
        <dgm:presLayoutVars>
          <dgm:chMax val="0"/>
          <dgm:bulletEnabled val="1"/>
        </dgm:presLayoutVars>
      </dgm:prSet>
      <dgm:spPr/>
      <dgm:t>
        <a:bodyPr/>
        <a:lstStyle/>
        <a:p>
          <a:endParaRPr lang="en-US"/>
        </a:p>
      </dgm:t>
    </dgm:pt>
    <dgm:pt modelId="{0F07502A-98A4-4880-9779-27EA2BEB6F02}" type="pres">
      <dgm:prSet presAssocID="{56D25664-E470-4423-B8A9-9B6E4F3E9501}" presName="childNode" presStyleLbl="node1" presStyleIdx="0" presStyleCnt="3">
        <dgm:presLayoutVars>
          <dgm:bulletEnabled val="1"/>
        </dgm:presLayoutVars>
      </dgm:prSet>
      <dgm:spPr/>
      <dgm:t>
        <a:bodyPr/>
        <a:lstStyle/>
        <a:p>
          <a:endParaRPr lang="en-US"/>
        </a:p>
      </dgm:t>
    </dgm:pt>
    <dgm:pt modelId="{13ACBB4E-2F0C-4773-92A7-F091255EA962}" type="pres">
      <dgm:prSet presAssocID="{0513D618-905F-43E6-8DF3-0764A99732D8}" presName="hSp" presStyleCnt="0"/>
      <dgm:spPr/>
    </dgm:pt>
    <dgm:pt modelId="{BAD87237-2D53-4DFC-BA2E-02EC39493885}" type="pres">
      <dgm:prSet presAssocID="{0513D618-905F-43E6-8DF3-0764A99732D8}" presName="vProcSp" presStyleCnt="0"/>
      <dgm:spPr/>
    </dgm:pt>
    <dgm:pt modelId="{221F174E-2568-4C2B-B98A-B21C733FC119}" type="pres">
      <dgm:prSet presAssocID="{0513D618-905F-43E6-8DF3-0764A99732D8}" presName="vSp1" presStyleCnt="0"/>
      <dgm:spPr/>
    </dgm:pt>
    <dgm:pt modelId="{45668240-D897-4FC1-8421-6DD785B65040}" type="pres">
      <dgm:prSet presAssocID="{0513D618-905F-43E6-8DF3-0764A99732D8}" presName="simulatedConn" presStyleLbl="solidFgAcc1" presStyleIdx="0" presStyleCnt="2"/>
      <dgm:spPr/>
    </dgm:pt>
    <dgm:pt modelId="{50ECFA14-9F36-4C35-911C-A780FF037D2C}" type="pres">
      <dgm:prSet presAssocID="{0513D618-905F-43E6-8DF3-0764A99732D8}" presName="vSp2" presStyleCnt="0"/>
      <dgm:spPr/>
    </dgm:pt>
    <dgm:pt modelId="{B0CEB5DD-B27E-454F-A39C-A559A187214D}" type="pres">
      <dgm:prSet presAssocID="{0513D618-905F-43E6-8DF3-0764A99732D8}" presName="sibTrans" presStyleCnt="0"/>
      <dgm:spPr/>
    </dgm:pt>
    <dgm:pt modelId="{4C92115F-DFB0-4372-AF66-CF11B70A8EFD}" type="pres">
      <dgm:prSet presAssocID="{275823A6-DA31-4015-971F-013EA967541C}" presName="compositeNode" presStyleCnt="0">
        <dgm:presLayoutVars>
          <dgm:bulletEnabled val="1"/>
        </dgm:presLayoutVars>
      </dgm:prSet>
      <dgm:spPr/>
    </dgm:pt>
    <dgm:pt modelId="{CB5EA34A-627A-4C1F-96E3-4088D2A98FDD}" type="pres">
      <dgm:prSet presAssocID="{275823A6-DA31-4015-971F-013EA967541C}" presName="bgRect" presStyleLbl="node1" presStyleIdx="1" presStyleCnt="3"/>
      <dgm:spPr/>
      <dgm:t>
        <a:bodyPr/>
        <a:lstStyle/>
        <a:p>
          <a:endParaRPr lang="en-US"/>
        </a:p>
      </dgm:t>
    </dgm:pt>
    <dgm:pt modelId="{752682F3-57CE-4B43-B292-A62B3D508EDD}" type="pres">
      <dgm:prSet presAssocID="{275823A6-DA31-4015-971F-013EA967541C}" presName="parentNode" presStyleLbl="node1" presStyleIdx="1" presStyleCnt="3">
        <dgm:presLayoutVars>
          <dgm:chMax val="0"/>
          <dgm:bulletEnabled val="1"/>
        </dgm:presLayoutVars>
      </dgm:prSet>
      <dgm:spPr/>
      <dgm:t>
        <a:bodyPr/>
        <a:lstStyle/>
        <a:p>
          <a:endParaRPr lang="en-US"/>
        </a:p>
      </dgm:t>
    </dgm:pt>
    <dgm:pt modelId="{7C1FE252-E5CE-40AF-AE08-799A5F741FEE}" type="pres">
      <dgm:prSet presAssocID="{275823A6-DA31-4015-971F-013EA967541C}" presName="childNode" presStyleLbl="node1" presStyleIdx="1" presStyleCnt="3">
        <dgm:presLayoutVars>
          <dgm:bulletEnabled val="1"/>
        </dgm:presLayoutVars>
      </dgm:prSet>
      <dgm:spPr/>
      <dgm:t>
        <a:bodyPr/>
        <a:lstStyle/>
        <a:p>
          <a:endParaRPr lang="en-US"/>
        </a:p>
      </dgm:t>
    </dgm:pt>
    <dgm:pt modelId="{E94DD569-30C2-4DB5-BFE9-2EA1C054A099}" type="pres">
      <dgm:prSet presAssocID="{51902D99-3A7E-49E6-ACF4-64573B002DF3}" presName="hSp" presStyleCnt="0"/>
      <dgm:spPr/>
    </dgm:pt>
    <dgm:pt modelId="{D0762C22-9124-4CFC-9FEF-33DB241A1B75}" type="pres">
      <dgm:prSet presAssocID="{51902D99-3A7E-49E6-ACF4-64573B002DF3}" presName="vProcSp" presStyleCnt="0"/>
      <dgm:spPr/>
    </dgm:pt>
    <dgm:pt modelId="{C8DF72E1-70D1-4214-8DAD-40E18FF824F5}" type="pres">
      <dgm:prSet presAssocID="{51902D99-3A7E-49E6-ACF4-64573B002DF3}" presName="vSp1" presStyleCnt="0"/>
      <dgm:spPr/>
    </dgm:pt>
    <dgm:pt modelId="{BAC8B8B3-49A2-4BE7-B498-654C601FE809}" type="pres">
      <dgm:prSet presAssocID="{51902D99-3A7E-49E6-ACF4-64573B002DF3}" presName="simulatedConn" presStyleLbl="solidFgAcc1" presStyleIdx="1" presStyleCnt="2"/>
      <dgm:spPr/>
    </dgm:pt>
    <dgm:pt modelId="{4A5065A5-7398-4E75-9460-0F7770025FB9}" type="pres">
      <dgm:prSet presAssocID="{51902D99-3A7E-49E6-ACF4-64573B002DF3}" presName="vSp2" presStyleCnt="0"/>
      <dgm:spPr/>
    </dgm:pt>
    <dgm:pt modelId="{2AE61FAA-6DD0-4F7B-8C42-F1DA0A887180}" type="pres">
      <dgm:prSet presAssocID="{51902D99-3A7E-49E6-ACF4-64573B002DF3}" presName="sibTrans" presStyleCnt="0"/>
      <dgm:spPr/>
    </dgm:pt>
    <dgm:pt modelId="{72B73D94-A19D-488F-A34B-978C721C47B4}" type="pres">
      <dgm:prSet presAssocID="{2645AA64-F59A-4567-9741-8E504AE7F8ED}" presName="compositeNode" presStyleCnt="0">
        <dgm:presLayoutVars>
          <dgm:bulletEnabled val="1"/>
        </dgm:presLayoutVars>
      </dgm:prSet>
      <dgm:spPr/>
    </dgm:pt>
    <dgm:pt modelId="{BBE81636-BCDD-48A0-B978-839FA7B950F8}" type="pres">
      <dgm:prSet presAssocID="{2645AA64-F59A-4567-9741-8E504AE7F8ED}" presName="bgRect" presStyleLbl="node1" presStyleIdx="2" presStyleCnt="3"/>
      <dgm:spPr/>
      <dgm:t>
        <a:bodyPr/>
        <a:lstStyle/>
        <a:p>
          <a:endParaRPr lang="en-US"/>
        </a:p>
      </dgm:t>
    </dgm:pt>
    <dgm:pt modelId="{5002EEF7-AB5F-41AC-BBA4-49DC2C142864}" type="pres">
      <dgm:prSet presAssocID="{2645AA64-F59A-4567-9741-8E504AE7F8ED}" presName="parentNode" presStyleLbl="node1" presStyleIdx="2" presStyleCnt="3">
        <dgm:presLayoutVars>
          <dgm:chMax val="0"/>
          <dgm:bulletEnabled val="1"/>
        </dgm:presLayoutVars>
      </dgm:prSet>
      <dgm:spPr/>
      <dgm:t>
        <a:bodyPr/>
        <a:lstStyle/>
        <a:p>
          <a:endParaRPr lang="en-US"/>
        </a:p>
      </dgm:t>
    </dgm:pt>
    <dgm:pt modelId="{4428B23C-049C-4D7B-92D7-DD65A1003E4E}" type="pres">
      <dgm:prSet presAssocID="{2645AA64-F59A-4567-9741-8E504AE7F8ED}" presName="childNode" presStyleLbl="node1" presStyleIdx="2" presStyleCnt="3">
        <dgm:presLayoutVars>
          <dgm:bulletEnabled val="1"/>
        </dgm:presLayoutVars>
      </dgm:prSet>
      <dgm:spPr/>
      <dgm:t>
        <a:bodyPr/>
        <a:lstStyle/>
        <a:p>
          <a:endParaRPr lang="en-US"/>
        </a:p>
      </dgm:t>
    </dgm:pt>
  </dgm:ptLst>
  <dgm:cxnLst>
    <dgm:cxn modelId="{874CAB56-E993-4BA7-B073-DD6F211AB452}" srcId="{E12051B9-F660-41FB-9BFB-187ECABCD821}" destId="{56D25664-E470-4423-B8A9-9B6E4F3E9501}" srcOrd="0" destOrd="0" parTransId="{AE225F17-CB4A-4698-895E-495209A24EDD}" sibTransId="{0513D618-905F-43E6-8DF3-0764A99732D8}"/>
    <dgm:cxn modelId="{C5F869C1-8FEF-4035-9EC3-FDF0092FF2C9}" srcId="{56D25664-E470-4423-B8A9-9B6E4F3E9501}" destId="{F754AD28-8B54-47D9-83F1-8D45F35B4A81}" srcOrd="0" destOrd="0" parTransId="{26AD8160-5FF5-41BE-AFAF-E29D66F0469B}" sibTransId="{BE9BECBC-F94F-4E2F-BDB2-93E8BAEBEFE7}"/>
    <dgm:cxn modelId="{464D6169-0418-4699-820B-C50B038C5CB9}" type="presOf" srcId="{95A718DB-BBB4-46AA-BDBB-89DD317FC1FE}" destId="{4428B23C-049C-4D7B-92D7-DD65A1003E4E}" srcOrd="0" destOrd="0" presId="urn:microsoft.com/office/officeart/2005/8/layout/hProcess7"/>
    <dgm:cxn modelId="{1DCB0E8B-E40A-46BF-A80C-48D12181F989}" type="presOf" srcId="{E12051B9-F660-41FB-9BFB-187ECABCD821}" destId="{4413368B-ACCA-469B-9D0E-1FEFC4075FB0}" srcOrd="0" destOrd="0" presId="urn:microsoft.com/office/officeart/2005/8/layout/hProcess7"/>
    <dgm:cxn modelId="{68C078E2-2813-4DD1-8D49-00CEDEB813BD}" srcId="{2645AA64-F59A-4567-9741-8E504AE7F8ED}" destId="{95A718DB-BBB4-46AA-BDBB-89DD317FC1FE}" srcOrd="0" destOrd="0" parTransId="{559BC884-0E6B-4229-BA40-83AA0FB5E9C3}" sibTransId="{E6806443-A792-465A-A42A-65355E8F5FCD}"/>
    <dgm:cxn modelId="{E050B09D-A38A-407C-818D-52C32C052BE2}" type="presOf" srcId="{F754AD28-8B54-47D9-83F1-8D45F35B4A81}" destId="{0F07502A-98A4-4880-9779-27EA2BEB6F02}" srcOrd="0" destOrd="0" presId="urn:microsoft.com/office/officeart/2005/8/layout/hProcess7"/>
    <dgm:cxn modelId="{C6077A86-F11F-4CC2-95FF-857ED3BB7A1B}" type="presOf" srcId="{2645AA64-F59A-4567-9741-8E504AE7F8ED}" destId="{5002EEF7-AB5F-41AC-BBA4-49DC2C142864}" srcOrd="1" destOrd="0" presId="urn:microsoft.com/office/officeart/2005/8/layout/hProcess7"/>
    <dgm:cxn modelId="{A551A433-3F50-49D5-AAEA-152515D37B9D}" type="presOf" srcId="{D4C8B335-3CDB-4410-8398-ADA4B6D707D0}" destId="{4428B23C-049C-4D7B-92D7-DD65A1003E4E}" srcOrd="0" destOrd="1" presId="urn:microsoft.com/office/officeart/2005/8/layout/hProcess7"/>
    <dgm:cxn modelId="{57824522-8F28-49A9-B1BA-92C8570C9820}" srcId="{2645AA64-F59A-4567-9741-8E504AE7F8ED}" destId="{D4C8B335-3CDB-4410-8398-ADA4B6D707D0}" srcOrd="1" destOrd="0" parTransId="{6731F8F5-E23D-44FE-B5E9-470480E8C490}" sibTransId="{8F87DA33-748F-4E07-B160-1008D5AD6E87}"/>
    <dgm:cxn modelId="{8D2101F9-CF87-42F9-B094-55D43C34B39E}" type="presOf" srcId="{07C75C8E-0DEA-4DDA-B70D-DFD3E44B3AE9}" destId="{7C1FE252-E5CE-40AF-AE08-799A5F741FEE}" srcOrd="0" destOrd="1" presId="urn:microsoft.com/office/officeart/2005/8/layout/hProcess7"/>
    <dgm:cxn modelId="{955316F3-D59D-4E22-BAC5-4B54F7BE800A}" srcId="{275823A6-DA31-4015-971F-013EA967541C}" destId="{E7E09A88-A855-416A-B17D-5608BAB5F968}" srcOrd="0" destOrd="0" parTransId="{791A9365-62E9-4724-B5DD-36351582D82E}" sibTransId="{C2A5DE0A-7824-4E35-BB27-47DBE8541DB5}"/>
    <dgm:cxn modelId="{5ED53018-804C-4B6E-8C96-35B9E163BB2B}" type="presOf" srcId="{275823A6-DA31-4015-971F-013EA967541C}" destId="{752682F3-57CE-4B43-B292-A62B3D508EDD}" srcOrd="1" destOrd="0" presId="urn:microsoft.com/office/officeart/2005/8/layout/hProcess7"/>
    <dgm:cxn modelId="{9CD48B93-ABB8-433A-A639-193F0A28CBE5}" srcId="{E12051B9-F660-41FB-9BFB-187ECABCD821}" destId="{2645AA64-F59A-4567-9741-8E504AE7F8ED}" srcOrd="2" destOrd="0" parTransId="{AC7E47B7-C191-494F-A858-138D80EBAA8B}" sibTransId="{8534D89E-94B4-4294-B728-B7172A8E774D}"/>
    <dgm:cxn modelId="{E380ADD9-5041-447F-B338-95FB2FE0B128}" srcId="{E7E09A88-A855-416A-B17D-5608BAB5F968}" destId="{07C75C8E-0DEA-4DDA-B70D-DFD3E44B3AE9}" srcOrd="0" destOrd="0" parTransId="{5C19A2C8-EA94-4C28-9644-EFDC915C5F5B}" sibTransId="{C2EBB4AF-340B-42F0-812E-66D9CDC0F89F}"/>
    <dgm:cxn modelId="{76696772-2554-4E2D-8639-34A91E715C32}" type="presOf" srcId="{56D25664-E470-4423-B8A9-9B6E4F3E9501}" destId="{5EE1D2E5-E13B-4FA3-A68E-FA18C8AD1A1A}" srcOrd="0" destOrd="0" presId="urn:microsoft.com/office/officeart/2005/8/layout/hProcess7"/>
    <dgm:cxn modelId="{06C256A2-CBB1-4F08-88FC-2AE8711DA723}" type="presOf" srcId="{E7E09A88-A855-416A-B17D-5608BAB5F968}" destId="{7C1FE252-E5CE-40AF-AE08-799A5F741FEE}" srcOrd="0" destOrd="0" presId="urn:microsoft.com/office/officeart/2005/8/layout/hProcess7"/>
    <dgm:cxn modelId="{73BED005-4C76-4A25-890D-F4F5BB3BF3FE}" type="presOf" srcId="{275823A6-DA31-4015-971F-013EA967541C}" destId="{CB5EA34A-627A-4C1F-96E3-4088D2A98FDD}" srcOrd="0" destOrd="0" presId="urn:microsoft.com/office/officeart/2005/8/layout/hProcess7"/>
    <dgm:cxn modelId="{8BE4AC12-40F3-4F0D-917E-1DE0D831E752}" type="presOf" srcId="{56D25664-E470-4423-B8A9-9B6E4F3E9501}" destId="{1F2FC209-C6F9-4BD8-BE18-C50B50281548}" srcOrd="1" destOrd="0" presId="urn:microsoft.com/office/officeart/2005/8/layout/hProcess7"/>
    <dgm:cxn modelId="{7437843E-C873-4F0A-B5EA-DE17D4B19CEC}" srcId="{E12051B9-F660-41FB-9BFB-187ECABCD821}" destId="{275823A6-DA31-4015-971F-013EA967541C}" srcOrd="1" destOrd="0" parTransId="{875E5474-64E5-4108-955A-9C4C5981F19E}" sibTransId="{51902D99-3A7E-49E6-ACF4-64573B002DF3}"/>
    <dgm:cxn modelId="{1376C00F-D2BE-4C3D-965E-81FB671F3B53}" type="presOf" srcId="{2645AA64-F59A-4567-9741-8E504AE7F8ED}" destId="{BBE81636-BCDD-48A0-B978-839FA7B950F8}" srcOrd="0" destOrd="0" presId="urn:microsoft.com/office/officeart/2005/8/layout/hProcess7"/>
    <dgm:cxn modelId="{425DFD99-0600-441A-B290-A9A946A0EFFB}" type="presParOf" srcId="{4413368B-ACCA-469B-9D0E-1FEFC4075FB0}" destId="{8E1BCC0E-B989-4435-8915-645304C71A64}" srcOrd="0" destOrd="0" presId="urn:microsoft.com/office/officeart/2005/8/layout/hProcess7"/>
    <dgm:cxn modelId="{CF9D8938-7BBF-4855-9665-3F02B713F0E0}" type="presParOf" srcId="{8E1BCC0E-B989-4435-8915-645304C71A64}" destId="{5EE1D2E5-E13B-4FA3-A68E-FA18C8AD1A1A}" srcOrd="0" destOrd="0" presId="urn:microsoft.com/office/officeart/2005/8/layout/hProcess7"/>
    <dgm:cxn modelId="{2215D7D8-6350-4676-80D1-4839A829929A}" type="presParOf" srcId="{8E1BCC0E-B989-4435-8915-645304C71A64}" destId="{1F2FC209-C6F9-4BD8-BE18-C50B50281548}" srcOrd="1" destOrd="0" presId="urn:microsoft.com/office/officeart/2005/8/layout/hProcess7"/>
    <dgm:cxn modelId="{F841D121-6FBD-4B7C-9CF1-26F2BB387BE6}" type="presParOf" srcId="{8E1BCC0E-B989-4435-8915-645304C71A64}" destId="{0F07502A-98A4-4880-9779-27EA2BEB6F02}" srcOrd="2" destOrd="0" presId="urn:microsoft.com/office/officeart/2005/8/layout/hProcess7"/>
    <dgm:cxn modelId="{14229070-CE5F-4E83-8E10-0ACD72522849}" type="presParOf" srcId="{4413368B-ACCA-469B-9D0E-1FEFC4075FB0}" destId="{13ACBB4E-2F0C-4773-92A7-F091255EA962}" srcOrd="1" destOrd="0" presId="urn:microsoft.com/office/officeart/2005/8/layout/hProcess7"/>
    <dgm:cxn modelId="{AE09B7C7-82C5-4BC2-97BD-779EF8C2AA16}" type="presParOf" srcId="{4413368B-ACCA-469B-9D0E-1FEFC4075FB0}" destId="{BAD87237-2D53-4DFC-BA2E-02EC39493885}" srcOrd="2" destOrd="0" presId="urn:microsoft.com/office/officeart/2005/8/layout/hProcess7"/>
    <dgm:cxn modelId="{5700D4A9-A017-4919-B93D-E747315435E4}" type="presParOf" srcId="{BAD87237-2D53-4DFC-BA2E-02EC39493885}" destId="{221F174E-2568-4C2B-B98A-B21C733FC119}" srcOrd="0" destOrd="0" presId="urn:microsoft.com/office/officeart/2005/8/layout/hProcess7"/>
    <dgm:cxn modelId="{C37A42D6-E932-42D6-B0E2-6096EC3EE79E}" type="presParOf" srcId="{BAD87237-2D53-4DFC-BA2E-02EC39493885}" destId="{45668240-D897-4FC1-8421-6DD785B65040}" srcOrd="1" destOrd="0" presId="urn:microsoft.com/office/officeart/2005/8/layout/hProcess7"/>
    <dgm:cxn modelId="{7E76728F-ABBB-4786-9A1D-448B40B4B7B0}" type="presParOf" srcId="{BAD87237-2D53-4DFC-BA2E-02EC39493885}" destId="{50ECFA14-9F36-4C35-911C-A780FF037D2C}" srcOrd="2" destOrd="0" presId="urn:microsoft.com/office/officeart/2005/8/layout/hProcess7"/>
    <dgm:cxn modelId="{F3CB2226-EF87-45C1-89A1-651237B2380F}" type="presParOf" srcId="{4413368B-ACCA-469B-9D0E-1FEFC4075FB0}" destId="{B0CEB5DD-B27E-454F-A39C-A559A187214D}" srcOrd="3" destOrd="0" presId="urn:microsoft.com/office/officeart/2005/8/layout/hProcess7"/>
    <dgm:cxn modelId="{65D9E4E3-9D52-433C-B49D-6C8BF7FD8356}" type="presParOf" srcId="{4413368B-ACCA-469B-9D0E-1FEFC4075FB0}" destId="{4C92115F-DFB0-4372-AF66-CF11B70A8EFD}" srcOrd="4" destOrd="0" presId="urn:microsoft.com/office/officeart/2005/8/layout/hProcess7"/>
    <dgm:cxn modelId="{35A38A27-2FF2-41ED-BB9F-08C70DDD55DB}" type="presParOf" srcId="{4C92115F-DFB0-4372-AF66-CF11B70A8EFD}" destId="{CB5EA34A-627A-4C1F-96E3-4088D2A98FDD}" srcOrd="0" destOrd="0" presId="urn:microsoft.com/office/officeart/2005/8/layout/hProcess7"/>
    <dgm:cxn modelId="{633F5966-DA14-4FEE-898F-5A21079D76F5}" type="presParOf" srcId="{4C92115F-DFB0-4372-AF66-CF11B70A8EFD}" destId="{752682F3-57CE-4B43-B292-A62B3D508EDD}" srcOrd="1" destOrd="0" presId="urn:microsoft.com/office/officeart/2005/8/layout/hProcess7"/>
    <dgm:cxn modelId="{0A9317B9-60D4-4B91-BC15-61834B92BD4D}" type="presParOf" srcId="{4C92115F-DFB0-4372-AF66-CF11B70A8EFD}" destId="{7C1FE252-E5CE-40AF-AE08-799A5F741FEE}" srcOrd="2" destOrd="0" presId="urn:microsoft.com/office/officeart/2005/8/layout/hProcess7"/>
    <dgm:cxn modelId="{7D07B7F7-D70D-4C3F-97FE-630EB9236093}" type="presParOf" srcId="{4413368B-ACCA-469B-9D0E-1FEFC4075FB0}" destId="{E94DD569-30C2-4DB5-BFE9-2EA1C054A099}" srcOrd="5" destOrd="0" presId="urn:microsoft.com/office/officeart/2005/8/layout/hProcess7"/>
    <dgm:cxn modelId="{62CFE03F-2FF8-46F0-B002-A7581073C649}" type="presParOf" srcId="{4413368B-ACCA-469B-9D0E-1FEFC4075FB0}" destId="{D0762C22-9124-4CFC-9FEF-33DB241A1B75}" srcOrd="6" destOrd="0" presId="urn:microsoft.com/office/officeart/2005/8/layout/hProcess7"/>
    <dgm:cxn modelId="{16310416-F8DF-4EA7-A010-343DDE4BDD8B}" type="presParOf" srcId="{D0762C22-9124-4CFC-9FEF-33DB241A1B75}" destId="{C8DF72E1-70D1-4214-8DAD-40E18FF824F5}" srcOrd="0" destOrd="0" presId="urn:microsoft.com/office/officeart/2005/8/layout/hProcess7"/>
    <dgm:cxn modelId="{13B12E05-E6EF-4A25-9177-9A9F10C86ECC}" type="presParOf" srcId="{D0762C22-9124-4CFC-9FEF-33DB241A1B75}" destId="{BAC8B8B3-49A2-4BE7-B498-654C601FE809}" srcOrd="1" destOrd="0" presId="urn:microsoft.com/office/officeart/2005/8/layout/hProcess7"/>
    <dgm:cxn modelId="{1A4586D5-A065-4FC8-84EF-1F34839C3F2A}" type="presParOf" srcId="{D0762C22-9124-4CFC-9FEF-33DB241A1B75}" destId="{4A5065A5-7398-4E75-9460-0F7770025FB9}" srcOrd="2" destOrd="0" presId="urn:microsoft.com/office/officeart/2005/8/layout/hProcess7"/>
    <dgm:cxn modelId="{173D669E-F4A7-49D2-A184-91C35D376B1D}" type="presParOf" srcId="{4413368B-ACCA-469B-9D0E-1FEFC4075FB0}" destId="{2AE61FAA-6DD0-4F7B-8C42-F1DA0A887180}" srcOrd="7" destOrd="0" presId="urn:microsoft.com/office/officeart/2005/8/layout/hProcess7"/>
    <dgm:cxn modelId="{2907EAC4-509A-4076-B608-299EDEF18984}" type="presParOf" srcId="{4413368B-ACCA-469B-9D0E-1FEFC4075FB0}" destId="{72B73D94-A19D-488F-A34B-978C721C47B4}" srcOrd="8" destOrd="0" presId="urn:microsoft.com/office/officeart/2005/8/layout/hProcess7"/>
    <dgm:cxn modelId="{8F160912-7D81-4CE0-AC08-F33D1E958576}" type="presParOf" srcId="{72B73D94-A19D-488F-A34B-978C721C47B4}" destId="{BBE81636-BCDD-48A0-B978-839FA7B950F8}" srcOrd="0" destOrd="0" presId="urn:microsoft.com/office/officeart/2005/8/layout/hProcess7"/>
    <dgm:cxn modelId="{EBABE0E7-07B9-49F3-82E1-BC0155FB4A6F}" type="presParOf" srcId="{72B73D94-A19D-488F-A34B-978C721C47B4}" destId="{5002EEF7-AB5F-41AC-BBA4-49DC2C142864}" srcOrd="1" destOrd="0" presId="urn:microsoft.com/office/officeart/2005/8/layout/hProcess7"/>
    <dgm:cxn modelId="{F310F270-8F7A-448C-869C-EC17DBBACA7E}" type="presParOf" srcId="{72B73D94-A19D-488F-A34B-978C721C47B4}" destId="{4428B23C-049C-4D7B-92D7-DD65A1003E4E}" srcOrd="2" destOrd="0" presId="urn:microsoft.com/office/officeart/2005/8/layout/hProcess7"/>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5.xml><?xml version="1.0" encoding="utf-8"?>
<dgm:dataModel xmlns:dgm="http://schemas.openxmlformats.org/drawingml/2006/diagram" xmlns:a="http://schemas.openxmlformats.org/drawingml/2006/main">
  <dgm:ptLst>
    <dgm:pt modelId="{E12051B9-F660-41FB-9BFB-187ECABCD821}" type="doc">
      <dgm:prSet loTypeId="urn:microsoft.com/office/officeart/2005/8/layout/hProcess7" loCatId="list" qsTypeId="urn:microsoft.com/office/officeart/2005/8/quickstyle/simple1" qsCatId="simple" csTypeId="urn:microsoft.com/office/officeart/2005/8/colors/colorful1" csCatId="colorful" phldr="1"/>
      <dgm:spPr/>
      <dgm:t>
        <a:bodyPr/>
        <a:lstStyle/>
        <a:p>
          <a:endParaRPr lang="en-US"/>
        </a:p>
      </dgm:t>
    </dgm:pt>
    <dgm:pt modelId="{56D25664-E470-4423-B8A9-9B6E4F3E9501}">
      <dgm:prSet phldrT="[Text]" custT="1"/>
      <dgm:spPr/>
      <dgm:t>
        <a:bodyPr/>
        <a:lstStyle/>
        <a:p>
          <a:r>
            <a:rPr lang="en-US" sz="2000" b="1" u="sng" dirty="0" smtClean="0"/>
            <a:t>Construct</a:t>
          </a:r>
          <a:endParaRPr lang="en-US" sz="2000" b="1" u="sng" dirty="0"/>
        </a:p>
      </dgm:t>
    </dgm:pt>
    <dgm:pt modelId="{AE225F17-CB4A-4698-895E-495209A24EDD}" type="parTrans" cxnId="{874CAB56-E993-4BA7-B073-DD6F211AB452}">
      <dgm:prSet/>
      <dgm:spPr/>
      <dgm:t>
        <a:bodyPr/>
        <a:lstStyle/>
        <a:p>
          <a:endParaRPr lang="en-US"/>
        </a:p>
      </dgm:t>
    </dgm:pt>
    <dgm:pt modelId="{0513D618-905F-43E6-8DF3-0764A99732D8}" type="sibTrans" cxnId="{874CAB56-E993-4BA7-B073-DD6F211AB452}">
      <dgm:prSet/>
      <dgm:spPr/>
      <dgm:t>
        <a:bodyPr/>
        <a:lstStyle/>
        <a:p>
          <a:endParaRPr lang="en-US"/>
        </a:p>
      </dgm:t>
    </dgm:pt>
    <dgm:pt modelId="{F754AD28-8B54-47D9-83F1-8D45F35B4A81}">
      <dgm:prSet phldrT="[Text]" custT="1"/>
      <dgm:spPr/>
      <dgm:t>
        <a:bodyPr/>
        <a:lstStyle/>
        <a:p>
          <a:r>
            <a:rPr lang="en-US" sz="3600" dirty="0" smtClean="0"/>
            <a:t>Defining Success</a:t>
          </a:r>
          <a:endParaRPr lang="en-US" sz="3600" dirty="0"/>
        </a:p>
      </dgm:t>
    </dgm:pt>
    <dgm:pt modelId="{26AD8160-5FF5-41BE-AFAF-E29D66F0469B}" type="parTrans" cxnId="{C5F869C1-8FEF-4035-9EC3-FDF0092FF2C9}">
      <dgm:prSet/>
      <dgm:spPr/>
      <dgm:t>
        <a:bodyPr/>
        <a:lstStyle/>
        <a:p>
          <a:endParaRPr lang="en-US"/>
        </a:p>
      </dgm:t>
    </dgm:pt>
    <dgm:pt modelId="{BE9BECBC-F94F-4E2F-BDB2-93E8BAEBEFE7}" type="sibTrans" cxnId="{C5F869C1-8FEF-4035-9EC3-FDF0092FF2C9}">
      <dgm:prSet/>
      <dgm:spPr/>
      <dgm:t>
        <a:bodyPr/>
        <a:lstStyle/>
        <a:p>
          <a:endParaRPr lang="en-US"/>
        </a:p>
      </dgm:t>
    </dgm:pt>
    <dgm:pt modelId="{275823A6-DA31-4015-971F-013EA967541C}">
      <dgm:prSet phldrT="[Text]" custT="1"/>
      <dgm:spPr/>
      <dgm:t>
        <a:bodyPr/>
        <a:lstStyle/>
        <a:p>
          <a:r>
            <a:rPr lang="en-US" sz="2000" b="1" u="sng" dirty="0" smtClean="0"/>
            <a:t>Literature</a:t>
          </a:r>
          <a:endParaRPr lang="en-US" sz="2000" b="1" u="sng" dirty="0"/>
        </a:p>
      </dgm:t>
    </dgm:pt>
    <dgm:pt modelId="{875E5474-64E5-4108-955A-9C4C5981F19E}" type="parTrans" cxnId="{7437843E-C873-4F0A-B5EA-DE17D4B19CEC}">
      <dgm:prSet/>
      <dgm:spPr/>
      <dgm:t>
        <a:bodyPr/>
        <a:lstStyle/>
        <a:p>
          <a:endParaRPr lang="en-US"/>
        </a:p>
      </dgm:t>
    </dgm:pt>
    <dgm:pt modelId="{51902D99-3A7E-49E6-ACF4-64573B002DF3}" type="sibTrans" cxnId="{7437843E-C873-4F0A-B5EA-DE17D4B19CEC}">
      <dgm:prSet/>
      <dgm:spPr/>
      <dgm:t>
        <a:bodyPr/>
        <a:lstStyle/>
        <a:p>
          <a:endParaRPr lang="en-US"/>
        </a:p>
      </dgm:t>
    </dgm:pt>
    <dgm:pt modelId="{E7E09A88-A855-416A-B17D-5608BAB5F968}">
      <dgm:prSet phldrT="[Text]" custT="1"/>
      <dgm:spPr/>
      <dgm:t>
        <a:bodyPr/>
        <a:lstStyle/>
        <a:p>
          <a:r>
            <a:rPr lang="en-US" sz="1800" dirty="0" smtClean="0"/>
            <a:t>Executed patent license, established new business entity, executed sponsored research agreement</a:t>
          </a:r>
          <a:endParaRPr lang="en-US" sz="1800" dirty="0"/>
        </a:p>
      </dgm:t>
    </dgm:pt>
    <dgm:pt modelId="{791A9365-62E9-4724-B5DD-36351582D82E}" type="parTrans" cxnId="{955316F3-D59D-4E22-BAC5-4B54F7BE800A}">
      <dgm:prSet/>
      <dgm:spPr/>
      <dgm:t>
        <a:bodyPr/>
        <a:lstStyle/>
        <a:p>
          <a:endParaRPr lang="en-US"/>
        </a:p>
      </dgm:t>
    </dgm:pt>
    <dgm:pt modelId="{C2A5DE0A-7824-4E35-BB27-47DBE8541DB5}" type="sibTrans" cxnId="{955316F3-D59D-4E22-BAC5-4B54F7BE800A}">
      <dgm:prSet/>
      <dgm:spPr/>
      <dgm:t>
        <a:bodyPr/>
        <a:lstStyle/>
        <a:p>
          <a:endParaRPr lang="en-US"/>
        </a:p>
      </dgm:t>
    </dgm:pt>
    <dgm:pt modelId="{2645AA64-F59A-4567-9741-8E504AE7F8ED}">
      <dgm:prSet phldrT="[Text]" custT="1"/>
      <dgm:spPr/>
      <dgm:t>
        <a:bodyPr/>
        <a:lstStyle/>
        <a:p>
          <a:r>
            <a:rPr lang="en-US" sz="2000" b="1" u="sng" dirty="0" smtClean="0"/>
            <a:t>Observations</a:t>
          </a:r>
          <a:endParaRPr lang="en-US" sz="2000" b="1" u="sng" dirty="0"/>
        </a:p>
      </dgm:t>
    </dgm:pt>
    <dgm:pt modelId="{AC7E47B7-C191-494F-A858-138D80EBAA8B}" type="parTrans" cxnId="{9CD48B93-ABB8-433A-A639-193F0A28CBE5}">
      <dgm:prSet/>
      <dgm:spPr/>
      <dgm:t>
        <a:bodyPr/>
        <a:lstStyle/>
        <a:p>
          <a:endParaRPr lang="en-US"/>
        </a:p>
      </dgm:t>
    </dgm:pt>
    <dgm:pt modelId="{8534D89E-94B4-4294-B728-B7172A8E774D}" type="sibTrans" cxnId="{9CD48B93-ABB8-433A-A639-193F0A28CBE5}">
      <dgm:prSet/>
      <dgm:spPr/>
      <dgm:t>
        <a:bodyPr/>
        <a:lstStyle/>
        <a:p>
          <a:endParaRPr lang="en-US"/>
        </a:p>
      </dgm:t>
    </dgm:pt>
    <dgm:pt modelId="{D264B8C8-0C74-4047-BC3D-D328ABB04B07}">
      <dgm:prSet phldrT="[Text]" custT="1"/>
      <dgm:spPr/>
      <dgm:t>
        <a:bodyPr/>
        <a:lstStyle/>
        <a:p>
          <a:r>
            <a:rPr lang="en-US" sz="1800" dirty="0" smtClean="0"/>
            <a:t>A patent license is often a requirement for forming a university spinout company.</a:t>
          </a:r>
          <a:endParaRPr lang="en-US" sz="1800" dirty="0"/>
        </a:p>
      </dgm:t>
    </dgm:pt>
    <dgm:pt modelId="{EFE8DCE1-CB9B-44C0-BE30-595BF1898A8E}" type="parTrans" cxnId="{DB884937-1E09-49E0-BABE-97AC4679294D}">
      <dgm:prSet/>
      <dgm:spPr/>
      <dgm:t>
        <a:bodyPr/>
        <a:lstStyle/>
        <a:p>
          <a:endParaRPr lang="en-US"/>
        </a:p>
      </dgm:t>
    </dgm:pt>
    <dgm:pt modelId="{E5F6790C-BCA3-4DEC-A52E-7D738F9F57BD}" type="sibTrans" cxnId="{DB884937-1E09-49E0-BABE-97AC4679294D}">
      <dgm:prSet/>
      <dgm:spPr/>
      <dgm:t>
        <a:bodyPr/>
        <a:lstStyle/>
        <a:p>
          <a:endParaRPr lang="en-US"/>
        </a:p>
      </dgm:t>
    </dgm:pt>
    <dgm:pt modelId="{A63F54FD-8B74-4C7D-8473-B344FD749CC5}">
      <dgm:prSet custT="1"/>
      <dgm:spPr/>
      <dgm:t>
        <a:bodyPr/>
        <a:lstStyle/>
        <a:p>
          <a:r>
            <a:rPr lang="en-US" sz="1400" dirty="0" smtClean="0"/>
            <a:t>Gonzalez-</a:t>
          </a:r>
          <a:r>
            <a:rPr lang="en-US" sz="1400" dirty="0" err="1" smtClean="0"/>
            <a:t>Pernia</a:t>
          </a:r>
          <a:r>
            <a:rPr lang="en-US" sz="1400" dirty="0" smtClean="0"/>
            <a:t>, </a:t>
          </a:r>
          <a:r>
            <a:rPr lang="en-US" sz="1400" dirty="0" err="1" smtClean="0"/>
            <a:t>Kuechle</a:t>
          </a:r>
          <a:r>
            <a:rPr lang="en-US" sz="1400" dirty="0" smtClean="0"/>
            <a:t> &amp; Pena-</a:t>
          </a:r>
          <a:r>
            <a:rPr lang="en-US" sz="1400" dirty="0" err="1" smtClean="0"/>
            <a:t>Legazkue</a:t>
          </a:r>
          <a:r>
            <a:rPr lang="en-US" sz="1400" dirty="0" smtClean="0"/>
            <a:t> (2013)</a:t>
          </a:r>
        </a:p>
      </dgm:t>
    </dgm:pt>
    <dgm:pt modelId="{D711CDBD-5129-4209-AF16-BE75359CC8A4}" type="parTrans" cxnId="{E7399AAC-DE2C-4373-A835-9507151C7E0E}">
      <dgm:prSet/>
      <dgm:spPr/>
      <dgm:t>
        <a:bodyPr/>
        <a:lstStyle/>
        <a:p>
          <a:endParaRPr lang="en-US"/>
        </a:p>
      </dgm:t>
    </dgm:pt>
    <dgm:pt modelId="{3EAE25BB-5414-4CAE-8EDC-6BC4270CA5A4}" type="sibTrans" cxnId="{E7399AAC-DE2C-4373-A835-9507151C7E0E}">
      <dgm:prSet/>
      <dgm:spPr/>
      <dgm:t>
        <a:bodyPr/>
        <a:lstStyle/>
        <a:p>
          <a:endParaRPr lang="en-US"/>
        </a:p>
      </dgm:t>
    </dgm:pt>
    <dgm:pt modelId="{5E26D614-F864-488A-B521-ECFB18615A67}">
      <dgm:prSet phldrT="[Text]" custT="1"/>
      <dgm:spPr/>
      <dgm:t>
        <a:bodyPr/>
        <a:lstStyle/>
        <a:p>
          <a:r>
            <a:rPr lang="en-US" sz="1800" dirty="0" smtClean="0"/>
            <a:t>Sponsored research may not be related to technology previously developed at the university.</a:t>
          </a:r>
          <a:endParaRPr lang="en-US" sz="1800" dirty="0"/>
        </a:p>
      </dgm:t>
    </dgm:pt>
    <dgm:pt modelId="{6042B30F-04F9-491A-B025-8DAF5DAD22F4}" type="parTrans" cxnId="{8D8F1005-1254-4AA3-968E-F1062D3D5539}">
      <dgm:prSet/>
      <dgm:spPr/>
      <dgm:t>
        <a:bodyPr/>
        <a:lstStyle/>
        <a:p>
          <a:endParaRPr lang="en-US"/>
        </a:p>
      </dgm:t>
    </dgm:pt>
    <dgm:pt modelId="{447DC559-5F8E-4BB5-81B2-084CAF7ABD09}" type="sibTrans" cxnId="{8D8F1005-1254-4AA3-968E-F1062D3D5539}">
      <dgm:prSet/>
      <dgm:spPr/>
      <dgm:t>
        <a:bodyPr/>
        <a:lstStyle/>
        <a:p>
          <a:endParaRPr lang="en-US"/>
        </a:p>
      </dgm:t>
    </dgm:pt>
    <dgm:pt modelId="{B66FEDCD-05F5-486C-8CAE-52A8E512E89C}">
      <dgm:prSet custT="1"/>
      <dgm:spPr/>
      <dgm:t>
        <a:bodyPr/>
        <a:lstStyle/>
        <a:p>
          <a:r>
            <a:rPr lang="en-US" sz="1400" dirty="0" err="1" smtClean="0"/>
            <a:t>Markman</a:t>
          </a:r>
          <a:r>
            <a:rPr lang="en-US" sz="1400" dirty="0" smtClean="0"/>
            <a:t>, </a:t>
          </a:r>
          <a:r>
            <a:rPr lang="en-US" sz="1400" dirty="0" err="1" smtClean="0"/>
            <a:t>Gioniodis</a:t>
          </a:r>
          <a:r>
            <a:rPr lang="en-US" sz="1400" dirty="0" smtClean="0"/>
            <a:t> &amp; Phan (2009)</a:t>
          </a:r>
        </a:p>
      </dgm:t>
    </dgm:pt>
    <dgm:pt modelId="{A1A1A8E9-FC1C-440B-BEEE-514CF5E89A17}" type="parTrans" cxnId="{58B2BC64-5764-4AB9-A4AB-29E8748A79F4}">
      <dgm:prSet/>
      <dgm:spPr/>
      <dgm:t>
        <a:bodyPr/>
        <a:lstStyle/>
        <a:p>
          <a:endParaRPr lang="en-US"/>
        </a:p>
      </dgm:t>
    </dgm:pt>
    <dgm:pt modelId="{6D41E4AF-E64D-4792-8F65-5A3AAA325729}" type="sibTrans" cxnId="{58B2BC64-5764-4AB9-A4AB-29E8748A79F4}">
      <dgm:prSet/>
      <dgm:spPr/>
      <dgm:t>
        <a:bodyPr/>
        <a:lstStyle/>
        <a:p>
          <a:endParaRPr lang="en-US"/>
        </a:p>
      </dgm:t>
    </dgm:pt>
    <dgm:pt modelId="{DEA16A63-FA9D-4192-A529-0359124F8856}">
      <dgm:prSet custT="1"/>
      <dgm:spPr/>
      <dgm:t>
        <a:bodyPr/>
        <a:lstStyle/>
        <a:p>
          <a:r>
            <a:rPr lang="en-US" sz="1400" dirty="0" smtClean="0"/>
            <a:t>Hallam, Wurth &amp; Mancha (2014)</a:t>
          </a:r>
        </a:p>
      </dgm:t>
    </dgm:pt>
    <dgm:pt modelId="{50241EA1-ACEB-4859-BDF5-8C00490A77F8}" type="parTrans" cxnId="{9A119129-BFC5-426B-ADBE-A12AEE62A7F2}">
      <dgm:prSet/>
      <dgm:spPr/>
      <dgm:t>
        <a:bodyPr/>
        <a:lstStyle/>
        <a:p>
          <a:endParaRPr lang="en-US"/>
        </a:p>
      </dgm:t>
    </dgm:pt>
    <dgm:pt modelId="{BD6B7C49-70A8-4A58-9FF0-D04F58C7049C}" type="sibTrans" cxnId="{9A119129-BFC5-426B-ADBE-A12AEE62A7F2}">
      <dgm:prSet/>
      <dgm:spPr/>
      <dgm:t>
        <a:bodyPr/>
        <a:lstStyle/>
        <a:p>
          <a:endParaRPr lang="en-US"/>
        </a:p>
      </dgm:t>
    </dgm:pt>
    <dgm:pt modelId="{4413368B-ACCA-469B-9D0E-1FEFC4075FB0}" type="pres">
      <dgm:prSet presAssocID="{E12051B9-F660-41FB-9BFB-187ECABCD821}" presName="Name0" presStyleCnt="0">
        <dgm:presLayoutVars>
          <dgm:dir/>
          <dgm:animLvl val="lvl"/>
          <dgm:resizeHandles val="exact"/>
        </dgm:presLayoutVars>
      </dgm:prSet>
      <dgm:spPr/>
      <dgm:t>
        <a:bodyPr/>
        <a:lstStyle/>
        <a:p>
          <a:endParaRPr lang="en-US"/>
        </a:p>
      </dgm:t>
    </dgm:pt>
    <dgm:pt modelId="{8E1BCC0E-B989-4435-8915-645304C71A64}" type="pres">
      <dgm:prSet presAssocID="{56D25664-E470-4423-B8A9-9B6E4F3E9501}" presName="compositeNode" presStyleCnt="0">
        <dgm:presLayoutVars>
          <dgm:bulletEnabled val="1"/>
        </dgm:presLayoutVars>
      </dgm:prSet>
      <dgm:spPr/>
    </dgm:pt>
    <dgm:pt modelId="{5EE1D2E5-E13B-4FA3-A68E-FA18C8AD1A1A}" type="pres">
      <dgm:prSet presAssocID="{56D25664-E470-4423-B8A9-9B6E4F3E9501}" presName="bgRect" presStyleLbl="node1" presStyleIdx="0" presStyleCnt="3"/>
      <dgm:spPr/>
      <dgm:t>
        <a:bodyPr/>
        <a:lstStyle/>
        <a:p>
          <a:endParaRPr lang="en-US"/>
        </a:p>
      </dgm:t>
    </dgm:pt>
    <dgm:pt modelId="{1F2FC209-C6F9-4BD8-BE18-C50B50281548}" type="pres">
      <dgm:prSet presAssocID="{56D25664-E470-4423-B8A9-9B6E4F3E9501}" presName="parentNode" presStyleLbl="node1" presStyleIdx="0" presStyleCnt="3">
        <dgm:presLayoutVars>
          <dgm:chMax val="0"/>
          <dgm:bulletEnabled val="1"/>
        </dgm:presLayoutVars>
      </dgm:prSet>
      <dgm:spPr/>
      <dgm:t>
        <a:bodyPr/>
        <a:lstStyle/>
        <a:p>
          <a:endParaRPr lang="en-US"/>
        </a:p>
      </dgm:t>
    </dgm:pt>
    <dgm:pt modelId="{0F07502A-98A4-4880-9779-27EA2BEB6F02}" type="pres">
      <dgm:prSet presAssocID="{56D25664-E470-4423-B8A9-9B6E4F3E9501}" presName="childNode" presStyleLbl="node1" presStyleIdx="0" presStyleCnt="3">
        <dgm:presLayoutVars>
          <dgm:bulletEnabled val="1"/>
        </dgm:presLayoutVars>
      </dgm:prSet>
      <dgm:spPr/>
      <dgm:t>
        <a:bodyPr/>
        <a:lstStyle/>
        <a:p>
          <a:endParaRPr lang="en-US"/>
        </a:p>
      </dgm:t>
    </dgm:pt>
    <dgm:pt modelId="{13ACBB4E-2F0C-4773-92A7-F091255EA962}" type="pres">
      <dgm:prSet presAssocID="{0513D618-905F-43E6-8DF3-0764A99732D8}" presName="hSp" presStyleCnt="0"/>
      <dgm:spPr/>
    </dgm:pt>
    <dgm:pt modelId="{BAD87237-2D53-4DFC-BA2E-02EC39493885}" type="pres">
      <dgm:prSet presAssocID="{0513D618-905F-43E6-8DF3-0764A99732D8}" presName="vProcSp" presStyleCnt="0"/>
      <dgm:spPr/>
    </dgm:pt>
    <dgm:pt modelId="{221F174E-2568-4C2B-B98A-B21C733FC119}" type="pres">
      <dgm:prSet presAssocID="{0513D618-905F-43E6-8DF3-0764A99732D8}" presName="vSp1" presStyleCnt="0"/>
      <dgm:spPr/>
    </dgm:pt>
    <dgm:pt modelId="{45668240-D897-4FC1-8421-6DD785B65040}" type="pres">
      <dgm:prSet presAssocID="{0513D618-905F-43E6-8DF3-0764A99732D8}" presName="simulatedConn" presStyleLbl="solidFgAcc1" presStyleIdx="0" presStyleCnt="2"/>
      <dgm:spPr/>
    </dgm:pt>
    <dgm:pt modelId="{50ECFA14-9F36-4C35-911C-A780FF037D2C}" type="pres">
      <dgm:prSet presAssocID="{0513D618-905F-43E6-8DF3-0764A99732D8}" presName="vSp2" presStyleCnt="0"/>
      <dgm:spPr/>
    </dgm:pt>
    <dgm:pt modelId="{B0CEB5DD-B27E-454F-A39C-A559A187214D}" type="pres">
      <dgm:prSet presAssocID="{0513D618-905F-43E6-8DF3-0764A99732D8}" presName="sibTrans" presStyleCnt="0"/>
      <dgm:spPr/>
    </dgm:pt>
    <dgm:pt modelId="{4C92115F-DFB0-4372-AF66-CF11B70A8EFD}" type="pres">
      <dgm:prSet presAssocID="{275823A6-DA31-4015-971F-013EA967541C}" presName="compositeNode" presStyleCnt="0">
        <dgm:presLayoutVars>
          <dgm:bulletEnabled val="1"/>
        </dgm:presLayoutVars>
      </dgm:prSet>
      <dgm:spPr/>
    </dgm:pt>
    <dgm:pt modelId="{CB5EA34A-627A-4C1F-96E3-4088D2A98FDD}" type="pres">
      <dgm:prSet presAssocID="{275823A6-DA31-4015-971F-013EA967541C}" presName="bgRect" presStyleLbl="node1" presStyleIdx="1" presStyleCnt="3"/>
      <dgm:spPr/>
      <dgm:t>
        <a:bodyPr/>
        <a:lstStyle/>
        <a:p>
          <a:endParaRPr lang="en-US"/>
        </a:p>
      </dgm:t>
    </dgm:pt>
    <dgm:pt modelId="{752682F3-57CE-4B43-B292-A62B3D508EDD}" type="pres">
      <dgm:prSet presAssocID="{275823A6-DA31-4015-971F-013EA967541C}" presName="parentNode" presStyleLbl="node1" presStyleIdx="1" presStyleCnt="3">
        <dgm:presLayoutVars>
          <dgm:chMax val="0"/>
          <dgm:bulletEnabled val="1"/>
        </dgm:presLayoutVars>
      </dgm:prSet>
      <dgm:spPr/>
      <dgm:t>
        <a:bodyPr/>
        <a:lstStyle/>
        <a:p>
          <a:endParaRPr lang="en-US"/>
        </a:p>
      </dgm:t>
    </dgm:pt>
    <dgm:pt modelId="{7C1FE252-E5CE-40AF-AE08-799A5F741FEE}" type="pres">
      <dgm:prSet presAssocID="{275823A6-DA31-4015-971F-013EA967541C}" presName="childNode" presStyleLbl="node1" presStyleIdx="1" presStyleCnt="3">
        <dgm:presLayoutVars>
          <dgm:bulletEnabled val="1"/>
        </dgm:presLayoutVars>
      </dgm:prSet>
      <dgm:spPr/>
      <dgm:t>
        <a:bodyPr/>
        <a:lstStyle/>
        <a:p>
          <a:endParaRPr lang="en-US"/>
        </a:p>
      </dgm:t>
    </dgm:pt>
    <dgm:pt modelId="{E94DD569-30C2-4DB5-BFE9-2EA1C054A099}" type="pres">
      <dgm:prSet presAssocID="{51902D99-3A7E-49E6-ACF4-64573B002DF3}" presName="hSp" presStyleCnt="0"/>
      <dgm:spPr/>
    </dgm:pt>
    <dgm:pt modelId="{D0762C22-9124-4CFC-9FEF-33DB241A1B75}" type="pres">
      <dgm:prSet presAssocID="{51902D99-3A7E-49E6-ACF4-64573B002DF3}" presName="vProcSp" presStyleCnt="0"/>
      <dgm:spPr/>
    </dgm:pt>
    <dgm:pt modelId="{C8DF72E1-70D1-4214-8DAD-40E18FF824F5}" type="pres">
      <dgm:prSet presAssocID="{51902D99-3A7E-49E6-ACF4-64573B002DF3}" presName="vSp1" presStyleCnt="0"/>
      <dgm:spPr/>
    </dgm:pt>
    <dgm:pt modelId="{BAC8B8B3-49A2-4BE7-B498-654C601FE809}" type="pres">
      <dgm:prSet presAssocID="{51902D99-3A7E-49E6-ACF4-64573B002DF3}" presName="simulatedConn" presStyleLbl="solidFgAcc1" presStyleIdx="1" presStyleCnt="2"/>
      <dgm:spPr/>
    </dgm:pt>
    <dgm:pt modelId="{4A5065A5-7398-4E75-9460-0F7770025FB9}" type="pres">
      <dgm:prSet presAssocID="{51902D99-3A7E-49E6-ACF4-64573B002DF3}" presName="vSp2" presStyleCnt="0"/>
      <dgm:spPr/>
    </dgm:pt>
    <dgm:pt modelId="{2AE61FAA-6DD0-4F7B-8C42-F1DA0A887180}" type="pres">
      <dgm:prSet presAssocID="{51902D99-3A7E-49E6-ACF4-64573B002DF3}" presName="sibTrans" presStyleCnt="0"/>
      <dgm:spPr/>
    </dgm:pt>
    <dgm:pt modelId="{72B73D94-A19D-488F-A34B-978C721C47B4}" type="pres">
      <dgm:prSet presAssocID="{2645AA64-F59A-4567-9741-8E504AE7F8ED}" presName="compositeNode" presStyleCnt="0">
        <dgm:presLayoutVars>
          <dgm:bulletEnabled val="1"/>
        </dgm:presLayoutVars>
      </dgm:prSet>
      <dgm:spPr/>
    </dgm:pt>
    <dgm:pt modelId="{BBE81636-BCDD-48A0-B978-839FA7B950F8}" type="pres">
      <dgm:prSet presAssocID="{2645AA64-F59A-4567-9741-8E504AE7F8ED}" presName="bgRect" presStyleLbl="node1" presStyleIdx="2" presStyleCnt="3"/>
      <dgm:spPr/>
      <dgm:t>
        <a:bodyPr/>
        <a:lstStyle/>
        <a:p>
          <a:endParaRPr lang="en-US"/>
        </a:p>
      </dgm:t>
    </dgm:pt>
    <dgm:pt modelId="{5002EEF7-AB5F-41AC-BBA4-49DC2C142864}" type="pres">
      <dgm:prSet presAssocID="{2645AA64-F59A-4567-9741-8E504AE7F8ED}" presName="parentNode" presStyleLbl="node1" presStyleIdx="2" presStyleCnt="3">
        <dgm:presLayoutVars>
          <dgm:chMax val="0"/>
          <dgm:bulletEnabled val="1"/>
        </dgm:presLayoutVars>
      </dgm:prSet>
      <dgm:spPr/>
      <dgm:t>
        <a:bodyPr/>
        <a:lstStyle/>
        <a:p>
          <a:endParaRPr lang="en-US"/>
        </a:p>
      </dgm:t>
    </dgm:pt>
    <dgm:pt modelId="{4428B23C-049C-4D7B-92D7-DD65A1003E4E}" type="pres">
      <dgm:prSet presAssocID="{2645AA64-F59A-4567-9741-8E504AE7F8ED}" presName="childNode" presStyleLbl="node1" presStyleIdx="2" presStyleCnt="3">
        <dgm:presLayoutVars>
          <dgm:bulletEnabled val="1"/>
        </dgm:presLayoutVars>
      </dgm:prSet>
      <dgm:spPr/>
      <dgm:t>
        <a:bodyPr/>
        <a:lstStyle/>
        <a:p>
          <a:endParaRPr lang="en-US"/>
        </a:p>
      </dgm:t>
    </dgm:pt>
  </dgm:ptLst>
  <dgm:cxnLst>
    <dgm:cxn modelId="{C5F869C1-8FEF-4035-9EC3-FDF0092FF2C9}" srcId="{56D25664-E470-4423-B8A9-9B6E4F3E9501}" destId="{F754AD28-8B54-47D9-83F1-8D45F35B4A81}" srcOrd="0" destOrd="0" parTransId="{26AD8160-5FF5-41BE-AFAF-E29D66F0469B}" sibTransId="{BE9BECBC-F94F-4E2F-BDB2-93E8BAEBEFE7}"/>
    <dgm:cxn modelId="{176ECC73-7749-411E-AD9E-349F9755A3E8}" type="presOf" srcId="{B66FEDCD-05F5-486C-8CAE-52A8E512E89C}" destId="{7C1FE252-E5CE-40AF-AE08-799A5F741FEE}" srcOrd="0" destOrd="2" presId="urn:microsoft.com/office/officeart/2005/8/layout/hProcess7"/>
    <dgm:cxn modelId="{DAC436A8-1D5B-4BEC-AA41-17ADCA49BB92}" type="presOf" srcId="{5E26D614-F864-488A-B521-ECFB18615A67}" destId="{4428B23C-049C-4D7B-92D7-DD65A1003E4E}" srcOrd="0" destOrd="1" presId="urn:microsoft.com/office/officeart/2005/8/layout/hProcess7"/>
    <dgm:cxn modelId="{4E3401AA-1E24-4535-A79F-BA5D946C0D40}" type="presOf" srcId="{E7E09A88-A855-416A-B17D-5608BAB5F968}" destId="{7C1FE252-E5CE-40AF-AE08-799A5F741FEE}" srcOrd="0" destOrd="0" presId="urn:microsoft.com/office/officeart/2005/8/layout/hProcess7"/>
    <dgm:cxn modelId="{21301622-77BE-4754-8338-241574961FCF}" type="presOf" srcId="{2645AA64-F59A-4567-9741-8E504AE7F8ED}" destId="{BBE81636-BCDD-48A0-B978-839FA7B950F8}" srcOrd="0" destOrd="0" presId="urn:microsoft.com/office/officeart/2005/8/layout/hProcess7"/>
    <dgm:cxn modelId="{955316F3-D59D-4E22-BAC5-4B54F7BE800A}" srcId="{275823A6-DA31-4015-971F-013EA967541C}" destId="{E7E09A88-A855-416A-B17D-5608BAB5F968}" srcOrd="0" destOrd="0" parTransId="{791A9365-62E9-4724-B5DD-36351582D82E}" sibTransId="{C2A5DE0A-7824-4E35-BB27-47DBE8541DB5}"/>
    <dgm:cxn modelId="{58B2BC64-5764-4AB9-A4AB-29E8748A79F4}" srcId="{E7E09A88-A855-416A-B17D-5608BAB5F968}" destId="{B66FEDCD-05F5-486C-8CAE-52A8E512E89C}" srcOrd="1" destOrd="0" parTransId="{A1A1A8E9-FC1C-440B-BEEE-514CF5E89A17}" sibTransId="{6D41E4AF-E64D-4792-8F65-5A3AAA325729}"/>
    <dgm:cxn modelId="{7437843E-C873-4F0A-B5EA-DE17D4B19CEC}" srcId="{E12051B9-F660-41FB-9BFB-187ECABCD821}" destId="{275823A6-DA31-4015-971F-013EA967541C}" srcOrd="1" destOrd="0" parTransId="{875E5474-64E5-4108-955A-9C4C5981F19E}" sibTransId="{51902D99-3A7E-49E6-ACF4-64573B002DF3}"/>
    <dgm:cxn modelId="{F1659B10-4FBE-4A63-A462-5D6031D737B1}" type="presOf" srcId="{56D25664-E470-4423-B8A9-9B6E4F3E9501}" destId="{5EE1D2E5-E13B-4FA3-A68E-FA18C8AD1A1A}" srcOrd="0" destOrd="0" presId="urn:microsoft.com/office/officeart/2005/8/layout/hProcess7"/>
    <dgm:cxn modelId="{4277D3C4-3EBC-4B13-9391-E571FAB7D778}" type="presOf" srcId="{E12051B9-F660-41FB-9BFB-187ECABCD821}" destId="{4413368B-ACCA-469B-9D0E-1FEFC4075FB0}" srcOrd="0" destOrd="0" presId="urn:microsoft.com/office/officeart/2005/8/layout/hProcess7"/>
    <dgm:cxn modelId="{AC461C10-B64E-47D2-876A-1F8E2E4FB198}" type="presOf" srcId="{F754AD28-8B54-47D9-83F1-8D45F35B4A81}" destId="{0F07502A-98A4-4880-9779-27EA2BEB6F02}" srcOrd="0" destOrd="0" presId="urn:microsoft.com/office/officeart/2005/8/layout/hProcess7"/>
    <dgm:cxn modelId="{8D8F1005-1254-4AA3-968E-F1062D3D5539}" srcId="{2645AA64-F59A-4567-9741-8E504AE7F8ED}" destId="{5E26D614-F864-488A-B521-ECFB18615A67}" srcOrd="1" destOrd="0" parTransId="{6042B30F-04F9-491A-B025-8DAF5DAD22F4}" sibTransId="{447DC559-5F8E-4BB5-81B2-084CAF7ABD09}"/>
    <dgm:cxn modelId="{9CD48B93-ABB8-433A-A639-193F0A28CBE5}" srcId="{E12051B9-F660-41FB-9BFB-187ECABCD821}" destId="{2645AA64-F59A-4567-9741-8E504AE7F8ED}" srcOrd="2" destOrd="0" parTransId="{AC7E47B7-C191-494F-A858-138D80EBAA8B}" sibTransId="{8534D89E-94B4-4294-B728-B7172A8E774D}"/>
    <dgm:cxn modelId="{710BE388-CFBB-4A7A-9599-236CF64672D5}" type="presOf" srcId="{A63F54FD-8B74-4C7D-8473-B344FD749CC5}" destId="{7C1FE252-E5CE-40AF-AE08-799A5F741FEE}" srcOrd="0" destOrd="1" presId="urn:microsoft.com/office/officeart/2005/8/layout/hProcess7"/>
    <dgm:cxn modelId="{874CAB56-E993-4BA7-B073-DD6F211AB452}" srcId="{E12051B9-F660-41FB-9BFB-187ECABCD821}" destId="{56D25664-E470-4423-B8A9-9B6E4F3E9501}" srcOrd="0" destOrd="0" parTransId="{AE225F17-CB4A-4698-895E-495209A24EDD}" sibTransId="{0513D618-905F-43E6-8DF3-0764A99732D8}"/>
    <dgm:cxn modelId="{BA86AA22-E0A6-4B2D-8870-B6EE9B7D21A2}" type="presOf" srcId="{56D25664-E470-4423-B8A9-9B6E4F3E9501}" destId="{1F2FC209-C6F9-4BD8-BE18-C50B50281548}" srcOrd="1" destOrd="0" presId="urn:microsoft.com/office/officeart/2005/8/layout/hProcess7"/>
    <dgm:cxn modelId="{49CCEE11-6AF8-4C15-BADA-7AF7396A7B39}" type="presOf" srcId="{2645AA64-F59A-4567-9741-8E504AE7F8ED}" destId="{5002EEF7-AB5F-41AC-BBA4-49DC2C142864}" srcOrd="1" destOrd="0" presId="urn:microsoft.com/office/officeart/2005/8/layout/hProcess7"/>
    <dgm:cxn modelId="{F7153C57-A186-40D1-881C-A7EE007B6A84}" type="presOf" srcId="{275823A6-DA31-4015-971F-013EA967541C}" destId="{CB5EA34A-627A-4C1F-96E3-4088D2A98FDD}" srcOrd="0" destOrd="0" presId="urn:microsoft.com/office/officeart/2005/8/layout/hProcess7"/>
    <dgm:cxn modelId="{E7399AAC-DE2C-4373-A835-9507151C7E0E}" srcId="{E7E09A88-A855-416A-B17D-5608BAB5F968}" destId="{A63F54FD-8B74-4C7D-8473-B344FD749CC5}" srcOrd="0" destOrd="0" parTransId="{D711CDBD-5129-4209-AF16-BE75359CC8A4}" sibTransId="{3EAE25BB-5414-4CAE-8EDC-6BC4270CA5A4}"/>
    <dgm:cxn modelId="{4637551F-0D3F-4D2D-9008-B218D2EB9464}" type="presOf" srcId="{275823A6-DA31-4015-971F-013EA967541C}" destId="{752682F3-57CE-4B43-B292-A62B3D508EDD}" srcOrd="1" destOrd="0" presId="urn:microsoft.com/office/officeart/2005/8/layout/hProcess7"/>
    <dgm:cxn modelId="{9A119129-BFC5-426B-ADBE-A12AEE62A7F2}" srcId="{E7E09A88-A855-416A-B17D-5608BAB5F968}" destId="{DEA16A63-FA9D-4192-A529-0359124F8856}" srcOrd="2" destOrd="0" parTransId="{50241EA1-ACEB-4859-BDF5-8C00490A77F8}" sibTransId="{BD6B7C49-70A8-4A58-9FF0-D04F58C7049C}"/>
    <dgm:cxn modelId="{A492A72D-7C2F-451D-B249-95531553CE6A}" type="presOf" srcId="{DEA16A63-FA9D-4192-A529-0359124F8856}" destId="{7C1FE252-E5CE-40AF-AE08-799A5F741FEE}" srcOrd="0" destOrd="3" presId="urn:microsoft.com/office/officeart/2005/8/layout/hProcess7"/>
    <dgm:cxn modelId="{0E53BA19-074F-4E8A-B108-53D222C78913}" type="presOf" srcId="{D264B8C8-0C74-4047-BC3D-D328ABB04B07}" destId="{4428B23C-049C-4D7B-92D7-DD65A1003E4E}" srcOrd="0" destOrd="0" presId="urn:microsoft.com/office/officeart/2005/8/layout/hProcess7"/>
    <dgm:cxn modelId="{DB884937-1E09-49E0-BABE-97AC4679294D}" srcId="{2645AA64-F59A-4567-9741-8E504AE7F8ED}" destId="{D264B8C8-0C74-4047-BC3D-D328ABB04B07}" srcOrd="0" destOrd="0" parTransId="{EFE8DCE1-CB9B-44C0-BE30-595BF1898A8E}" sibTransId="{E5F6790C-BCA3-4DEC-A52E-7D738F9F57BD}"/>
    <dgm:cxn modelId="{ED0FCE77-ABAE-4D1A-80EE-BCCCD99F91A7}" type="presParOf" srcId="{4413368B-ACCA-469B-9D0E-1FEFC4075FB0}" destId="{8E1BCC0E-B989-4435-8915-645304C71A64}" srcOrd="0" destOrd="0" presId="urn:microsoft.com/office/officeart/2005/8/layout/hProcess7"/>
    <dgm:cxn modelId="{D5AF29E7-8E8F-4939-8D6D-C5A2821320CB}" type="presParOf" srcId="{8E1BCC0E-B989-4435-8915-645304C71A64}" destId="{5EE1D2E5-E13B-4FA3-A68E-FA18C8AD1A1A}" srcOrd="0" destOrd="0" presId="urn:microsoft.com/office/officeart/2005/8/layout/hProcess7"/>
    <dgm:cxn modelId="{F03B6F27-A835-4B36-8A31-89F6753287D7}" type="presParOf" srcId="{8E1BCC0E-B989-4435-8915-645304C71A64}" destId="{1F2FC209-C6F9-4BD8-BE18-C50B50281548}" srcOrd="1" destOrd="0" presId="urn:microsoft.com/office/officeart/2005/8/layout/hProcess7"/>
    <dgm:cxn modelId="{4505C8A7-00BA-4143-99D6-B0D6B90286B0}" type="presParOf" srcId="{8E1BCC0E-B989-4435-8915-645304C71A64}" destId="{0F07502A-98A4-4880-9779-27EA2BEB6F02}" srcOrd="2" destOrd="0" presId="urn:microsoft.com/office/officeart/2005/8/layout/hProcess7"/>
    <dgm:cxn modelId="{DE663B2F-B468-4F3C-BAA4-ED38FD1C6847}" type="presParOf" srcId="{4413368B-ACCA-469B-9D0E-1FEFC4075FB0}" destId="{13ACBB4E-2F0C-4773-92A7-F091255EA962}" srcOrd="1" destOrd="0" presId="urn:microsoft.com/office/officeart/2005/8/layout/hProcess7"/>
    <dgm:cxn modelId="{936BFF5B-79D3-49F3-A388-7F558BB247D0}" type="presParOf" srcId="{4413368B-ACCA-469B-9D0E-1FEFC4075FB0}" destId="{BAD87237-2D53-4DFC-BA2E-02EC39493885}" srcOrd="2" destOrd="0" presId="urn:microsoft.com/office/officeart/2005/8/layout/hProcess7"/>
    <dgm:cxn modelId="{17BF98EE-623A-4ACD-ACDB-9CCCE0D529AF}" type="presParOf" srcId="{BAD87237-2D53-4DFC-BA2E-02EC39493885}" destId="{221F174E-2568-4C2B-B98A-B21C733FC119}" srcOrd="0" destOrd="0" presId="urn:microsoft.com/office/officeart/2005/8/layout/hProcess7"/>
    <dgm:cxn modelId="{2C564617-E0C1-48B6-A163-FC513938BD7B}" type="presParOf" srcId="{BAD87237-2D53-4DFC-BA2E-02EC39493885}" destId="{45668240-D897-4FC1-8421-6DD785B65040}" srcOrd="1" destOrd="0" presId="urn:microsoft.com/office/officeart/2005/8/layout/hProcess7"/>
    <dgm:cxn modelId="{FBDEF7DC-74C2-432A-BEA2-DB15F3D1D29E}" type="presParOf" srcId="{BAD87237-2D53-4DFC-BA2E-02EC39493885}" destId="{50ECFA14-9F36-4C35-911C-A780FF037D2C}" srcOrd="2" destOrd="0" presId="urn:microsoft.com/office/officeart/2005/8/layout/hProcess7"/>
    <dgm:cxn modelId="{C5B6FC92-873E-4908-9ECA-F2052C2C4619}" type="presParOf" srcId="{4413368B-ACCA-469B-9D0E-1FEFC4075FB0}" destId="{B0CEB5DD-B27E-454F-A39C-A559A187214D}" srcOrd="3" destOrd="0" presId="urn:microsoft.com/office/officeart/2005/8/layout/hProcess7"/>
    <dgm:cxn modelId="{8CFCC076-510E-4A76-86BE-602944CCF2C5}" type="presParOf" srcId="{4413368B-ACCA-469B-9D0E-1FEFC4075FB0}" destId="{4C92115F-DFB0-4372-AF66-CF11B70A8EFD}" srcOrd="4" destOrd="0" presId="urn:microsoft.com/office/officeart/2005/8/layout/hProcess7"/>
    <dgm:cxn modelId="{EDB546E8-1AD6-44CF-96A1-789300DF32D5}" type="presParOf" srcId="{4C92115F-DFB0-4372-AF66-CF11B70A8EFD}" destId="{CB5EA34A-627A-4C1F-96E3-4088D2A98FDD}" srcOrd="0" destOrd="0" presId="urn:microsoft.com/office/officeart/2005/8/layout/hProcess7"/>
    <dgm:cxn modelId="{A5D5B52B-5CEE-4F76-9B4B-7B518585AE23}" type="presParOf" srcId="{4C92115F-DFB0-4372-AF66-CF11B70A8EFD}" destId="{752682F3-57CE-4B43-B292-A62B3D508EDD}" srcOrd="1" destOrd="0" presId="urn:microsoft.com/office/officeart/2005/8/layout/hProcess7"/>
    <dgm:cxn modelId="{22FF6FFF-44D5-476F-94D3-AFF36518D3F8}" type="presParOf" srcId="{4C92115F-DFB0-4372-AF66-CF11B70A8EFD}" destId="{7C1FE252-E5CE-40AF-AE08-799A5F741FEE}" srcOrd="2" destOrd="0" presId="urn:microsoft.com/office/officeart/2005/8/layout/hProcess7"/>
    <dgm:cxn modelId="{AB44BC40-EFF3-4ADC-B544-FBD6056954BF}" type="presParOf" srcId="{4413368B-ACCA-469B-9D0E-1FEFC4075FB0}" destId="{E94DD569-30C2-4DB5-BFE9-2EA1C054A099}" srcOrd="5" destOrd="0" presId="urn:microsoft.com/office/officeart/2005/8/layout/hProcess7"/>
    <dgm:cxn modelId="{B6E044D5-4C9F-4D43-A4F0-D2FA34095432}" type="presParOf" srcId="{4413368B-ACCA-469B-9D0E-1FEFC4075FB0}" destId="{D0762C22-9124-4CFC-9FEF-33DB241A1B75}" srcOrd="6" destOrd="0" presId="urn:microsoft.com/office/officeart/2005/8/layout/hProcess7"/>
    <dgm:cxn modelId="{7D7687EC-03F6-4F0E-8B26-49DCB7262C35}" type="presParOf" srcId="{D0762C22-9124-4CFC-9FEF-33DB241A1B75}" destId="{C8DF72E1-70D1-4214-8DAD-40E18FF824F5}" srcOrd="0" destOrd="0" presId="urn:microsoft.com/office/officeart/2005/8/layout/hProcess7"/>
    <dgm:cxn modelId="{B26188FF-9EB5-4334-81D7-BC2DCC8596BB}" type="presParOf" srcId="{D0762C22-9124-4CFC-9FEF-33DB241A1B75}" destId="{BAC8B8B3-49A2-4BE7-B498-654C601FE809}" srcOrd="1" destOrd="0" presId="urn:microsoft.com/office/officeart/2005/8/layout/hProcess7"/>
    <dgm:cxn modelId="{36FD1241-07B6-4F19-946A-50B4055C1520}" type="presParOf" srcId="{D0762C22-9124-4CFC-9FEF-33DB241A1B75}" destId="{4A5065A5-7398-4E75-9460-0F7770025FB9}" srcOrd="2" destOrd="0" presId="urn:microsoft.com/office/officeart/2005/8/layout/hProcess7"/>
    <dgm:cxn modelId="{E6226117-86A9-493A-8230-0AFF487BAAFC}" type="presParOf" srcId="{4413368B-ACCA-469B-9D0E-1FEFC4075FB0}" destId="{2AE61FAA-6DD0-4F7B-8C42-F1DA0A887180}" srcOrd="7" destOrd="0" presId="urn:microsoft.com/office/officeart/2005/8/layout/hProcess7"/>
    <dgm:cxn modelId="{F1B229B9-DFFC-414A-959F-9B635E03B2DB}" type="presParOf" srcId="{4413368B-ACCA-469B-9D0E-1FEFC4075FB0}" destId="{72B73D94-A19D-488F-A34B-978C721C47B4}" srcOrd="8" destOrd="0" presId="urn:microsoft.com/office/officeart/2005/8/layout/hProcess7"/>
    <dgm:cxn modelId="{39C2AEF7-47D8-4AE9-B014-B030C8974581}" type="presParOf" srcId="{72B73D94-A19D-488F-A34B-978C721C47B4}" destId="{BBE81636-BCDD-48A0-B978-839FA7B950F8}" srcOrd="0" destOrd="0" presId="urn:microsoft.com/office/officeart/2005/8/layout/hProcess7"/>
    <dgm:cxn modelId="{CF131535-66CF-45DB-B3F6-E1DBACF5A7D7}" type="presParOf" srcId="{72B73D94-A19D-488F-A34B-978C721C47B4}" destId="{5002EEF7-AB5F-41AC-BBA4-49DC2C142864}" srcOrd="1" destOrd="0" presId="urn:microsoft.com/office/officeart/2005/8/layout/hProcess7"/>
    <dgm:cxn modelId="{775BDBC1-32C9-4472-86D3-17BD37315452}" type="presParOf" srcId="{72B73D94-A19D-488F-A34B-978C721C47B4}" destId="{4428B23C-049C-4D7B-92D7-DD65A1003E4E}" srcOrd="2" destOrd="0" presId="urn:microsoft.com/office/officeart/2005/8/layout/hProcess7"/>
  </dgm:cxnLst>
  <dgm:bg/>
  <dgm:whole/>
  <dgm:extLst>
    <a:ext uri="http://schemas.microsoft.com/office/drawing/2008/diagram">
      <dsp:dataModelExt xmlns:dsp="http://schemas.microsoft.com/office/drawing/2008/diagram" relId="rId11" minVer="http://schemas.openxmlformats.org/drawingml/2006/diagram"/>
    </a:ext>
  </dgm:extLst>
</dgm:dataModel>
</file>

<file path=ppt/diagrams/data6.xml><?xml version="1.0" encoding="utf-8"?>
<dgm:dataModel xmlns:dgm="http://schemas.openxmlformats.org/drawingml/2006/diagram" xmlns:a="http://schemas.openxmlformats.org/drawingml/2006/main">
  <dgm:ptLst>
    <dgm:pt modelId="{E12051B9-F660-41FB-9BFB-187ECABCD821}" type="doc">
      <dgm:prSet loTypeId="urn:microsoft.com/office/officeart/2005/8/layout/hProcess7" loCatId="list" qsTypeId="urn:microsoft.com/office/officeart/2005/8/quickstyle/simple1" qsCatId="simple" csTypeId="urn:microsoft.com/office/officeart/2005/8/colors/colorful1" csCatId="colorful" phldr="1"/>
      <dgm:spPr/>
      <dgm:t>
        <a:bodyPr/>
        <a:lstStyle/>
        <a:p>
          <a:endParaRPr lang="en-US"/>
        </a:p>
      </dgm:t>
    </dgm:pt>
    <dgm:pt modelId="{56D25664-E470-4423-B8A9-9B6E4F3E9501}">
      <dgm:prSet phldrT="[Text]" custT="1"/>
      <dgm:spPr/>
      <dgm:t>
        <a:bodyPr/>
        <a:lstStyle/>
        <a:p>
          <a:r>
            <a:rPr lang="en-US" sz="2000" b="1" u="sng" dirty="0" smtClean="0"/>
            <a:t>Construct</a:t>
          </a:r>
          <a:endParaRPr lang="en-US" sz="2000" b="1" u="sng" dirty="0"/>
        </a:p>
      </dgm:t>
    </dgm:pt>
    <dgm:pt modelId="{AE225F17-CB4A-4698-895E-495209A24EDD}" type="parTrans" cxnId="{874CAB56-E993-4BA7-B073-DD6F211AB452}">
      <dgm:prSet/>
      <dgm:spPr/>
      <dgm:t>
        <a:bodyPr/>
        <a:lstStyle/>
        <a:p>
          <a:endParaRPr lang="en-US"/>
        </a:p>
      </dgm:t>
    </dgm:pt>
    <dgm:pt modelId="{0513D618-905F-43E6-8DF3-0764A99732D8}" type="sibTrans" cxnId="{874CAB56-E993-4BA7-B073-DD6F211AB452}">
      <dgm:prSet/>
      <dgm:spPr/>
      <dgm:t>
        <a:bodyPr/>
        <a:lstStyle/>
        <a:p>
          <a:endParaRPr lang="en-US"/>
        </a:p>
      </dgm:t>
    </dgm:pt>
    <dgm:pt modelId="{F754AD28-8B54-47D9-83F1-8D45F35B4A81}">
      <dgm:prSet phldrT="[Text]" custT="1"/>
      <dgm:spPr/>
      <dgm:t>
        <a:bodyPr/>
        <a:lstStyle/>
        <a:p>
          <a:r>
            <a:rPr lang="en-US" sz="3600" dirty="0" smtClean="0"/>
            <a:t>Success Factors</a:t>
          </a:r>
          <a:endParaRPr lang="en-US" sz="3600" dirty="0"/>
        </a:p>
      </dgm:t>
    </dgm:pt>
    <dgm:pt modelId="{26AD8160-5FF5-41BE-AFAF-E29D66F0469B}" type="parTrans" cxnId="{C5F869C1-8FEF-4035-9EC3-FDF0092FF2C9}">
      <dgm:prSet/>
      <dgm:spPr/>
      <dgm:t>
        <a:bodyPr/>
        <a:lstStyle/>
        <a:p>
          <a:endParaRPr lang="en-US"/>
        </a:p>
      </dgm:t>
    </dgm:pt>
    <dgm:pt modelId="{BE9BECBC-F94F-4E2F-BDB2-93E8BAEBEFE7}" type="sibTrans" cxnId="{C5F869C1-8FEF-4035-9EC3-FDF0092FF2C9}">
      <dgm:prSet/>
      <dgm:spPr/>
      <dgm:t>
        <a:bodyPr/>
        <a:lstStyle/>
        <a:p>
          <a:endParaRPr lang="en-US"/>
        </a:p>
      </dgm:t>
    </dgm:pt>
    <dgm:pt modelId="{275823A6-DA31-4015-971F-013EA967541C}">
      <dgm:prSet phldrT="[Text]" custT="1"/>
      <dgm:spPr/>
      <dgm:t>
        <a:bodyPr/>
        <a:lstStyle/>
        <a:p>
          <a:r>
            <a:rPr lang="en-US" sz="2000" b="1" u="sng" dirty="0" smtClean="0"/>
            <a:t>Literature</a:t>
          </a:r>
          <a:endParaRPr lang="en-US" sz="2000" b="1" u="sng" dirty="0"/>
        </a:p>
      </dgm:t>
    </dgm:pt>
    <dgm:pt modelId="{875E5474-64E5-4108-955A-9C4C5981F19E}" type="parTrans" cxnId="{7437843E-C873-4F0A-B5EA-DE17D4B19CEC}">
      <dgm:prSet/>
      <dgm:spPr/>
      <dgm:t>
        <a:bodyPr/>
        <a:lstStyle/>
        <a:p>
          <a:endParaRPr lang="en-US"/>
        </a:p>
      </dgm:t>
    </dgm:pt>
    <dgm:pt modelId="{51902D99-3A7E-49E6-ACF4-64573B002DF3}" type="sibTrans" cxnId="{7437843E-C873-4F0A-B5EA-DE17D4B19CEC}">
      <dgm:prSet/>
      <dgm:spPr/>
      <dgm:t>
        <a:bodyPr/>
        <a:lstStyle/>
        <a:p>
          <a:endParaRPr lang="en-US"/>
        </a:p>
      </dgm:t>
    </dgm:pt>
    <dgm:pt modelId="{E7E09A88-A855-416A-B17D-5608BAB5F968}">
      <dgm:prSet phldrT="[Text]" custT="1"/>
      <dgm:spPr/>
      <dgm:t>
        <a:bodyPr/>
        <a:lstStyle/>
        <a:p>
          <a:r>
            <a:rPr lang="en-US" sz="1800" dirty="0" smtClean="0"/>
            <a:t>No. of staff, no. of years of operation, portfolio size, office autonomy, university specialization, entrepreneurship infrastructure</a:t>
          </a:r>
        </a:p>
      </dgm:t>
    </dgm:pt>
    <dgm:pt modelId="{791A9365-62E9-4724-B5DD-36351582D82E}" type="parTrans" cxnId="{955316F3-D59D-4E22-BAC5-4B54F7BE800A}">
      <dgm:prSet/>
      <dgm:spPr/>
      <dgm:t>
        <a:bodyPr/>
        <a:lstStyle/>
        <a:p>
          <a:endParaRPr lang="en-US"/>
        </a:p>
      </dgm:t>
    </dgm:pt>
    <dgm:pt modelId="{C2A5DE0A-7824-4E35-BB27-47DBE8541DB5}" type="sibTrans" cxnId="{955316F3-D59D-4E22-BAC5-4B54F7BE800A}">
      <dgm:prSet/>
      <dgm:spPr/>
      <dgm:t>
        <a:bodyPr/>
        <a:lstStyle/>
        <a:p>
          <a:endParaRPr lang="en-US"/>
        </a:p>
      </dgm:t>
    </dgm:pt>
    <dgm:pt modelId="{2645AA64-F59A-4567-9741-8E504AE7F8ED}">
      <dgm:prSet phldrT="[Text]" custT="1"/>
      <dgm:spPr/>
      <dgm:t>
        <a:bodyPr/>
        <a:lstStyle/>
        <a:p>
          <a:r>
            <a:rPr lang="en-US" sz="2000" b="1" u="sng" dirty="0" smtClean="0"/>
            <a:t>Observations</a:t>
          </a:r>
          <a:endParaRPr lang="en-US" sz="2000" b="1" u="sng" dirty="0"/>
        </a:p>
      </dgm:t>
    </dgm:pt>
    <dgm:pt modelId="{AC7E47B7-C191-494F-A858-138D80EBAA8B}" type="parTrans" cxnId="{9CD48B93-ABB8-433A-A639-193F0A28CBE5}">
      <dgm:prSet/>
      <dgm:spPr/>
      <dgm:t>
        <a:bodyPr/>
        <a:lstStyle/>
        <a:p>
          <a:endParaRPr lang="en-US"/>
        </a:p>
      </dgm:t>
    </dgm:pt>
    <dgm:pt modelId="{8534D89E-94B4-4294-B728-B7172A8E774D}" type="sibTrans" cxnId="{9CD48B93-ABB8-433A-A639-193F0A28CBE5}">
      <dgm:prSet/>
      <dgm:spPr/>
      <dgm:t>
        <a:bodyPr/>
        <a:lstStyle/>
        <a:p>
          <a:endParaRPr lang="en-US"/>
        </a:p>
      </dgm:t>
    </dgm:pt>
    <dgm:pt modelId="{D264B8C8-0C74-4047-BC3D-D328ABB04B07}">
      <dgm:prSet phldrT="[Text]" custT="1"/>
      <dgm:spPr/>
      <dgm:t>
        <a:bodyPr/>
        <a:lstStyle/>
        <a:p>
          <a:r>
            <a:rPr lang="en-US" sz="1800" dirty="0" smtClean="0"/>
            <a:t>Studies have mostly focused on factors exogenous to the research and development process.</a:t>
          </a:r>
          <a:endParaRPr lang="en-US" sz="1800" dirty="0"/>
        </a:p>
      </dgm:t>
    </dgm:pt>
    <dgm:pt modelId="{EFE8DCE1-CB9B-44C0-BE30-595BF1898A8E}" type="parTrans" cxnId="{DB884937-1E09-49E0-BABE-97AC4679294D}">
      <dgm:prSet/>
      <dgm:spPr/>
      <dgm:t>
        <a:bodyPr/>
        <a:lstStyle/>
        <a:p>
          <a:endParaRPr lang="en-US"/>
        </a:p>
      </dgm:t>
    </dgm:pt>
    <dgm:pt modelId="{E5F6790C-BCA3-4DEC-A52E-7D738F9F57BD}" type="sibTrans" cxnId="{DB884937-1E09-49E0-BABE-97AC4679294D}">
      <dgm:prSet/>
      <dgm:spPr/>
      <dgm:t>
        <a:bodyPr/>
        <a:lstStyle/>
        <a:p>
          <a:endParaRPr lang="en-US"/>
        </a:p>
      </dgm:t>
    </dgm:pt>
    <dgm:pt modelId="{F86BA50F-7B09-4CE2-8B83-90FEB494F38C}">
      <dgm:prSet phldrT="[Text]" custT="1"/>
      <dgm:spPr/>
      <dgm:t>
        <a:bodyPr/>
        <a:lstStyle/>
        <a:p>
          <a:r>
            <a:rPr lang="en-US" sz="1400" dirty="0" smtClean="0"/>
            <a:t>Gonzalez-</a:t>
          </a:r>
          <a:r>
            <a:rPr lang="en-US" sz="1400" dirty="0" err="1" smtClean="0"/>
            <a:t>Pernia</a:t>
          </a:r>
          <a:r>
            <a:rPr lang="en-US" sz="1400" dirty="0" smtClean="0"/>
            <a:t>, </a:t>
          </a:r>
          <a:r>
            <a:rPr lang="en-US" sz="1400" dirty="0" err="1" smtClean="0"/>
            <a:t>Kuechle</a:t>
          </a:r>
          <a:r>
            <a:rPr lang="en-US" sz="1400" dirty="0" smtClean="0"/>
            <a:t> &amp; Pena-</a:t>
          </a:r>
          <a:r>
            <a:rPr lang="en-US" sz="1400" dirty="0" err="1" smtClean="0"/>
            <a:t>Legazkue</a:t>
          </a:r>
          <a:r>
            <a:rPr lang="en-US" sz="1400" dirty="0" smtClean="0"/>
            <a:t> (2013)</a:t>
          </a:r>
        </a:p>
      </dgm:t>
    </dgm:pt>
    <dgm:pt modelId="{E910A421-ED4D-4BCE-832C-1481D6654CBB}" type="parTrans" cxnId="{18E1F703-50F6-4B74-8D77-B189D361DBBA}">
      <dgm:prSet/>
      <dgm:spPr/>
      <dgm:t>
        <a:bodyPr/>
        <a:lstStyle/>
        <a:p>
          <a:endParaRPr lang="en-US"/>
        </a:p>
      </dgm:t>
    </dgm:pt>
    <dgm:pt modelId="{FCBE2083-2E00-41C2-B89E-BD45A38C3EE2}" type="sibTrans" cxnId="{18E1F703-50F6-4B74-8D77-B189D361DBBA}">
      <dgm:prSet/>
      <dgm:spPr/>
      <dgm:t>
        <a:bodyPr/>
        <a:lstStyle/>
        <a:p>
          <a:endParaRPr lang="en-US"/>
        </a:p>
      </dgm:t>
    </dgm:pt>
    <dgm:pt modelId="{76951B42-E84C-4D7E-88CB-7BC2F8F88A65}">
      <dgm:prSet phldrT="[Text]" custT="1"/>
      <dgm:spPr/>
      <dgm:t>
        <a:bodyPr/>
        <a:lstStyle/>
        <a:p>
          <a:r>
            <a:rPr lang="en-US" sz="1400" dirty="0" err="1" smtClean="0"/>
            <a:t>Markman</a:t>
          </a:r>
          <a:r>
            <a:rPr lang="en-US" sz="1400" dirty="0" smtClean="0"/>
            <a:t>, </a:t>
          </a:r>
          <a:r>
            <a:rPr lang="en-US" sz="1400" dirty="0" err="1" smtClean="0"/>
            <a:t>Gioniodis</a:t>
          </a:r>
          <a:r>
            <a:rPr lang="en-US" sz="1400" dirty="0" smtClean="0"/>
            <a:t> &amp; Phan (2009)</a:t>
          </a:r>
        </a:p>
      </dgm:t>
    </dgm:pt>
    <dgm:pt modelId="{8A28A73B-5DED-4934-9219-113CF1F69BCA}" type="parTrans" cxnId="{2AAA6F20-6A46-48E7-84CC-7740C961289D}">
      <dgm:prSet/>
      <dgm:spPr/>
      <dgm:t>
        <a:bodyPr/>
        <a:lstStyle/>
        <a:p>
          <a:endParaRPr lang="en-US"/>
        </a:p>
      </dgm:t>
    </dgm:pt>
    <dgm:pt modelId="{4689AFB9-8C35-427F-BDCB-FC663A2DAD3C}" type="sibTrans" cxnId="{2AAA6F20-6A46-48E7-84CC-7740C961289D}">
      <dgm:prSet/>
      <dgm:spPr/>
      <dgm:t>
        <a:bodyPr/>
        <a:lstStyle/>
        <a:p>
          <a:endParaRPr lang="en-US"/>
        </a:p>
      </dgm:t>
    </dgm:pt>
    <dgm:pt modelId="{4413368B-ACCA-469B-9D0E-1FEFC4075FB0}" type="pres">
      <dgm:prSet presAssocID="{E12051B9-F660-41FB-9BFB-187ECABCD821}" presName="Name0" presStyleCnt="0">
        <dgm:presLayoutVars>
          <dgm:dir/>
          <dgm:animLvl val="lvl"/>
          <dgm:resizeHandles val="exact"/>
        </dgm:presLayoutVars>
      </dgm:prSet>
      <dgm:spPr/>
      <dgm:t>
        <a:bodyPr/>
        <a:lstStyle/>
        <a:p>
          <a:endParaRPr lang="en-US"/>
        </a:p>
      </dgm:t>
    </dgm:pt>
    <dgm:pt modelId="{8E1BCC0E-B989-4435-8915-645304C71A64}" type="pres">
      <dgm:prSet presAssocID="{56D25664-E470-4423-B8A9-9B6E4F3E9501}" presName="compositeNode" presStyleCnt="0">
        <dgm:presLayoutVars>
          <dgm:bulletEnabled val="1"/>
        </dgm:presLayoutVars>
      </dgm:prSet>
      <dgm:spPr/>
    </dgm:pt>
    <dgm:pt modelId="{5EE1D2E5-E13B-4FA3-A68E-FA18C8AD1A1A}" type="pres">
      <dgm:prSet presAssocID="{56D25664-E470-4423-B8A9-9B6E4F3E9501}" presName="bgRect" presStyleLbl="node1" presStyleIdx="0" presStyleCnt="3"/>
      <dgm:spPr/>
      <dgm:t>
        <a:bodyPr/>
        <a:lstStyle/>
        <a:p>
          <a:endParaRPr lang="en-US"/>
        </a:p>
      </dgm:t>
    </dgm:pt>
    <dgm:pt modelId="{1F2FC209-C6F9-4BD8-BE18-C50B50281548}" type="pres">
      <dgm:prSet presAssocID="{56D25664-E470-4423-B8A9-9B6E4F3E9501}" presName="parentNode" presStyleLbl="node1" presStyleIdx="0" presStyleCnt="3">
        <dgm:presLayoutVars>
          <dgm:chMax val="0"/>
          <dgm:bulletEnabled val="1"/>
        </dgm:presLayoutVars>
      </dgm:prSet>
      <dgm:spPr/>
      <dgm:t>
        <a:bodyPr/>
        <a:lstStyle/>
        <a:p>
          <a:endParaRPr lang="en-US"/>
        </a:p>
      </dgm:t>
    </dgm:pt>
    <dgm:pt modelId="{0F07502A-98A4-4880-9779-27EA2BEB6F02}" type="pres">
      <dgm:prSet presAssocID="{56D25664-E470-4423-B8A9-9B6E4F3E9501}" presName="childNode" presStyleLbl="node1" presStyleIdx="0" presStyleCnt="3">
        <dgm:presLayoutVars>
          <dgm:bulletEnabled val="1"/>
        </dgm:presLayoutVars>
      </dgm:prSet>
      <dgm:spPr/>
      <dgm:t>
        <a:bodyPr/>
        <a:lstStyle/>
        <a:p>
          <a:endParaRPr lang="en-US"/>
        </a:p>
      </dgm:t>
    </dgm:pt>
    <dgm:pt modelId="{13ACBB4E-2F0C-4773-92A7-F091255EA962}" type="pres">
      <dgm:prSet presAssocID="{0513D618-905F-43E6-8DF3-0764A99732D8}" presName="hSp" presStyleCnt="0"/>
      <dgm:spPr/>
    </dgm:pt>
    <dgm:pt modelId="{BAD87237-2D53-4DFC-BA2E-02EC39493885}" type="pres">
      <dgm:prSet presAssocID="{0513D618-905F-43E6-8DF3-0764A99732D8}" presName="vProcSp" presStyleCnt="0"/>
      <dgm:spPr/>
    </dgm:pt>
    <dgm:pt modelId="{221F174E-2568-4C2B-B98A-B21C733FC119}" type="pres">
      <dgm:prSet presAssocID="{0513D618-905F-43E6-8DF3-0764A99732D8}" presName="vSp1" presStyleCnt="0"/>
      <dgm:spPr/>
    </dgm:pt>
    <dgm:pt modelId="{45668240-D897-4FC1-8421-6DD785B65040}" type="pres">
      <dgm:prSet presAssocID="{0513D618-905F-43E6-8DF3-0764A99732D8}" presName="simulatedConn" presStyleLbl="solidFgAcc1" presStyleIdx="0" presStyleCnt="2"/>
      <dgm:spPr/>
    </dgm:pt>
    <dgm:pt modelId="{50ECFA14-9F36-4C35-911C-A780FF037D2C}" type="pres">
      <dgm:prSet presAssocID="{0513D618-905F-43E6-8DF3-0764A99732D8}" presName="vSp2" presStyleCnt="0"/>
      <dgm:spPr/>
    </dgm:pt>
    <dgm:pt modelId="{B0CEB5DD-B27E-454F-A39C-A559A187214D}" type="pres">
      <dgm:prSet presAssocID="{0513D618-905F-43E6-8DF3-0764A99732D8}" presName="sibTrans" presStyleCnt="0"/>
      <dgm:spPr/>
    </dgm:pt>
    <dgm:pt modelId="{4C92115F-DFB0-4372-AF66-CF11B70A8EFD}" type="pres">
      <dgm:prSet presAssocID="{275823A6-DA31-4015-971F-013EA967541C}" presName="compositeNode" presStyleCnt="0">
        <dgm:presLayoutVars>
          <dgm:bulletEnabled val="1"/>
        </dgm:presLayoutVars>
      </dgm:prSet>
      <dgm:spPr/>
    </dgm:pt>
    <dgm:pt modelId="{CB5EA34A-627A-4C1F-96E3-4088D2A98FDD}" type="pres">
      <dgm:prSet presAssocID="{275823A6-DA31-4015-971F-013EA967541C}" presName="bgRect" presStyleLbl="node1" presStyleIdx="1" presStyleCnt="3"/>
      <dgm:spPr/>
      <dgm:t>
        <a:bodyPr/>
        <a:lstStyle/>
        <a:p>
          <a:endParaRPr lang="en-US"/>
        </a:p>
      </dgm:t>
    </dgm:pt>
    <dgm:pt modelId="{752682F3-57CE-4B43-B292-A62B3D508EDD}" type="pres">
      <dgm:prSet presAssocID="{275823A6-DA31-4015-971F-013EA967541C}" presName="parentNode" presStyleLbl="node1" presStyleIdx="1" presStyleCnt="3">
        <dgm:presLayoutVars>
          <dgm:chMax val="0"/>
          <dgm:bulletEnabled val="1"/>
        </dgm:presLayoutVars>
      </dgm:prSet>
      <dgm:spPr/>
      <dgm:t>
        <a:bodyPr/>
        <a:lstStyle/>
        <a:p>
          <a:endParaRPr lang="en-US"/>
        </a:p>
      </dgm:t>
    </dgm:pt>
    <dgm:pt modelId="{7C1FE252-E5CE-40AF-AE08-799A5F741FEE}" type="pres">
      <dgm:prSet presAssocID="{275823A6-DA31-4015-971F-013EA967541C}" presName="childNode" presStyleLbl="node1" presStyleIdx="1" presStyleCnt="3">
        <dgm:presLayoutVars>
          <dgm:bulletEnabled val="1"/>
        </dgm:presLayoutVars>
      </dgm:prSet>
      <dgm:spPr/>
      <dgm:t>
        <a:bodyPr/>
        <a:lstStyle/>
        <a:p>
          <a:endParaRPr lang="en-US"/>
        </a:p>
      </dgm:t>
    </dgm:pt>
    <dgm:pt modelId="{E94DD569-30C2-4DB5-BFE9-2EA1C054A099}" type="pres">
      <dgm:prSet presAssocID="{51902D99-3A7E-49E6-ACF4-64573B002DF3}" presName="hSp" presStyleCnt="0"/>
      <dgm:spPr/>
    </dgm:pt>
    <dgm:pt modelId="{D0762C22-9124-4CFC-9FEF-33DB241A1B75}" type="pres">
      <dgm:prSet presAssocID="{51902D99-3A7E-49E6-ACF4-64573B002DF3}" presName="vProcSp" presStyleCnt="0"/>
      <dgm:spPr/>
    </dgm:pt>
    <dgm:pt modelId="{C8DF72E1-70D1-4214-8DAD-40E18FF824F5}" type="pres">
      <dgm:prSet presAssocID="{51902D99-3A7E-49E6-ACF4-64573B002DF3}" presName="vSp1" presStyleCnt="0"/>
      <dgm:spPr/>
    </dgm:pt>
    <dgm:pt modelId="{BAC8B8B3-49A2-4BE7-B498-654C601FE809}" type="pres">
      <dgm:prSet presAssocID="{51902D99-3A7E-49E6-ACF4-64573B002DF3}" presName="simulatedConn" presStyleLbl="solidFgAcc1" presStyleIdx="1" presStyleCnt="2"/>
      <dgm:spPr/>
    </dgm:pt>
    <dgm:pt modelId="{4A5065A5-7398-4E75-9460-0F7770025FB9}" type="pres">
      <dgm:prSet presAssocID="{51902D99-3A7E-49E6-ACF4-64573B002DF3}" presName="vSp2" presStyleCnt="0"/>
      <dgm:spPr/>
    </dgm:pt>
    <dgm:pt modelId="{2AE61FAA-6DD0-4F7B-8C42-F1DA0A887180}" type="pres">
      <dgm:prSet presAssocID="{51902D99-3A7E-49E6-ACF4-64573B002DF3}" presName="sibTrans" presStyleCnt="0"/>
      <dgm:spPr/>
    </dgm:pt>
    <dgm:pt modelId="{72B73D94-A19D-488F-A34B-978C721C47B4}" type="pres">
      <dgm:prSet presAssocID="{2645AA64-F59A-4567-9741-8E504AE7F8ED}" presName="compositeNode" presStyleCnt="0">
        <dgm:presLayoutVars>
          <dgm:bulletEnabled val="1"/>
        </dgm:presLayoutVars>
      </dgm:prSet>
      <dgm:spPr/>
    </dgm:pt>
    <dgm:pt modelId="{BBE81636-BCDD-48A0-B978-839FA7B950F8}" type="pres">
      <dgm:prSet presAssocID="{2645AA64-F59A-4567-9741-8E504AE7F8ED}" presName="bgRect" presStyleLbl="node1" presStyleIdx="2" presStyleCnt="3"/>
      <dgm:spPr/>
      <dgm:t>
        <a:bodyPr/>
        <a:lstStyle/>
        <a:p>
          <a:endParaRPr lang="en-US"/>
        </a:p>
      </dgm:t>
    </dgm:pt>
    <dgm:pt modelId="{5002EEF7-AB5F-41AC-BBA4-49DC2C142864}" type="pres">
      <dgm:prSet presAssocID="{2645AA64-F59A-4567-9741-8E504AE7F8ED}" presName="parentNode" presStyleLbl="node1" presStyleIdx="2" presStyleCnt="3">
        <dgm:presLayoutVars>
          <dgm:chMax val="0"/>
          <dgm:bulletEnabled val="1"/>
        </dgm:presLayoutVars>
      </dgm:prSet>
      <dgm:spPr/>
      <dgm:t>
        <a:bodyPr/>
        <a:lstStyle/>
        <a:p>
          <a:endParaRPr lang="en-US"/>
        </a:p>
      </dgm:t>
    </dgm:pt>
    <dgm:pt modelId="{4428B23C-049C-4D7B-92D7-DD65A1003E4E}" type="pres">
      <dgm:prSet presAssocID="{2645AA64-F59A-4567-9741-8E504AE7F8ED}" presName="childNode" presStyleLbl="node1" presStyleIdx="2" presStyleCnt="3">
        <dgm:presLayoutVars>
          <dgm:bulletEnabled val="1"/>
        </dgm:presLayoutVars>
      </dgm:prSet>
      <dgm:spPr/>
      <dgm:t>
        <a:bodyPr/>
        <a:lstStyle/>
        <a:p>
          <a:endParaRPr lang="en-US"/>
        </a:p>
      </dgm:t>
    </dgm:pt>
  </dgm:ptLst>
  <dgm:cxnLst>
    <dgm:cxn modelId="{874CAB56-E993-4BA7-B073-DD6F211AB452}" srcId="{E12051B9-F660-41FB-9BFB-187ECABCD821}" destId="{56D25664-E470-4423-B8A9-9B6E4F3E9501}" srcOrd="0" destOrd="0" parTransId="{AE225F17-CB4A-4698-895E-495209A24EDD}" sibTransId="{0513D618-905F-43E6-8DF3-0764A99732D8}"/>
    <dgm:cxn modelId="{C5F869C1-8FEF-4035-9EC3-FDF0092FF2C9}" srcId="{56D25664-E470-4423-B8A9-9B6E4F3E9501}" destId="{F754AD28-8B54-47D9-83F1-8D45F35B4A81}" srcOrd="0" destOrd="0" parTransId="{26AD8160-5FF5-41BE-AFAF-E29D66F0469B}" sibTransId="{BE9BECBC-F94F-4E2F-BDB2-93E8BAEBEFE7}"/>
    <dgm:cxn modelId="{18E1F703-50F6-4B74-8D77-B189D361DBBA}" srcId="{E7E09A88-A855-416A-B17D-5608BAB5F968}" destId="{F86BA50F-7B09-4CE2-8B83-90FEB494F38C}" srcOrd="0" destOrd="0" parTransId="{E910A421-ED4D-4BCE-832C-1481D6654CBB}" sibTransId="{FCBE2083-2E00-41C2-B89E-BD45A38C3EE2}"/>
    <dgm:cxn modelId="{3893ABA4-7B69-4D33-BC00-E43B7028591B}" type="presOf" srcId="{275823A6-DA31-4015-971F-013EA967541C}" destId="{752682F3-57CE-4B43-B292-A62B3D508EDD}" srcOrd="1" destOrd="0" presId="urn:microsoft.com/office/officeart/2005/8/layout/hProcess7"/>
    <dgm:cxn modelId="{00159030-CC31-4E4C-890A-F6E3C11BD5B1}" type="presOf" srcId="{76951B42-E84C-4D7E-88CB-7BC2F8F88A65}" destId="{7C1FE252-E5CE-40AF-AE08-799A5F741FEE}" srcOrd="0" destOrd="2" presId="urn:microsoft.com/office/officeart/2005/8/layout/hProcess7"/>
    <dgm:cxn modelId="{CE72CA96-9220-4AFD-88F9-936C50BD554D}" type="presOf" srcId="{56D25664-E470-4423-B8A9-9B6E4F3E9501}" destId="{5EE1D2E5-E13B-4FA3-A68E-FA18C8AD1A1A}" srcOrd="0" destOrd="0" presId="urn:microsoft.com/office/officeart/2005/8/layout/hProcess7"/>
    <dgm:cxn modelId="{E33F906C-6184-4915-B08F-2589CBE6451A}" type="presOf" srcId="{E7E09A88-A855-416A-B17D-5608BAB5F968}" destId="{7C1FE252-E5CE-40AF-AE08-799A5F741FEE}" srcOrd="0" destOrd="0" presId="urn:microsoft.com/office/officeart/2005/8/layout/hProcess7"/>
    <dgm:cxn modelId="{F2B964A8-5F49-4D22-92D2-39D6EEDC87F7}" type="presOf" srcId="{D264B8C8-0C74-4047-BC3D-D328ABB04B07}" destId="{4428B23C-049C-4D7B-92D7-DD65A1003E4E}" srcOrd="0" destOrd="0" presId="urn:microsoft.com/office/officeart/2005/8/layout/hProcess7"/>
    <dgm:cxn modelId="{FB56A77E-384F-4C09-AC6E-469F6C9D238D}" type="presOf" srcId="{2645AA64-F59A-4567-9741-8E504AE7F8ED}" destId="{5002EEF7-AB5F-41AC-BBA4-49DC2C142864}" srcOrd="1" destOrd="0" presId="urn:microsoft.com/office/officeart/2005/8/layout/hProcess7"/>
    <dgm:cxn modelId="{ACD334E6-E5C6-4C59-9387-0466A6740A69}" type="presOf" srcId="{56D25664-E470-4423-B8A9-9B6E4F3E9501}" destId="{1F2FC209-C6F9-4BD8-BE18-C50B50281548}" srcOrd="1" destOrd="0" presId="urn:microsoft.com/office/officeart/2005/8/layout/hProcess7"/>
    <dgm:cxn modelId="{D91D06ED-B068-4561-9615-B576EF3C2935}" type="presOf" srcId="{275823A6-DA31-4015-971F-013EA967541C}" destId="{CB5EA34A-627A-4C1F-96E3-4088D2A98FDD}" srcOrd="0" destOrd="0" presId="urn:microsoft.com/office/officeart/2005/8/layout/hProcess7"/>
    <dgm:cxn modelId="{2AAA6F20-6A46-48E7-84CC-7740C961289D}" srcId="{E7E09A88-A855-416A-B17D-5608BAB5F968}" destId="{76951B42-E84C-4D7E-88CB-7BC2F8F88A65}" srcOrd="1" destOrd="0" parTransId="{8A28A73B-5DED-4934-9219-113CF1F69BCA}" sibTransId="{4689AFB9-8C35-427F-BDCB-FC663A2DAD3C}"/>
    <dgm:cxn modelId="{955316F3-D59D-4E22-BAC5-4B54F7BE800A}" srcId="{275823A6-DA31-4015-971F-013EA967541C}" destId="{E7E09A88-A855-416A-B17D-5608BAB5F968}" srcOrd="0" destOrd="0" parTransId="{791A9365-62E9-4724-B5DD-36351582D82E}" sibTransId="{C2A5DE0A-7824-4E35-BB27-47DBE8541DB5}"/>
    <dgm:cxn modelId="{9CD48B93-ABB8-433A-A639-193F0A28CBE5}" srcId="{E12051B9-F660-41FB-9BFB-187ECABCD821}" destId="{2645AA64-F59A-4567-9741-8E504AE7F8ED}" srcOrd="2" destOrd="0" parTransId="{AC7E47B7-C191-494F-A858-138D80EBAA8B}" sibTransId="{8534D89E-94B4-4294-B728-B7172A8E774D}"/>
    <dgm:cxn modelId="{DB0E41DD-BBBD-4BC6-B3BC-6EE03599BEEF}" type="presOf" srcId="{2645AA64-F59A-4567-9741-8E504AE7F8ED}" destId="{BBE81636-BCDD-48A0-B978-839FA7B950F8}" srcOrd="0" destOrd="0" presId="urn:microsoft.com/office/officeart/2005/8/layout/hProcess7"/>
    <dgm:cxn modelId="{BC0EF522-2BDC-4255-B4D0-59058E3EB702}" type="presOf" srcId="{E12051B9-F660-41FB-9BFB-187ECABCD821}" destId="{4413368B-ACCA-469B-9D0E-1FEFC4075FB0}" srcOrd="0" destOrd="0" presId="urn:microsoft.com/office/officeart/2005/8/layout/hProcess7"/>
    <dgm:cxn modelId="{DB884937-1E09-49E0-BABE-97AC4679294D}" srcId="{2645AA64-F59A-4567-9741-8E504AE7F8ED}" destId="{D264B8C8-0C74-4047-BC3D-D328ABB04B07}" srcOrd="0" destOrd="0" parTransId="{EFE8DCE1-CB9B-44C0-BE30-595BF1898A8E}" sibTransId="{E5F6790C-BCA3-4DEC-A52E-7D738F9F57BD}"/>
    <dgm:cxn modelId="{FA79C83B-0A67-4DC7-ADBE-DB83B0AF2D79}" type="presOf" srcId="{F754AD28-8B54-47D9-83F1-8D45F35B4A81}" destId="{0F07502A-98A4-4880-9779-27EA2BEB6F02}" srcOrd="0" destOrd="0" presId="urn:microsoft.com/office/officeart/2005/8/layout/hProcess7"/>
    <dgm:cxn modelId="{7437843E-C873-4F0A-B5EA-DE17D4B19CEC}" srcId="{E12051B9-F660-41FB-9BFB-187ECABCD821}" destId="{275823A6-DA31-4015-971F-013EA967541C}" srcOrd="1" destOrd="0" parTransId="{875E5474-64E5-4108-955A-9C4C5981F19E}" sibTransId="{51902D99-3A7E-49E6-ACF4-64573B002DF3}"/>
    <dgm:cxn modelId="{CBFEF5BF-4C5E-4E32-9F19-BAE0077EA458}" type="presOf" srcId="{F86BA50F-7B09-4CE2-8B83-90FEB494F38C}" destId="{7C1FE252-E5CE-40AF-AE08-799A5F741FEE}" srcOrd="0" destOrd="1" presId="urn:microsoft.com/office/officeart/2005/8/layout/hProcess7"/>
    <dgm:cxn modelId="{FA57F11E-922A-4346-815A-F657CEBB5EAD}" type="presParOf" srcId="{4413368B-ACCA-469B-9D0E-1FEFC4075FB0}" destId="{8E1BCC0E-B989-4435-8915-645304C71A64}" srcOrd="0" destOrd="0" presId="urn:microsoft.com/office/officeart/2005/8/layout/hProcess7"/>
    <dgm:cxn modelId="{8CCA3484-8C08-4A52-B0DD-C8AAB594A63E}" type="presParOf" srcId="{8E1BCC0E-B989-4435-8915-645304C71A64}" destId="{5EE1D2E5-E13B-4FA3-A68E-FA18C8AD1A1A}" srcOrd="0" destOrd="0" presId="urn:microsoft.com/office/officeart/2005/8/layout/hProcess7"/>
    <dgm:cxn modelId="{35A8B9FD-A7CC-41FA-940B-715B05F5FF41}" type="presParOf" srcId="{8E1BCC0E-B989-4435-8915-645304C71A64}" destId="{1F2FC209-C6F9-4BD8-BE18-C50B50281548}" srcOrd="1" destOrd="0" presId="urn:microsoft.com/office/officeart/2005/8/layout/hProcess7"/>
    <dgm:cxn modelId="{B0092DE5-B5E2-4951-9E23-8B74B6D51A40}" type="presParOf" srcId="{8E1BCC0E-B989-4435-8915-645304C71A64}" destId="{0F07502A-98A4-4880-9779-27EA2BEB6F02}" srcOrd="2" destOrd="0" presId="urn:microsoft.com/office/officeart/2005/8/layout/hProcess7"/>
    <dgm:cxn modelId="{09548D86-BF25-48C8-8EFE-8D77EC1FFDE0}" type="presParOf" srcId="{4413368B-ACCA-469B-9D0E-1FEFC4075FB0}" destId="{13ACBB4E-2F0C-4773-92A7-F091255EA962}" srcOrd="1" destOrd="0" presId="urn:microsoft.com/office/officeart/2005/8/layout/hProcess7"/>
    <dgm:cxn modelId="{62AE9D49-FC2E-40D5-BEFE-FEA8319CFF1F}" type="presParOf" srcId="{4413368B-ACCA-469B-9D0E-1FEFC4075FB0}" destId="{BAD87237-2D53-4DFC-BA2E-02EC39493885}" srcOrd="2" destOrd="0" presId="urn:microsoft.com/office/officeart/2005/8/layout/hProcess7"/>
    <dgm:cxn modelId="{579CB4A6-B6F2-4633-B829-3989D206E1BD}" type="presParOf" srcId="{BAD87237-2D53-4DFC-BA2E-02EC39493885}" destId="{221F174E-2568-4C2B-B98A-B21C733FC119}" srcOrd="0" destOrd="0" presId="urn:microsoft.com/office/officeart/2005/8/layout/hProcess7"/>
    <dgm:cxn modelId="{5EF0110F-DCEB-4C27-8F4D-C72DC8E1B82B}" type="presParOf" srcId="{BAD87237-2D53-4DFC-BA2E-02EC39493885}" destId="{45668240-D897-4FC1-8421-6DD785B65040}" srcOrd="1" destOrd="0" presId="urn:microsoft.com/office/officeart/2005/8/layout/hProcess7"/>
    <dgm:cxn modelId="{FE7A6DA5-6199-4677-8D34-32420F0D749C}" type="presParOf" srcId="{BAD87237-2D53-4DFC-BA2E-02EC39493885}" destId="{50ECFA14-9F36-4C35-911C-A780FF037D2C}" srcOrd="2" destOrd="0" presId="urn:microsoft.com/office/officeart/2005/8/layout/hProcess7"/>
    <dgm:cxn modelId="{3F8E9638-BC1B-4199-8F07-AD2517673DF1}" type="presParOf" srcId="{4413368B-ACCA-469B-9D0E-1FEFC4075FB0}" destId="{B0CEB5DD-B27E-454F-A39C-A559A187214D}" srcOrd="3" destOrd="0" presId="urn:microsoft.com/office/officeart/2005/8/layout/hProcess7"/>
    <dgm:cxn modelId="{B02CEAFC-6F66-4EEA-9451-667AC8FCD058}" type="presParOf" srcId="{4413368B-ACCA-469B-9D0E-1FEFC4075FB0}" destId="{4C92115F-DFB0-4372-AF66-CF11B70A8EFD}" srcOrd="4" destOrd="0" presId="urn:microsoft.com/office/officeart/2005/8/layout/hProcess7"/>
    <dgm:cxn modelId="{244A4224-EA7D-43CA-A817-E3E438EC2526}" type="presParOf" srcId="{4C92115F-DFB0-4372-AF66-CF11B70A8EFD}" destId="{CB5EA34A-627A-4C1F-96E3-4088D2A98FDD}" srcOrd="0" destOrd="0" presId="urn:microsoft.com/office/officeart/2005/8/layout/hProcess7"/>
    <dgm:cxn modelId="{A504DAE5-52E1-4864-BE30-DD834C97E3D3}" type="presParOf" srcId="{4C92115F-DFB0-4372-AF66-CF11B70A8EFD}" destId="{752682F3-57CE-4B43-B292-A62B3D508EDD}" srcOrd="1" destOrd="0" presId="urn:microsoft.com/office/officeart/2005/8/layout/hProcess7"/>
    <dgm:cxn modelId="{76AC3B3E-0136-4FBB-9DEF-6A19AFCC92F3}" type="presParOf" srcId="{4C92115F-DFB0-4372-AF66-CF11B70A8EFD}" destId="{7C1FE252-E5CE-40AF-AE08-799A5F741FEE}" srcOrd="2" destOrd="0" presId="urn:microsoft.com/office/officeart/2005/8/layout/hProcess7"/>
    <dgm:cxn modelId="{3A9F685C-D1A7-4DE3-A7AD-7DF30785B325}" type="presParOf" srcId="{4413368B-ACCA-469B-9D0E-1FEFC4075FB0}" destId="{E94DD569-30C2-4DB5-BFE9-2EA1C054A099}" srcOrd="5" destOrd="0" presId="urn:microsoft.com/office/officeart/2005/8/layout/hProcess7"/>
    <dgm:cxn modelId="{C6363C5C-0A0B-4048-A058-4601C9E37922}" type="presParOf" srcId="{4413368B-ACCA-469B-9D0E-1FEFC4075FB0}" destId="{D0762C22-9124-4CFC-9FEF-33DB241A1B75}" srcOrd="6" destOrd="0" presId="urn:microsoft.com/office/officeart/2005/8/layout/hProcess7"/>
    <dgm:cxn modelId="{FC319898-95D8-4211-A3BB-2AF4057F3922}" type="presParOf" srcId="{D0762C22-9124-4CFC-9FEF-33DB241A1B75}" destId="{C8DF72E1-70D1-4214-8DAD-40E18FF824F5}" srcOrd="0" destOrd="0" presId="urn:microsoft.com/office/officeart/2005/8/layout/hProcess7"/>
    <dgm:cxn modelId="{2E916912-B074-4719-9A3E-36D46393CDF7}" type="presParOf" srcId="{D0762C22-9124-4CFC-9FEF-33DB241A1B75}" destId="{BAC8B8B3-49A2-4BE7-B498-654C601FE809}" srcOrd="1" destOrd="0" presId="urn:microsoft.com/office/officeart/2005/8/layout/hProcess7"/>
    <dgm:cxn modelId="{3147666F-A178-4F32-9781-D364AB71B774}" type="presParOf" srcId="{D0762C22-9124-4CFC-9FEF-33DB241A1B75}" destId="{4A5065A5-7398-4E75-9460-0F7770025FB9}" srcOrd="2" destOrd="0" presId="urn:microsoft.com/office/officeart/2005/8/layout/hProcess7"/>
    <dgm:cxn modelId="{1346F85C-F99C-4CD2-926F-6E7601984422}" type="presParOf" srcId="{4413368B-ACCA-469B-9D0E-1FEFC4075FB0}" destId="{2AE61FAA-6DD0-4F7B-8C42-F1DA0A887180}" srcOrd="7" destOrd="0" presId="urn:microsoft.com/office/officeart/2005/8/layout/hProcess7"/>
    <dgm:cxn modelId="{901E6D1B-2987-4AFF-BFE3-289C1BF5DF7C}" type="presParOf" srcId="{4413368B-ACCA-469B-9D0E-1FEFC4075FB0}" destId="{72B73D94-A19D-488F-A34B-978C721C47B4}" srcOrd="8" destOrd="0" presId="urn:microsoft.com/office/officeart/2005/8/layout/hProcess7"/>
    <dgm:cxn modelId="{F3CA7460-99A9-4E0A-BC9D-08249B368F7A}" type="presParOf" srcId="{72B73D94-A19D-488F-A34B-978C721C47B4}" destId="{BBE81636-BCDD-48A0-B978-839FA7B950F8}" srcOrd="0" destOrd="0" presId="urn:microsoft.com/office/officeart/2005/8/layout/hProcess7"/>
    <dgm:cxn modelId="{69B20882-9F58-4109-98EA-8F8E68750B16}" type="presParOf" srcId="{72B73D94-A19D-488F-A34B-978C721C47B4}" destId="{5002EEF7-AB5F-41AC-BBA4-49DC2C142864}" srcOrd="1" destOrd="0" presId="urn:microsoft.com/office/officeart/2005/8/layout/hProcess7"/>
    <dgm:cxn modelId="{9DD3F6AB-AAB3-4F26-9855-706621138334}" type="presParOf" srcId="{72B73D94-A19D-488F-A34B-978C721C47B4}" destId="{4428B23C-049C-4D7B-92D7-DD65A1003E4E}" srcOrd="2" destOrd="0" presId="urn:microsoft.com/office/officeart/2005/8/layout/hProcess7"/>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7.xml><?xml version="1.0" encoding="utf-8"?>
<dgm:dataModel xmlns:dgm="http://schemas.openxmlformats.org/drawingml/2006/diagram" xmlns:a="http://schemas.openxmlformats.org/drawingml/2006/main">
  <dgm:ptLst>
    <dgm:pt modelId="{E12051B9-F660-41FB-9BFB-187ECABCD821}" type="doc">
      <dgm:prSet loTypeId="urn:microsoft.com/office/officeart/2005/8/layout/hProcess7" loCatId="list" qsTypeId="urn:microsoft.com/office/officeart/2005/8/quickstyle/simple1" qsCatId="simple" csTypeId="urn:microsoft.com/office/officeart/2005/8/colors/colorful1" csCatId="colorful" phldr="1"/>
      <dgm:spPr/>
      <dgm:t>
        <a:bodyPr/>
        <a:lstStyle/>
        <a:p>
          <a:endParaRPr lang="en-US"/>
        </a:p>
      </dgm:t>
    </dgm:pt>
    <dgm:pt modelId="{56D25664-E470-4423-B8A9-9B6E4F3E9501}">
      <dgm:prSet phldrT="[Text]" custT="1"/>
      <dgm:spPr/>
      <dgm:t>
        <a:bodyPr/>
        <a:lstStyle/>
        <a:p>
          <a:r>
            <a:rPr lang="en-US" sz="2000" b="1" u="sng" dirty="0" smtClean="0"/>
            <a:t>Construct</a:t>
          </a:r>
          <a:endParaRPr lang="en-US" sz="2000" b="1" u="sng" dirty="0"/>
        </a:p>
      </dgm:t>
    </dgm:pt>
    <dgm:pt modelId="{AE225F17-CB4A-4698-895E-495209A24EDD}" type="parTrans" cxnId="{874CAB56-E993-4BA7-B073-DD6F211AB452}">
      <dgm:prSet/>
      <dgm:spPr/>
      <dgm:t>
        <a:bodyPr/>
        <a:lstStyle/>
        <a:p>
          <a:endParaRPr lang="en-US"/>
        </a:p>
      </dgm:t>
    </dgm:pt>
    <dgm:pt modelId="{0513D618-905F-43E6-8DF3-0764A99732D8}" type="sibTrans" cxnId="{874CAB56-E993-4BA7-B073-DD6F211AB452}">
      <dgm:prSet/>
      <dgm:spPr/>
      <dgm:t>
        <a:bodyPr/>
        <a:lstStyle/>
        <a:p>
          <a:endParaRPr lang="en-US"/>
        </a:p>
      </dgm:t>
    </dgm:pt>
    <dgm:pt modelId="{F754AD28-8B54-47D9-83F1-8D45F35B4A81}">
      <dgm:prSet phldrT="[Text]" custT="1"/>
      <dgm:spPr/>
      <dgm:t>
        <a:bodyPr/>
        <a:lstStyle/>
        <a:p>
          <a:r>
            <a:rPr lang="en-US" sz="3600" dirty="0" smtClean="0"/>
            <a:t>Stage &amp; Geography</a:t>
          </a:r>
          <a:endParaRPr lang="en-US" sz="3600" dirty="0"/>
        </a:p>
      </dgm:t>
    </dgm:pt>
    <dgm:pt modelId="{26AD8160-5FF5-41BE-AFAF-E29D66F0469B}" type="parTrans" cxnId="{C5F869C1-8FEF-4035-9EC3-FDF0092FF2C9}">
      <dgm:prSet/>
      <dgm:spPr/>
      <dgm:t>
        <a:bodyPr/>
        <a:lstStyle/>
        <a:p>
          <a:endParaRPr lang="en-US"/>
        </a:p>
      </dgm:t>
    </dgm:pt>
    <dgm:pt modelId="{BE9BECBC-F94F-4E2F-BDB2-93E8BAEBEFE7}" type="sibTrans" cxnId="{C5F869C1-8FEF-4035-9EC3-FDF0092FF2C9}">
      <dgm:prSet/>
      <dgm:spPr/>
      <dgm:t>
        <a:bodyPr/>
        <a:lstStyle/>
        <a:p>
          <a:endParaRPr lang="en-US"/>
        </a:p>
      </dgm:t>
    </dgm:pt>
    <dgm:pt modelId="{275823A6-DA31-4015-971F-013EA967541C}">
      <dgm:prSet phldrT="[Text]" custT="1"/>
      <dgm:spPr/>
      <dgm:t>
        <a:bodyPr/>
        <a:lstStyle/>
        <a:p>
          <a:r>
            <a:rPr lang="en-US" sz="2000" b="1" u="sng" dirty="0" smtClean="0"/>
            <a:t>Literature</a:t>
          </a:r>
          <a:endParaRPr lang="en-US" sz="2000" b="1" u="sng" dirty="0"/>
        </a:p>
      </dgm:t>
    </dgm:pt>
    <dgm:pt modelId="{875E5474-64E5-4108-955A-9C4C5981F19E}" type="parTrans" cxnId="{7437843E-C873-4F0A-B5EA-DE17D4B19CEC}">
      <dgm:prSet/>
      <dgm:spPr/>
      <dgm:t>
        <a:bodyPr/>
        <a:lstStyle/>
        <a:p>
          <a:endParaRPr lang="en-US"/>
        </a:p>
      </dgm:t>
    </dgm:pt>
    <dgm:pt modelId="{51902D99-3A7E-49E6-ACF4-64573B002DF3}" type="sibTrans" cxnId="{7437843E-C873-4F0A-B5EA-DE17D4B19CEC}">
      <dgm:prSet/>
      <dgm:spPr/>
      <dgm:t>
        <a:bodyPr/>
        <a:lstStyle/>
        <a:p>
          <a:endParaRPr lang="en-US"/>
        </a:p>
      </dgm:t>
    </dgm:pt>
    <dgm:pt modelId="{E7E09A88-A855-416A-B17D-5608BAB5F968}">
      <dgm:prSet phldrT="[Text]" custT="1"/>
      <dgm:spPr/>
      <dgm:t>
        <a:bodyPr/>
        <a:lstStyle/>
        <a:p>
          <a:r>
            <a:rPr lang="en-US" sz="1800" dirty="0" smtClean="0"/>
            <a:t>Level of regional venture capital, level of regional R&amp;D expenditures</a:t>
          </a:r>
          <a:endParaRPr lang="en-US" sz="1800" dirty="0"/>
        </a:p>
      </dgm:t>
    </dgm:pt>
    <dgm:pt modelId="{791A9365-62E9-4724-B5DD-36351582D82E}" type="parTrans" cxnId="{955316F3-D59D-4E22-BAC5-4B54F7BE800A}">
      <dgm:prSet/>
      <dgm:spPr/>
      <dgm:t>
        <a:bodyPr/>
        <a:lstStyle/>
        <a:p>
          <a:endParaRPr lang="en-US"/>
        </a:p>
      </dgm:t>
    </dgm:pt>
    <dgm:pt modelId="{C2A5DE0A-7824-4E35-BB27-47DBE8541DB5}" type="sibTrans" cxnId="{955316F3-D59D-4E22-BAC5-4B54F7BE800A}">
      <dgm:prSet/>
      <dgm:spPr/>
      <dgm:t>
        <a:bodyPr/>
        <a:lstStyle/>
        <a:p>
          <a:endParaRPr lang="en-US"/>
        </a:p>
      </dgm:t>
    </dgm:pt>
    <dgm:pt modelId="{2645AA64-F59A-4567-9741-8E504AE7F8ED}">
      <dgm:prSet phldrT="[Text]" custT="1"/>
      <dgm:spPr/>
      <dgm:t>
        <a:bodyPr/>
        <a:lstStyle/>
        <a:p>
          <a:r>
            <a:rPr lang="en-US" sz="2000" b="1" u="sng" dirty="0" smtClean="0"/>
            <a:t>Observations</a:t>
          </a:r>
          <a:endParaRPr lang="en-US" sz="2000" b="1" u="sng" dirty="0"/>
        </a:p>
      </dgm:t>
    </dgm:pt>
    <dgm:pt modelId="{AC7E47B7-C191-494F-A858-138D80EBAA8B}" type="parTrans" cxnId="{9CD48B93-ABB8-433A-A639-193F0A28CBE5}">
      <dgm:prSet/>
      <dgm:spPr/>
      <dgm:t>
        <a:bodyPr/>
        <a:lstStyle/>
        <a:p>
          <a:endParaRPr lang="en-US"/>
        </a:p>
      </dgm:t>
    </dgm:pt>
    <dgm:pt modelId="{8534D89E-94B4-4294-B728-B7172A8E774D}" type="sibTrans" cxnId="{9CD48B93-ABB8-433A-A639-193F0A28CBE5}">
      <dgm:prSet/>
      <dgm:spPr/>
      <dgm:t>
        <a:bodyPr/>
        <a:lstStyle/>
        <a:p>
          <a:endParaRPr lang="en-US"/>
        </a:p>
      </dgm:t>
    </dgm:pt>
    <dgm:pt modelId="{D264B8C8-0C74-4047-BC3D-D328ABB04B07}">
      <dgm:prSet phldrT="[Text]" custT="1"/>
      <dgm:spPr/>
      <dgm:t>
        <a:bodyPr/>
        <a:lstStyle/>
        <a:p>
          <a:r>
            <a:rPr lang="en-US" sz="1800" dirty="0" smtClean="0"/>
            <a:t>Few studies that consider development stage.</a:t>
          </a:r>
        </a:p>
        <a:p>
          <a:r>
            <a:rPr lang="en-US" sz="1800" dirty="0" smtClean="0"/>
            <a:t>Studies have focused on the association between cities and innovation.</a:t>
          </a:r>
          <a:endParaRPr lang="en-US" sz="1800" dirty="0"/>
        </a:p>
      </dgm:t>
    </dgm:pt>
    <dgm:pt modelId="{EFE8DCE1-CB9B-44C0-BE30-595BF1898A8E}" type="parTrans" cxnId="{DB884937-1E09-49E0-BABE-97AC4679294D}">
      <dgm:prSet/>
      <dgm:spPr/>
      <dgm:t>
        <a:bodyPr/>
        <a:lstStyle/>
        <a:p>
          <a:endParaRPr lang="en-US"/>
        </a:p>
      </dgm:t>
    </dgm:pt>
    <dgm:pt modelId="{E5F6790C-BCA3-4DEC-A52E-7D738F9F57BD}" type="sibTrans" cxnId="{DB884937-1E09-49E0-BABE-97AC4679294D}">
      <dgm:prSet/>
      <dgm:spPr/>
      <dgm:t>
        <a:bodyPr/>
        <a:lstStyle/>
        <a:p>
          <a:endParaRPr lang="en-US"/>
        </a:p>
      </dgm:t>
    </dgm:pt>
    <dgm:pt modelId="{AFF6176D-85DE-40AE-90C6-893C51B32EB3}">
      <dgm:prSet phldrT="[Text]" custT="1"/>
      <dgm:spPr/>
      <dgm:t>
        <a:bodyPr/>
        <a:lstStyle/>
        <a:p>
          <a:r>
            <a:rPr lang="en-US" sz="1400" dirty="0" smtClean="0"/>
            <a:t>Gonzalez-</a:t>
          </a:r>
          <a:r>
            <a:rPr lang="en-US" sz="1400" dirty="0" err="1" smtClean="0"/>
            <a:t>Pernia</a:t>
          </a:r>
          <a:r>
            <a:rPr lang="en-US" sz="1400" dirty="0" smtClean="0"/>
            <a:t>, </a:t>
          </a:r>
          <a:r>
            <a:rPr lang="en-US" sz="1400" dirty="0" err="1" smtClean="0"/>
            <a:t>Kuechle</a:t>
          </a:r>
          <a:r>
            <a:rPr lang="en-US" sz="1400" dirty="0" smtClean="0"/>
            <a:t> &amp; Pena-</a:t>
          </a:r>
          <a:r>
            <a:rPr lang="en-US" sz="1400" dirty="0" err="1" smtClean="0"/>
            <a:t>Legazkue</a:t>
          </a:r>
          <a:r>
            <a:rPr lang="en-US" sz="1400" dirty="0" smtClean="0"/>
            <a:t> (2013)</a:t>
          </a:r>
          <a:endParaRPr lang="en-US" sz="1400" dirty="0"/>
        </a:p>
      </dgm:t>
    </dgm:pt>
    <dgm:pt modelId="{8EE3A1E5-0B44-40B7-9B59-F6DA84D9F6A6}" type="parTrans" cxnId="{B09E5938-AD3D-4EA9-970C-82C6FFA86BE2}">
      <dgm:prSet/>
      <dgm:spPr/>
      <dgm:t>
        <a:bodyPr/>
        <a:lstStyle/>
        <a:p>
          <a:endParaRPr lang="en-US"/>
        </a:p>
      </dgm:t>
    </dgm:pt>
    <dgm:pt modelId="{056A0E8C-03A8-4EA7-806A-DA6A878AA1E7}" type="sibTrans" cxnId="{B09E5938-AD3D-4EA9-970C-82C6FFA86BE2}">
      <dgm:prSet/>
      <dgm:spPr/>
      <dgm:t>
        <a:bodyPr/>
        <a:lstStyle/>
        <a:p>
          <a:endParaRPr lang="en-US"/>
        </a:p>
      </dgm:t>
    </dgm:pt>
    <dgm:pt modelId="{4413368B-ACCA-469B-9D0E-1FEFC4075FB0}" type="pres">
      <dgm:prSet presAssocID="{E12051B9-F660-41FB-9BFB-187ECABCD821}" presName="Name0" presStyleCnt="0">
        <dgm:presLayoutVars>
          <dgm:dir/>
          <dgm:animLvl val="lvl"/>
          <dgm:resizeHandles val="exact"/>
        </dgm:presLayoutVars>
      </dgm:prSet>
      <dgm:spPr/>
      <dgm:t>
        <a:bodyPr/>
        <a:lstStyle/>
        <a:p>
          <a:endParaRPr lang="en-US"/>
        </a:p>
      </dgm:t>
    </dgm:pt>
    <dgm:pt modelId="{8E1BCC0E-B989-4435-8915-645304C71A64}" type="pres">
      <dgm:prSet presAssocID="{56D25664-E470-4423-B8A9-9B6E4F3E9501}" presName="compositeNode" presStyleCnt="0">
        <dgm:presLayoutVars>
          <dgm:bulletEnabled val="1"/>
        </dgm:presLayoutVars>
      </dgm:prSet>
      <dgm:spPr/>
    </dgm:pt>
    <dgm:pt modelId="{5EE1D2E5-E13B-4FA3-A68E-FA18C8AD1A1A}" type="pres">
      <dgm:prSet presAssocID="{56D25664-E470-4423-B8A9-9B6E4F3E9501}" presName="bgRect" presStyleLbl="node1" presStyleIdx="0" presStyleCnt="3"/>
      <dgm:spPr/>
      <dgm:t>
        <a:bodyPr/>
        <a:lstStyle/>
        <a:p>
          <a:endParaRPr lang="en-US"/>
        </a:p>
      </dgm:t>
    </dgm:pt>
    <dgm:pt modelId="{1F2FC209-C6F9-4BD8-BE18-C50B50281548}" type="pres">
      <dgm:prSet presAssocID="{56D25664-E470-4423-B8A9-9B6E4F3E9501}" presName="parentNode" presStyleLbl="node1" presStyleIdx="0" presStyleCnt="3">
        <dgm:presLayoutVars>
          <dgm:chMax val="0"/>
          <dgm:bulletEnabled val="1"/>
        </dgm:presLayoutVars>
      </dgm:prSet>
      <dgm:spPr/>
      <dgm:t>
        <a:bodyPr/>
        <a:lstStyle/>
        <a:p>
          <a:endParaRPr lang="en-US"/>
        </a:p>
      </dgm:t>
    </dgm:pt>
    <dgm:pt modelId="{0F07502A-98A4-4880-9779-27EA2BEB6F02}" type="pres">
      <dgm:prSet presAssocID="{56D25664-E470-4423-B8A9-9B6E4F3E9501}" presName="childNode" presStyleLbl="node1" presStyleIdx="0" presStyleCnt="3">
        <dgm:presLayoutVars>
          <dgm:bulletEnabled val="1"/>
        </dgm:presLayoutVars>
      </dgm:prSet>
      <dgm:spPr/>
      <dgm:t>
        <a:bodyPr/>
        <a:lstStyle/>
        <a:p>
          <a:endParaRPr lang="en-US"/>
        </a:p>
      </dgm:t>
    </dgm:pt>
    <dgm:pt modelId="{13ACBB4E-2F0C-4773-92A7-F091255EA962}" type="pres">
      <dgm:prSet presAssocID="{0513D618-905F-43E6-8DF3-0764A99732D8}" presName="hSp" presStyleCnt="0"/>
      <dgm:spPr/>
    </dgm:pt>
    <dgm:pt modelId="{BAD87237-2D53-4DFC-BA2E-02EC39493885}" type="pres">
      <dgm:prSet presAssocID="{0513D618-905F-43E6-8DF3-0764A99732D8}" presName="vProcSp" presStyleCnt="0"/>
      <dgm:spPr/>
    </dgm:pt>
    <dgm:pt modelId="{221F174E-2568-4C2B-B98A-B21C733FC119}" type="pres">
      <dgm:prSet presAssocID="{0513D618-905F-43E6-8DF3-0764A99732D8}" presName="vSp1" presStyleCnt="0"/>
      <dgm:spPr/>
    </dgm:pt>
    <dgm:pt modelId="{45668240-D897-4FC1-8421-6DD785B65040}" type="pres">
      <dgm:prSet presAssocID="{0513D618-905F-43E6-8DF3-0764A99732D8}" presName="simulatedConn" presStyleLbl="solidFgAcc1" presStyleIdx="0" presStyleCnt="2"/>
      <dgm:spPr/>
    </dgm:pt>
    <dgm:pt modelId="{50ECFA14-9F36-4C35-911C-A780FF037D2C}" type="pres">
      <dgm:prSet presAssocID="{0513D618-905F-43E6-8DF3-0764A99732D8}" presName="vSp2" presStyleCnt="0"/>
      <dgm:spPr/>
    </dgm:pt>
    <dgm:pt modelId="{B0CEB5DD-B27E-454F-A39C-A559A187214D}" type="pres">
      <dgm:prSet presAssocID="{0513D618-905F-43E6-8DF3-0764A99732D8}" presName="sibTrans" presStyleCnt="0"/>
      <dgm:spPr/>
    </dgm:pt>
    <dgm:pt modelId="{4C92115F-DFB0-4372-AF66-CF11B70A8EFD}" type="pres">
      <dgm:prSet presAssocID="{275823A6-DA31-4015-971F-013EA967541C}" presName="compositeNode" presStyleCnt="0">
        <dgm:presLayoutVars>
          <dgm:bulletEnabled val="1"/>
        </dgm:presLayoutVars>
      </dgm:prSet>
      <dgm:spPr/>
    </dgm:pt>
    <dgm:pt modelId="{CB5EA34A-627A-4C1F-96E3-4088D2A98FDD}" type="pres">
      <dgm:prSet presAssocID="{275823A6-DA31-4015-971F-013EA967541C}" presName="bgRect" presStyleLbl="node1" presStyleIdx="1" presStyleCnt="3"/>
      <dgm:spPr/>
      <dgm:t>
        <a:bodyPr/>
        <a:lstStyle/>
        <a:p>
          <a:endParaRPr lang="en-US"/>
        </a:p>
      </dgm:t>
    </dgm:pt>
    <dgm:pt modelId="{752682F3-57CE-4B43-B292-A62B3D508EDD}" type="pres">
      <dgm:prSet presAssocID="{275823A6-DA31-4015-971F-013EA967541C}" presName="parentNode" presStyleLbl="node1" presStyleIdx="1" presStyleCnt="3">
        <dgm:presLayoutVars>
          <dgm:chMax val="0"/>
          <dgm:bulletEnabled val="1"/>
        </dgm:presLayoutVars>
      </dgm:prSet>
      <dgm:spPr/>
      <dgm:t>
        <a:bodyPr/>
        <a:lstStyle/>
        <a:p>
          <a:endParaRPr lang="en-US"/>
        </a:p>
      </dgm:t>
    </dgm:pt>
    <dgm:pt modelId="{7C1FE252-E5CE-40AF-AE08-799A5F741FEE}" type="pres">
      <dgm:prSet presAssocID="{275823A6-DA31-4015-971F-013EA967541C}" presName="childNode" presStyleLbl="node1" presStyleIdx="1" presStyleCnt="3">
        <dgm:presLayoutVars>
          <dgm:bulletEnabled val="1"/>
        </dgm:presLayoutVars>
      </dgm:prSet>
      <dgm:spPr/>
      <dgm:t>
        <a:bodyPr/>
        <a:lstStyle/>
        <a:p>
          <a:endParaRPr lang="en-US"/>
        </a:p>
      </dgm:t>
    </dgm:pt>
    <dgm:pt modelId="{E94DD569-30C2-4DB5-BFE9-2EA1C054A099}" type="pres">
      <dgm:prSet presAssocID="{51902D99-3A7E-49E6-ACF4-64573B002DF3}" presName="hSp" presStyleCnt="0"/>
      <dgm:spPr/>
    </dgm:pt>
    <dgm:pt modelId="{D0762C22-9124-4CFC-9FEF-33DB241A1B75}" type="pres">
      <dgm:prSet presAssocID="{51902D99-3A7E-49E6-ACF4-64573B002DF3}" presName="vProcSp" presStyleCnt="0"/>
      <dgm:spPr/>
    </dgm:pt>
    <dgm:pt modelId="{C8DF72E1-70D1-4214-8DAD-40E18FF824F5}" type="pres">
      <dgm:prSet presAssocID="{51902D99-3A7E-49E6-ACF4-64573B002DF3}" presName="vSp1" presStyleCnt="0"/>
      <dgm:spPr/>
    </dgm:pt>
    <dgm:pt modelId="{BAC8B8B3-49A2-4BE7-B498-654C601FE809}" type="pres">
      <dgm:prSet presAssocID="{51902D99-3A7E-49E6-ACF4-64573B002DF3}" presName="simulatedConn" presStyleLbl="solidFgAcc1" presStyleIdx="1" presStyleCnt="2"/>
      <dgm:spPr/>
    </dgm:pt>
    <dgm:pt modelId="{4A5065A5-7398-4E75-9460-0F7770025FB9}" type="pres">
      <dgm:prSet presAssocID="{51902D99-3A7E-49E6-ACF4-64573B002DF3}" presName="vSp2" presStyleCnt="0"/>
      <dgm:spPr/>
    </dgm:pt>
    <dgm:pt modelId="{2AE61FAA-6DD0-4F7B-8C42-F1DA0A887180}" type="pres">
      <dgm:prSet presAssocID="{51902D99-3A7E-49E6-ACF4-64573B002DF3}" presName="sibTrans" presStyleCnt="0"/>
      <dgm:spPr/>
    </dgm:pt>
    <dgm:pt modelId="{72B73D94-A19D-488F-A34B-978C721C47B4}" type="pres">
      <dgm:prSet presAssocID="{2645AA64-F59A-4567-9741-8E504AE7F8ED}" presName="compositeNode" presStyleCnt="0">
        <dgm:presLayoutVars>
          <dgm:bulletEnabled val="1"/>
        </dgm:presLayoutVars>
      </dgm:prSet>
      <dgm:spPr/>
    </dgm:pt>
    <dgm:pt modelId="{BBE81636-BCDD-48A0-B978-839FA7B950F8}" type="pres">
      <dgm:prSet presAssocID="{2645AA64-F59A-4567-9741-8E504AE7F8ED}" presName="bgRect" presStyleLbl="node1" presStyleIdx="2" presStyleCnt="3"/>
      <dgm:spPr/>
      <dgm:t>
        <a:bodyPr/>
        <a:lstStyle/>
        <a:p>
          <a:endParaRPr lang="en-US"/>
        </a:p>
      </dgm:t>
    </dgm:pt>
    <dgm:pt modelId="{5002EEF7-AB5F-41AC-BBA4-49DC2C142864}" type="pres">
      <dgm:prSet presAssocID="{2645AA64-F59A-4567-9741-8E504AE7F8ED}" presName="parentNode" presStyleLbl="node1" presStyleIdx="2" presStyleCnt="3">
        <dgm:presLayoutVars>
          <dgm:chMax val="0"/>
          <dgm:bulletEnabled val="1"/>
        </dgm:presLayoutVars>
      </dgm:prSet>
      <dgm:spPr/>
      <dgm:t>
        <a:bodyPr/>
        <a:lstStyle/>
        <a:p>
          <a:endParaRPr lang="en-US"/>
        </a:p>
      </dgm:t>
    </dgm:pt>
    <dgm:pt modelId="{4428B23C-049C-4D7B-92D7-DD65A1003E4E}" type="pres">
      <dgm:prSet presAssocID="{2645AA64-F59A-4567-9741-8E504AE7F8ED}" presName="childNode" presStyleLbl="node1" presStyleIdx="2" presStyleCnt="3">
        <dgm:presLayoutVars>
          <dgm:bulletEnabled val="1"/>
        </dgm:presLayoutVars>
      </dgm:prSet>
      <dgm:spPr/>
      <dgm:t>
        <a:bodyPr/>
        <a:lstStyle/>
        <a:p>
          <a:endParaRPr lang="en-US"/>
        </a:p>
      </dgm:t>
    </dgm:pt>
  </dgm:ptLst>
  <dgm:cxnLst>
    <dgm:cxn modelId="{7C7262B7-24DB-4213-B4DB-EFC966CC1B57}" type="presOf" srcId="{275823A6-DA31-4015-971F-013EA967541C}" destId="{CB5EA34A-627A-4C1F-96E3-4088D2A98FDD}" srcOrd="0" destOrd="0" presId="urn:microsoft.com/office/officeart/2005/8/layout/hProcess7"/>
    <dgm:cxn modelId="{B09E5938-AD3D-4EA9-970C-82C6FFA86BE2}" srcId="{E7E09A88-A855-416A-B17D-5608BAB5F968}" destId="{AFF6176D-85DE-40AE-90C6-893C51B32EB3}" srcOrd="0" destOrd="0" parTransId="{8EE3A1E5-0B44-40B7-9B59-F6DA84D9F6A6}" sibTransId="{056A0E8C-03A8-4EA7-806A-DA6A878AA1E7}"/>
    <dgm:cxn modelId="{7D4AA11D-AECE-4F13-83A5-2F30DAC3FCE9}" type="presOf" srcId="{E12051B9-F660-41FB-9BFB-187ECABCD821}" destId="{4413368B-ACCA-469B-9D0E-1FEFC4075FB0}" srcOrd="0" destOrd="0" presId="urn:microsoft.com/office/officeart/2005/8/layout/hProcess7"/>
    <dgm:cxn modelId="{0BE03BD5-FE23-46AA-ADDD-3EB80CE083C8}" type="presOf" srcId="{56D25664-E470-4423-B8A9-9B6E4F3E9501}" destId="{5EE1D2E5-E13B-4FA3-A68E-FA18C8AD1A1A}" srcOrd="0" destOrd="0" presId="urn:microsoft.com/office/officeart/2005/8/layout/hProcess7"/>
    <dgm:cxn modelId="{DB943544-1434-41F2-A05C-EC12D8EBAA82}" type="presOf" srcId="{2645AA64-F59A-4567-9741-8E504AE7F8ED}" destId="{BBE81636-BCDD-48A0-B978-839FA7B950F8}" srcOrd="0" destOrd="0" presId="urn:microsoft.com/office/officeart/2005/8/layout/hProcess7"/>
    <dgm:cxn modelId="{874CAB56-E993-4BA7-B073-DD6F211AB452}" srcId="{E12051B9-F660-41FB-9BFB-187ECABCD821}" destId="{56D25664-E470-4423-B8A9-9B6E4F3E9501}" srcOrd="0" destOrd="0" parTransId="{AE225F17-CB4A-4698-895E-495209A24EDD}" sibTransId="{0513D618-905F-43E6-8DF3-0764A99732D8}"/>
    <dgm:cxn modelId="{161BFFC1-AE7C-498C-83A0-CA1826D78F8F}" type="presOf" srcId="{F754AD28-8B54-47D9-83F1-8D45F35B4A81}" destId="{0F07502A-98A4-4880-9779-27EA2BEB6F02}" srcOrd="0" destOrd="0" presId="urn:microsoft.com/office/officeart/2005/8/layout/hProcess7"/>
    <dgm:cxn modelId="{910979F0-7634-4B80-B15B-DE718853D504}" type="presOf" srcId="{E7E09A88-A855-416A-B17D-5608BAB5F968}" destId="{7C1FE252-E5CE-40AF-AE08-799A5F741FEE}" srcOrd="0" destOrd="0" presId="urn:microsoft.com/office/officeart/2005/8/layout/hProcess7"/>
    <dgm:cxn modelId="{DB884937-1E09-49E0-BABE-97AC4679294D}" srcId="{2645AA64-F59A-4567-9741-8E504AE7F8ED}" destId="{D264B8C8-0C74-4047-BC3D-D328ABB04B07}" srcOrd="0" destOrd="0" parTransId="{EFE8DCE1-CB9B-44C0-BE30-595BF1898A8E}" sibTransId="{E5F6790C-BCA3-4DEC-A52E-7D738F9F57BD}"/>
    <dgm:cxn modelId="{9CD48B93-ABB8-433A-A639-193F0A28CBE5}" srcId="{E12051B9-F660-41FB-9BFB-187ECABCD821}" destId="{2645AA64-F59A-4567-9741-8E504AE7F8ED}" srcOrd="2" destOrd="0" parTransId="{AC7E47B7-C191-494F-A858-138D80EBAA8B}" sibTransId="{8534D89E-94B4-4294-B728-B7172A8E774D}"/>
    <dgm:cxn modelId="{8711CA19-EAD8-4409-B0C5-6BE45B888BBE}" type="presOf" srcId="{56D25664-E470-4423-B8A9-9B6E4F3E9501}" destId="{1F2FC209-C6F9-4BD8-BE18-C50B50281548}" srcOrd="1" destOrd="0" presId="urn:microsoft.com/office/officeart/2005/8/layout/hProcess7"/>
    <dgm:cxn modelId="{DC36F442-0994-4ECD-9BE7-92AA75A7CEB8}" type="presOf" srcId="{2645AA64-F59A-4567-9741-8E504AE7F8ED}" destId="{5002EEF7-AB5F-41AC-BBA4-49DC2C142864}" srcOrd="1" destOrd="0" presId="urn:microsoft.com/office/officeart/2005/8/layout/hProcess7"/>
    <dgm:cxn modelId="{C5F869C1-8FEF-4035-9EC3-FDF0092FF2C9}" srcId="{56D25664-E470-4423-B8A9-9B6E4F3E9501}" destId="{F754AD28-8B54-47D9-83F1-8D45F35B4A81}" srcOrd="0" destOrd="0" parTransId="{26AD8160-5FF5-41BE-AFAF-E29D66F0469B}" sibTransId="{BE9BECBC-F94F-4E2F-BDB2-93E8BAEBEFE7}"/>
    <dgm:cxn modelId="{71495D02-A03D-428D-8DF2-B60DC303D478}" type="presOf" srcId="{275823A6-DA31-4015-971F-013EA967541C}" destId="{752682F3-57CE-4B43-B292-A62B3D508EDD}" srcOrd="1" destOrd="0" presId="urn:microsoft.com/office/officeart/2005/8/layout/hProcess7"/>
    <dgm:cxn modelId="{7437843E-C873-4F0A-B5EA-DE17D4B19CEC}" srcId="{E12051B9-F660-41FB-9BFB-187ECABCD821}" destId="{275823A6-DA31-4015-971F-013EA967541C}" srcOrd="1" destOrd="0" parTransId="{875E5474-64E5-4108-955A-9C4C5981F19E}" sibTransId="{51902D99-3A7E-49E6-ACF4-64573B002DF3}"/>
    <dgm:cxn modelId="{6D0D9BF7-0949-4C08-A1FC-5DD298CE023D}" type="presOf" srcId="{AFF6176D-85DE-40AE-90C6-893C51B32EB3}" destId="{7C1FE252-E5CE-40AF-AE08-799A5F741FEE}" srcOrd="0" destOrd="1" presId="urn:microsoft.com/office/officeart/2005/8/layout/hProcess7"/>
    <dgm:cxn modelId="{955316F3-D59D-4E22-BAC5-4B54F7BE800A}" srcId="{275823A6-DA31-4015-971F-013EA967541C}" destId="{E7E09A88-A855-416A-B17D-5608BAB5F968}" srcOrd="0" destOrd="0" parTransId="{791A9365-62E9-4724-B5DD-36351582D82E}" sibTransId="{C2A5DE0A-7824-4E35-BB27-47DBE8541DB5}"/>
    <dgm:cxn modelId="{FB0031A1-CB53-450E-9938-8DE34F88DDF6}" type="presOf" srcId="{D264B8C8-0C74-4047-BC3D-D328ABB04B07}" destId="{4428B23C-049C-4D7B-92D7-DD65A1003E4E}" srcOrd="0" destOrd="0" presId="urn:microsoft.com/office/officeart/2005/8/layout/hProcess7"/>
    <dgm:cxn modelId="{D0A4F6C3-5C44-4114-A3C7-758CF71C75DE}" type="presParOf" srcId="{4413368B-ACCA-469B-9D0E-1FEFC4075FB0}" destId="{8E1BCC0E-B989-4435-8915-645304C71A64}" srcOrd="0" destOrd="0" presId="urn:microsoft.com/office/officeart/2005/8/layout/hProcess7"/>
    <dgm:cxn modelId="{66B0F826-067B-4F58-B222-3CA5D6197741}" type="presParOf" srcId="{8E1BCC0E-B989-4435-8915-645304C71A64}" destId="{5EE1D2E5-E13B-4FA3-A68E-FA18C8AD1A1A}" srcOrd="0" destOrd="0" presId="urn:microsoft.com/office/officeart/2005/8/layout/hProcess7"/>
    <dgm:cxn modelId="{CFF8C590-B1C2-4D92-AAEA-C19E986EA80C}" type="presParOf" srcId="{8E1BCC0E-B989-4435-8915-645304C71A64}" destId="{1F2FC209-C6F9-4BD8-BE18-C50B50281548}" srcOrd="1" destOrd="0" presId="urn:microsoft.com/office/officeart/2005/8/layout/hProcess7"/>
    <dgm:cxn modelId="{4D96E215-F9EF-47A4-A75A-3CFE3C4B2F43}" type="presParOf" srcId="{8E1BCC0E-B989-4435-8915-645304C71A64}" destId="{0F07502A-98A4-4880-9779-27EA2BEB6F02}" srcOrd="2" destOrd="0" presId="urn:microsoft.com/office/officeart/2005/8/layout/hProcess7"/>
    <dgm:cxn modelId="{49A46686-4E07-4F72-AE7D-437958C5A890}" type="presParOf" srcId="{4413368B-ACCA-469B-9D0E-1FEFC4075FB0}" destId="{13ACBB4E-2F0C-4773-92A7-F091255EA962}" srcOrd="1" destOrd="0" presId="urn:microsoft.com/office/officeart/2005/8/layout/hProcess7"/>
    <dgm:cxn modelId="{A6BBA330-42FA-45D3-AC1E-A599E3E5DD17}" type="presParOf" srcId="{4413368B-ACCA-469B-9D0E-1FEFC4075FB0}" destId="{BAD87237-2D53-4DFC-BA2E-02EC39493885}" srcOrd="2" destOrd="0" presId="urn:microsoft.com/office/officeart/2005/8/layout/hProcess7"/>
    <dgm:cxn modelId="{63635CF1-16B3-49D4-B51E-E9AC2EF23896}" type="presParOf" srcId="{BAD87237-2D53-4DFC-BA2E-02EC39493885}" destId="{221F174E-2568-4C2B-B98A-B21C733FC119}" srcOrd="0" destOrd="0" presId="urn:microsoft.com/office/officeart/2005/8/layout/hProcess7"/>
    <dgm:cxn modelId="{410374FA-B359-41D1-A3C1-0F3FE9264673}" type="presParOf" srcId="{BAD87237-2D53-4DFC-BA2E-02EC39493885}" destId="{45668240-D897-4FC1-8421-6DD785B65040}" srcOrd="1" destOrd="0" presId="urn:microsoft.com/office/officeart/2005/8/layout/hProcess7"/>
    <dgm:cxn modelId="{1048D24C-5A46-4903-A8A0-1FAF4185504E}" type="presParOf" srcId="{BAD87237-2D53-4DFC-BA2E-02EC39493885}" destId="{50ECFA14-9F36-4C35-911C-A780FF037D2C}" srcOrd="2" destOrd="0" presId="urn:microsoft.com/office/officeart/2005/8/layout/hProcess7"/>
    <dgm:cxn modelId="{D5BBF8DB-02C7-4F92-88FF-D21319242409}" type="presParOf" srcId="{4413368B-ACCA-469B-9D0E-1FEFC4075FB0}" destId="{B0CEB5DD-B27E-454F-A39C-A559A187214D}" srcOrd="3" destOrd="0" presId="urn:microsoft.com/office/officeart/2005/8/layout/hProcess7"/>
    <dgm:cxn modelId="{87055DF1-3AA8-4457-AD75-55CFD79AEF25}" type="presParOf" srcId="{4413368B-ACCA-469B-9D0E-1FEFC4075FB0}" destId="{4C92115F-DFB0-4372-AF66-CF11B70A8EFD}" srcOrd="4" destOrd="0" presId="urn:microsoft.com/office/officeart/2005/8/layout/hProcess7"/>
    <dgm:cxn modelId="{176AD792-7FFC-4B35-AC77-36FE0EAA4460}" type="presParOf" srcId="{4C92115F-DFB0-4372-AF66-CF11B70A8EFD}" destId="{CB5EA34A-627A-4C1F-96E3-4088D2A98FDD}" srcOrd="0" destOrd="0" presId="urn:microsoft.com/office/officeart/2005/8/layout/hProcess7"/>
    <dgm:cxn modelId="{B5B5C7AE-0391-49B4-9DF3-BC3DD9C66302}" type="presParOf" srcId="{4C92115F-DFB0-4372-AF66-CF11B70A8EFD}" destId="{752682F3-57CE-4B43-B292-A62B3D508EDD}" srcOrd="1" destOrd="0" presId="urn:microsoft.com/office/officeart/2005/8/layout/hProcess7"/>
    <dgm:cxn modelId="{6305654E-88C0-4A01-9AB4-F25240D76877}" type="presParOf" srcId="{4C92115F-DFB0-4372-AF66-CF11B70A8EFD}" destId="{7C1FE252-E5CE-40AF-AE08-799A5F741FEE}" srcOrd="2" destOrd="0" presId="urn:microsoft.com/office/officeart/2005/8/layout/hProcess7"/>
    <dgm:cxn modelId="{DC609AC2-84E5-4A00-9CCF-40ED49E24FE3}" type="presParOf" srcId="{4413368B-ACCA-469B-9D0E-1FEFC4075FB0}" destId="{E94DD569-30C2-4DB5-BFE9-2EA1C054A099}" srcOrd="5" destOrd="0" presId="urn:microsoft.com/office/officeart/2005/8/layout/hProcess7"/>
    <dgm:cxn modelId="{34A027B1-0710-4AC9-B21C-22ED684D5BA7}" type="presParOf" srcId="{4413368B-ACCA-469B-9D0E-1FEFC4075FB0}" destId="{D0762C22-9124-4CFC-9FEF-33DB241A1B75}" srcOrd="6" destOrd="0" presId="urn:microsoft.com/office/officeart/2005/8/layout/hProcess7"/>
    <dgm:cxn modelId="{67DDEDD3-E465-4B9F-AB92-F64767CF9766}" type="presParOf" srcId="{D0762C22-9124-4CFC-9FEF-33DB241A1B75}" destId="{C8DF72E1-70D1-4214-8DAD-40E18FF824F5}" srcOrd="0" destOrd="0" presId="urn:microsoft.com/office/officeart/2005/8/layout/hProcess7"/>
    <dgm:cxn modelId="{FE1088AD-9C5D-4664-9B28-17829BA7298E}" type="presParOf" srcId="{D0762C22-9124-4CFC-9FEF-33DB241A1B75}" destId="{BAC8B8B3-49A2-4BE7-B498-654C601FE809}" srcOrd="1" destOrd="0" presId="urn:microsoft.com/office/officeart/2005/8/layout/hProcess7"/>
    <dgm:cxn modelId="{A21675BC-8379-4CEE-9961-1C7BFD224F64}" type="presParOf" srcId="{D0762C22-9124-4CFC-9FEF-33DB241A1B75}" destId="{4A5065A5-7398-4E75-9460-0F7770025FB9}" srcOrd="2" destOrd="0" presId="urn:microsoft.com/office/officeart/2005/8/layout/hProcess7"/>
    <dgm:cxn modelId="{80CD6D17-5DB5-4D78-BD44-18FE6372800C}" type="presParOf" srcId="{4413368B-ACCA-469B-9D0E-1FEFC4075FB0}" destId="{2AE61FAA-6DD0-4F7B-8C42-F1DA0A887180}" srcOrd="7" destOrd="0" presId="urn:microsoft.com/office/officeart/2005/8/layout/hProcess7"/>
    <dgm:cxn modelId="{55032731-36AE-43F0-9C0F-D61393DA9CF5}" type="presParOf" srcId="{4413368B-ACCA-469B-9D0E-1FEFC4075FB0}" destId="{72B73D94-A19D-488F-A34B-978C721C47B4}" srcOrd="8" destOrd="0" presId="urn:microsoft.com/office/officeart/2005/8/layout/hProcess7"/>
    <dgm:cxn modelId="{11FF02A6-40B2-4A2C-876A-558C3FCD8856}" type="presParOf" srcId="{72B73D94-A19D-488F-A34B-978C721C47B4}" destId="{BBE81636-BCDD-48A0-B978-839FA7B950F8}" srcOrd="0" destOrd="0" presId="urn:microsoft.com/office/officeart/2005/8/layout/hProcess7"/>
    <dgm:cxn modelId="{54F38E11-7181-4791-B8D2-B707F6C8901D}" type="presParOf" srcId="{72B73D94-A19D-488F-A34B-978C721C47B4}" destId="{5002EEF7-AB5F-41AC-BBA4-49DC2C142864}" srcOrd="1" destOrd="0" presId="urn:microsoft.com/office/officeart/2005/8/layout/hProcess7"/>
    <dgm:cxn modelId="{8C16CA54-C26D-4042-835F-F4DD9AA213BB}" type="presParOf" srcId="{72B73D94-A19D-488F-A34B-978C721C47B4}" destId="{4428B23C-049C-4D7B-92D7-DD65A1003E4E}" srcOrd="2" destOrd="0" presId="urn:microsoft.com/office/officeart/2005/8/layout/hProcess7"/>
  </dgm:cxnLst>
  <dgm:bg/>
  <dgm:whole/>
  <dgm:extLst>
    <a:ext uri="http://schemas.microsoft.com/office/drawing/2008/diagram">
      <dsp:dataModelExt xmlns:dsp="http://schemas.microsoft.com/office/drawing/2008/diagram" relId="rId11" minVer="http://schemas.openxmlformats.org/drawingml/2006/diagram"/>
    </a:ext>
  </dgm:extLst>
</dgm:dataModel>
</file>

<file path=ppt/diagrams/data8.xml><?xml version="1.0" encoding="utf-8"?>
<dgm:dataModel xmlns:dgm="http://schemas.openxmlformats.org/drawingml/2006/diagram" xmlns:a="http://schemas.openxmlformats.org/drawingml/2006/main">
  <dgm:ptLst>
    <dgm:pt modelId="{1D821791-7814-455A-9399-EDDBA6237C3A}" type="doc">
      <dgm:prSet loTypeId="urn:microsoft.com/office/officeart/2005/8/layout/hProcess6" loCatId="process" qsTypeId="urn:microsoft.com/office/officeart/2005/8/quickstyle/3d1" qsCatId="3D" csTypeId="urn:microsoft.com/office/officeart/2005/8/colors/colorful1" csCatId="colorful" phldr="1"/>
      <dgm:spPr/>
      <dgm:t>
        <a:bodyPr/>
        <a:lstStyle/>
        <a:p>
          <a:endParaRPr lang="en-US"/>
        </a:p>
      </dgm:t>
    </dgm:pt>
    <dgm:pt modelId="{D299AA71-1BEF-44A0-AF96-5BEF7421E37A}">
      <dgm:prSet phldrT="[Text]" custT="1"/>
      <dgm:spPr/>
      <dgm:t>
        <a:bodyPr/>
        <a:lstStyle/>
        <a:p>
          <a:r>
            <a:rPr lang="en-US" sz="1800" dirty="0" smtClean="0"/>
            <a:t>Qualitative</a:t>
          </a:r>
          <a:endParaRPr lang="en-US" sz="1800" dirty="0"/>
        </a:p>
      </dgm:t>
    </dgm:pt>
    <dgm:pt modelId="{7473B43F-9657-45AB-95F6-883C898FD0BD}" type="parTrans" cxnId="{635620E7-9896-499B-901B-79342BB036E6}">
      <dgm:prSet/>
      <dgm:spPr/>
      <dgm:t>
        <a:bodyPr/>
        <a:lstStyle/>
        <a:p>
          <a:endParaRPr lang="en-US"/>
        </a:p>
      </dgm:t>
    </dgm:pt>
    <dgm:pt modelId="{34CE16CB-D278-4EDD-9B9E-8516387F3D42}" type="sibTrans" cxnId="{635620E7-9896-499B-901B-79342BB036E6}">
      <dgm:prSet/>
      <dgm:spPr/>
      <dgm:t>
        <a:bodyPr/>
        <a:lstStyle/>
        <a:p>
          <a:endParaRPr lang="en-US"/>
        </a:p>
      </dgm:t>
    </dgm:pt>
    <dgm:pt modelId="{5755E862-5F30-47F4-BE53-0D0D635BC754}">
      <dgm:prSet phldrT="[Text]" custT="1"/>
      <dgm:spPr/>
      <dgm:t>
        <a:bodyPr/>
        <a:lstStyle/>
        <a:p>
          <a:r>
            <a:rPr lang="en-US" sz="1800" dirty="0" smtClean="0"/>
            <a:t>Content Analysis</a:t>
          </a:r>
          <a:endParaRPr lang="en-US" sz="1800" dirty="0"/>
        </a:p>
      </dgm:t>
    </dgm:pt>
    <dgm:pt modelId="{87CB2BA6-54FD-4F34-89FD-1AD541CFAFC8}" type="parTrans" cxnId="{EB0538B6-3D10-43C6-906C-83914CFD5BD0}">
      <dgm:prSet/>
      <dgm:spPr/>
      <dgm:t>
        <a:bodyPr/>
        <a:lstStyle/>
        <a:p>
          <a:endParaRPr lang="en-US"/>
        </a:p>
      </dgm:t>
    </dgm:pt>
    <dgm:pt modelId="{08E4A303-1A13-4BC8-9CEB-5DC28C3306FC}" type="sibTrans" cxnId="{EB0538B6-3D10-43C6-906C-83914CFD5BD0}">
      <dgm:prSet/>
      <dgm:spPr/>
      <dgm:t>
        <a:bodyPr/>
        <a:lstStyle/>
        <a:p>
          <a:endParaRPr lang="en-US"/>
        </a:p>
      </dgm:t>
    </dgm:pt>
    <dgm:pt modelId="{000E87EB-6BC1-4467-8911-3A6D4307DC52}">
      <dgm:prSet phldrT="[Text]" custT="1"/>
      <dgm:spPr/>
      <dgm:t>
        <a:bodyPr/>
        <a:lstStyle/>
        <a:p>
          <a:r>
            <a:rPr lang="en-US" sz="1800" dirty="0" smtClean="0"/>
            <a:t>Quantitative</a:t>
          </a:r>
          <a:endParaRPr lang="en-US" sz="1800" dirty="0"/>
        </a:p>
      </dgm:t>
    </dgm:pt>
    <dgm:pt modelId="{3D21AF0B-E8B7-4657-B29B-FBDA3FC0E89D}" type="parTrans" cxnId="{732D3501-A355-4810-88FA-925004F762BE}">
      <dgm:prSet/>
      <dgm:spPr/>
      <dgm:t>
        <a:bodyPr/>
        <a:lstStyle/>
        <a:p>
          <a:endParaRPr lang="en-US"/>
        </a:p>
      </dgm:t>
    </dgm:pt>
    <dgm:pt modelId="{B2C799AB-29BE-4ECA-B81A-3E5512C86A1C}" type="sibTrans" cxnId="{732D3501-A355-4810-88FA-925004F762BE}">
      <dgm:prSet/>
      <dgm:spPr/>
      <dgm:t>
        <a:bodyPr/>
        <a:lstStyle/>
        <a:p>
          <a:endParaRPr lang="en-US"/>
        </a:p>
      </dgm:t>
    </dgm:pt>
    <dgm:pt modelId="{52206868-3460-4CAE-B5C9-26C67358723C}">
      <dgm:prSet phldrT="[Text]" custT="1"/>
      <dgm:spPr/>
      <dgm:t>
        <a:bodyPr/>
        <a:lstStyle/>
        <a:p>
          <a:r>
            <a:rPr lang="en-US" sz="1800" dirty="0" smtClean="0"/>
            <a:t>Logistic Regression</a:t>
          </a:r>
          <a:endParaRPr lang="en-US" sz="1800" dirty="0"/>
        </a:p>
      </dgm:t>
    </dgm:pt>
    <dgm:pt modelId="{8EC10B5D-B148-4329-A86D-59501BFC6AED}" type="parTrans" cxnId="{C1336D2A-CD91-4133-AAB0-8954078C83A6}">
      <dgm:prSet/>
      <dgm:spPr/>
      <dgm:t>
        <a:bodyPr/>
        <a:lstStyle/>
        <a:p>
          <a:endParaRPr lang="en-US"/>
        </a:p>
      </dgm:t>
    </dgm:pt>
    <dgm:pt modelId="{6341B675-B82A-4528-808E-8EDA2EE89E39}" type="sibTrans" cxnId="{C1336D2A-CD91-4133-AAB0-8954078C83A6}">
      <dgm:prSet/>
      <dgm:spPr/>
      <dgm:t>
        <a:bodyPr/>
        <a:lstStyle/>
        <a:p>
          <a:endParaRPr lang="en-US"/>
        </a:p>
      </dgm:t>
    </dgm:pt>
    <dgm:pt modelId="{4D8913DF-90C6-421D-BEAA-AE7CC581B4C5}">
      <dgm:prSet phldrT="[Text]" custT="1"/>
      <dgm:spPr/>
      <dgm:t>
        <a:bodyPr/>
        <a:lstStyle/>
        <a:p>
          <a:r>
            <a:rPr lang="en-US" sz="1800" dirty="0" smtClean="0"/>
            <a:t>Kendall’s Tau</a:t>
          </a:r>
          <a:endParaRPr lang="en-US" sz="1800" dirty="0"/>
        </a:p>
      </dgm:t>
    </dgm:pt>
    <dgm:pt modelId="{01E798C7-09D2-482C-AAE4-FFDC25C89F87}" type="parTrans" cxnId="{C465E4D7-A2B9-46E1-A7F2-8F34F10E3172}">
      <dgm:prSet/>
      <dgm:spPr/>
      <dgm:t>
        <a:bodyPr/>
        <a:lstStyle/>
        <a:p>
          <a:endParaRPr lang="en-US"/>
        </a:p>
      </dgm:t>
    </dgm:pt>
    <dgm:pt modelId="{89F30734-91AF-4CAB-9E94-35A281FA1286}" type="sibTrans" cxnId="{C465E4D7-A2B9-46E1-A7F2-8F34F10E3172}">
      <dgm:prSet/>
      <dgm:spPr/>
      <dgm:t>
        <a:bodyPr/>
        <a:lstStyle/>
        <a:p>
          <a:endParaRPr lang="en-US"/>
        </a:p>
      </dgm:t>
    </dgm:pt>
    <dgm:pt modelId="{DAD13305-C33C-4D5D-8E70-FA8D16F7D6E7}">
      <dgm:prSet phldrT="[Text]" custT="1"/>
      <dgm:spPr/>
      <dgm:t>
        <a:bodyPr/>
        <a:lstStyle/>
        <a:p>
          <a:r>
            <a:rPr lang="en-US" sz="1800" dirty="0" smtClean="0"/>
            <a:t>Qualitative</a:t>
          </a:r>
          <a:endParaRPr lang="en-US" sz="1800" dirty="0"/>
        </a:p>
      </dgm:t>
    </dgm:pt>
    <dgm:pt modelId="{2BE6657C-AE56-4DEE-9502-EBB164ADFA39}" type="parTrans" cxnId="{80790997-5AB4-4573-8662-5F45CF14CA17}">
      <dgm:prSet/>
      <dgm:spPr/>
      <dgm:t>
        <a:bodyPr/>
        <a:lstStyle/>
        <a:p>
          <a:endParaRPr lang="en-US"/>
        </a:p>
      </dgm:t>
    </dgm:pt>
    <dgm:pt modelId="{ADA9DA94-4CB0-48DD-80F8-3E92EE72D204}" type="sibTrans" cxnId="{80790997-5AB4-4573-8662-5F45CF14CA17}">
      <dgm:prSet/>
      <dgm:spPr/>
      <dgm:t>
        <a:bodyPr/>
        <a:lstStyle/>
        <a:p>
          <a:endParaRPr lang="en-US"/>
        </a:p>
      </dgm:t>
    </dgm:pt>
    <dgm:pt modelId="{27E0F1EB-E191-4957-A96C-74E644B233D2}">
      <dgm:prSet phldrT="[Text]" custT="1"/>
      <dgm:spPr/>
      <dgm:t>
        <a:bodyPr/>
        <a:lstStyle/>
        <a:p>
          <a:r>
            <a:rPr lang="en-US" sz="1800" dirty="0" smtClean="0"/>
            <a:t>PPA</a:t>
          </a:r>
          <a:endParaRPr lang="en-US" sz="1800" dirty="0"/>
        </a:p>
      </dgm:t>
    </dgm:pt>
    <dgm:pt modelId="{060AD8E2-FB38-4136-87CF-9997C41B9785}" type="parTrans" cxnId="{362BDEBC-B5FE-4F3A-993A-4856B29172C3}">
      <dgm:prSet/>
      <dgm:spPr/>
      <dgm:t>
        <a:bodyPr/>
        <a:lstStyle/>
        <a:p>
          <a:endParaRPr lang="en-US"/>
        </a:p>
      </dgm:t>
    </dgm:pt>
    <dgm:pt modelId="{E9D2AB2E-23B4-4871-B87D-9DAF9AC1EBCD}" type="sibTrans" cxnId="{362BDEBC-B5FE-4F3A-993A-4856B29172C3}">
      <dgm:prSet/>
      <dgm:spPr/>
      <dgm:t>
        <a:bodyPr/>
        <a:lstStyle/>
        <a:p>
          <a:endParaRPr lang="en-US"/>
        </a:p>
      </dgm:t>
    </dgm:pt>
    <dgm:pt modelId="{EECED6DC-7595-4B84-BF9E-4F3A80443BF1}">
      <dgm:prSet phldrT="[Text]" custT="1"/>
      <dgm:spPr/>
      <dgm:t>
        <a:bodyPr/>
        <a:lstStyle/>
        <a:p>
          <a:r>
            <a:rPr lang="en-US" sz="1800" dirty="0" smtClean="0"/>
            <a:t>Delphi Technique</a:t>
          </a:r>
          <a:endParaRPr lang="en-US" sz="1800" dirty="0"/>
        </a:p>
      </dgm:t>
    </dgm:pt>
    <dgm:pt modelId="{D9A4142C-920B-4638-BD88-2B5B989E713A}" type="parTrans" cxnId="{C3D4BBCC-8D08-4B5F-84C2-4CE7664D711F}">
      <dgm:prSet/>
      <dgm:spPr/>
      <dgm:t>
        <a:bodyPr/>
        <a:lstStyle/>
        <a:p>
          <a:endParaRPr lang="en-US"/>
        </a:p>
      </dgm:t>
    </dgm:pt>
    <dgm:pt modelId="{B5DB54B2-2209-4C5C-8EC9-188180D016F7}" type="sibTrans" cxnId="{C3D4BBCC-8D08-4B5F-84C2-4CE7664D711F}">
      <dgm:prSet/>
      <dgm:spPr/>
      <dgm:t>
        <a:bodyPr/>
        <a:lstStyle/>
        <a:p>
          <a:endParaRPr lang="en-US"/>
        </a:p>
      </dgm:t>
    </dgm:pt>
    <dgm:pt modelId="{F6C3F25A-41C4-4A47-9E66-774E1516154B}">
      <dgm:prSet phldrT="[Text]" custT="1"/>
      <dgm:spPr/>
      <dgm:t>
        <a:bodyPr/>
        <a:lstStyle/>
        <a:p>
          <a:r>
            <a:rPr lang="en-US" sz="1800" dirty="0" smtClean="0"/>
            <a:t>Logic Model</a:t>
          </a:r>
          <a:endParaRPr lang="en-US" sz="1800" dirty="0"/>
        </a:p>
      </dgm:t>
    </dgm:pt>
    <dgm:pt modelId="{43B2CA58-0A31-4CC4-A311-9DEE4460CA23}" type="parTrans" cxnId="{FA71FCB1-B573-4FB5-B3B6-57D3F32E4D1F}">
      <dgm:prSet/>
      <dgm:spPr/>
      <dgm:t>
        <a:bodyPr/>
        <a:lstStyle/>
        <a:p>
          <a:endParaRPr lang="en-US"/>
        </a:p>
      </dgm:t>
    </dgm:pt>
    <dgm:pt modelId="{A1974F1B-6B2B-4DA2-A7C4-A54C625FE935}" type="sibTrans" cxnId="{FA71FCB1-B573-4FB5-B3B6-57D3F32E4D1F}">
      <dgm:prSet/>
      <dgm:spPr/>
      <dgm:t>
        <a:bodyPr/>
        <a:lstStyle/>
        <a:p>
          <a:endParaRPr lang="en-US"/>
        </a:p>
      </dgm:t>
    </dgm:pt>
    <dgm:pt modelId="{712DED06-2F47-4A50-B22C-7F91F1296605}" type="pres">
      <dgm:prSet presAssocID="{1D821791-7814-455A-9399-EDDBA6237C3A}" presName="theList" presStyleCnt="0">
        <dgm:presLayoutVars>
          <dgm:dir/>
          <dgm:animLvl val="lvl"/>
          <dgm:resizeHandles val="exact"/>
        </dgm:presLayoutVars>
      </dgm:prSet>
      <dgm:spPr/>
      <dgm:t>
        <a:bodyPr/>
        <a:lstStyle/>
        <a:p>
          <a:endParaRPr lang="en-US"/>
        </a:p>
      </dgm:t>
    </dgm:pt>
    <dgm:pt modelId="{C0944675-5977-4151-89A2-6E985505641A}" type="pres">
      <dgm:prSet presAssocID="{000E87EB-6BC1-4467-8911-3A6D4307DC52}" presName="compNode" presStyleCnt="0"/>
      <dgm:spPr/>
    </dgm:pt>
    <dgm:pt modelId="{943BE74F-1EDA-4FD9-9D78-4015F7B7F494}" type="pres">
      <dgm:prSet presAssocID="{000E87EB-6BC1-4467-8911-3A6D4307DC52}" presName="noGeometry" presStyleCnt="0"/>
      <dgm:spPr/>
    </dgm:pt>
    <dgm:pt modelId="{CF065CDD-DFD7-4D33-9DBE-0AD4241E5EB9}" type="pres">
      <dgm:prSet presAssocID="{000E87EB-6BC1-4467-8911-3A6D4307DC52}" presName="childTextVisible" presStyleLbl="bgAccFollowNode1" presStyleIdx="0" presStyleCnt="3" custScaleX="146100" custLinFactNeighborX="38189" custLinFactNeighborY="98382">
        <dgm:presLayoutVars>
          <dgm:bulletEnabled val="1"/>
        </dgm:presLayoutVars>
      </dgm:prSet>
      <dgm:spPr/>
      <dgm:t>
        <a:bodyPr/>
        <a:lstStyle/>
        <a:p>
          <a:endParaRPr lang="en-US"/>
        </a:p>
      </dgm:t>
    </dgm:pt>
    <dgm:pt modelId="{49908BEB-6F47-45A2-8B4B-490BBC29E29A}" type="pres">
      <dgm:prSet presAssocID="{000E87EB-6BC1-4467-8911-3A6D4307DC52}" presName="childTextHidden" presStyleLbl="bgAccFollowNode1" presStyleIdx="0" presStyleCnt="3"/>
      <dgm:spPr/>
      <dgm:t>
        <a:bodyPr/>
        <a:lstStyle/>
        <a:p>
          <a:endParaRPr lang="en-US"/>
        </a:p>
      </dgm:t>
    </dgm:pt>
    <dgm:pt modelId="{088E468E-E6DE-4F0F-A86F-AFEFEA680604}" type="pres">
      <dgm:prSet presAssocID="{000E87EB-6BC1-4467-8911-3A6D4307DC52}" presName="parentText" presStyleLbl="node1" presStyleIdx="0" presStyleCnt="3" custScaleX="211352" custScaleY="211352" custLinFactY="72152" custLinFactNeighborX="-147" custLinFactNeighborY="100000">
        <dgm:presLayoutVars>
          <dgm:chMax val="1"/>
          <dgm:bulletEnabled val="1"/>
        </dgm:presLayoutVars>
      </dgm:prSet>
      <dgm:spPr/>
      <dgm:t>
        <a:bodyPr/>
        <a:lstStyle/>
        <a:p>
          <a:endParaRPr lang="en-US"/>
        </a:p>
      </dgm:t>
    </dgm:pt>
    <dgm:pt modelId="{EE72B062-F5FF-487A-93EE-75AEE915B1B4}" type="pres">
      <dgm:prSet presAssocID="{000E87EB-6BC1-4467-8911-3A6D4307DC52}" presName="aSpace" presStyleCnt="0"/>
      <dgm:spPr/>
    </dgm:pt>
    <dgm:pt modelId="{80B7E9A7-6843-447F-8AA5-519F4C5B44D1}" type="pres">
      <dgm:prSet presAssocID="{D299AA71-1BEF-44A0-AF96-5BEF7421E37A}" presName="compNode" presStyleCnt="0"/>
      <dgm:spPr/>
    </dgm:pt>
    <dgm:pt modelId="{1DCB60A7-274A-480C-A23B-AC5D76C24606}" type="pres">
      <dgm:prSet presAssocID="{D299AA71-1BEF-44A0-AF96-5BEF7421E37A}" presName="noGeometry" presStyleCnt="0"/>
      <dgm:spPr/>
    </dgm:pt>
    <dgm:pt modelId="{C7B07B6A-2913-4481-A94E-4F0876271F1C}" type="pres">
      <dgm:prSet presAssocID="{D299AA71-1BEF-44A0-AF96-5BEF7421E37A}" presName="childTextVisible" presStyleLbl="bgAccFollowNode1" presStyleIdx="1" presStyleCnt="3" custScaleX="140644" custLinFactNeighborX="12381" custLinFactNeighborY="-1675">
        <dgm:presLayoutVars>
          <dgm:bulletEnabled val="1"/>
        </dgm:presLayoutVars>
      </dgm:prSet>
      <dgm:spPr/>
      <dgm:t>
        <a:bodyPr/>
        <a:lstStyle/>
        <a:p>
          <a:endParaRPr lang="en-US"/>
        </a:p>
      </dgm:t>
    </dgm:pt>
    <dgm:pt modelId="{661E9B89-062D-4CF5-BDE6-95F3A25DA3F7}" type="pres">
      <dgm:prSet presAssocID="{D299AA71-1BEF-44A0-AF96-5BEF7421E37A}" presName="childTextHidden" presStyleLbl="bgAccFollowNode1" presStyleIdx="1" presStyleCnt="3"/>
      <dgm:spPr/>
      <dgm:t>
        <a:bodyPr/>
        <a:lstStyle/>
        <a:p>
          <a:endParaRPr lang="en-US"/>
        </a:p>
      </dgm:t>
    </dgm:pt>
    <dgm:pt modelId="{3A448A58-6617-48D2-9581-3D27DDBA145C}" type="pres">
      <dgm:prSet presAssocID="{D299AA71-1BEF-44A0-AF96-5BEF7421E37A}" presName="parentText" presStyleLbl="node1" presStyleIdx="1" presStyleCnt="3" custScaleX="211352" custScaleY="211352" custLinFactNeighborX="-56979" custLinFactNeighborY="-3118">
        <dgm:presLayoutVars>
          <dgm:chMax val="1"/>
          <dgm:bulletEnabled val="1"/>
        </dgm:presLayoutVars>
      </dgm:prSet>
      <dgm:spPr/>
      <dgm:t>
        <a:bodyPr/>
        <a:lstStyle/>
        <a:p>
          <a:endParaRPr lang="en-US"/>
        </a:p>
      </dgm:t>
    </dgm:pt>
    <dgm:pt modelId="{887BAB45-CEC3-4219-A10C-C5F59E915AEB}" type="pres">
      <dgm:prSet presAssocID="{D299AA71-1BEF-44A0-AF96-5BEF7421E37A}" presName="aSpace" presStyleCnt="0"/>
      <dgm:spPr/>
    </dgm:pt>
    <dgm:pt modelId="{3CFA8F38-D795-4145-8454-76B04FF505EF}" type="pres">
      <dgm:prSet presAssocID="{DAD13305-C33C-4D5D-8E70-FA8D16F7D6E7}" presName="compNode" presStyleCnt="0"/>
      <dgm:spPr/>
    </dgm:pt>
    <dgm:pt modelId="{7ED1D09B-3D6E-429F-B238-55746FCC46D5}" type="pres">
      <dgm:prSet presAssocID="{DAD13305-C33C-4D5D-8E70-FA8D16F7D6E7}" presName="noGeometry" presStyleCnt="0"/>
      <dgm:spPr/>
    </dgm:pt>
    <dgm:pt modelId="{762703CE-4815-4B8A-B298-2820EF25E80C}" type="pres">
      <dgm:prSet presAssocID="{DAD13305-C33C-4D5D-8E70-FA8D16F7D6E7}" presName="childTextVisible" presStyleLbl="bgAccFollowNode1" presStyleIdx="2" presStyleCnt="3" custScaleX="139914" custLinFactNeighborX="-6500" custLinFactNeighborY="-90440">
        <dgm:presLayoutVars>
          <dgm:bulletEnabled val="1"/>
        </dgm:presLayoutVars>
      </dgm:prSet>
      <dgm:spPr/>
      <dgm:t>
        <a:bodyPr/>
        <a:lstStyle/>
        <a:p>
          <a:endParaRPr lang="en-US"/>
        </a:p>
      </dgm:t>
    </dgm:pt>
    <dgm:pt modelId="{4AC6C886-7EF8-4E51-BFD3-EFBDE5FE3CF4}" type="pres">
      <dgm:prSet presAssocID="{DAD13305-C33C-4D5D-8E70-FA8D16F7D6E7}" presName="childTextHidden" presStyleLbl="bgAccFollowNode1" presStyleIdx="2" presStyleCnt="3"/>
      <dgm:spPr/>
      <dgm:t>
        <a:bodyPr/>
        <a:lstStyle/>
        <a:p>
          <a:endParaRPr lang="en-US"/>
        </a:p>
      </dgm:t>
    </dgm:pt>
    <dgm:pt modelId="{9DB06BE9-448D-4829-BF41-0662BB4070BC}" type="pres">
      <dgm:prSet presAssocID="{DAD13305-C33C-4D5D-8E70-FA8D16F7D6E7}" presName="parentText" presStyleLbl="node1" presStyleIdx="2" presStyleCnt="3" custScaleX="211352" custScaleY="211352" custLinFactY="-58032" custLinFactNeighborX="-87687" custLinFactNeighborY="-100000">
        <dgm:presLayoutVars>
          <dgm:chMax val="1"/>
          <dgm:bulletEnabled val="1"/>
        </dgm:presLayoutVars>
      </dgm:prSet>
      <dgm:spPr/>
      <dgm:t>
        <a:bodyPr/>
        <a:lstStyle/>
        <a:p>
          <a:endParaRPr lang="en-US"/>
        </a:p>
      </dgm:t>
    </dgm:pt>
  </dgm:ptLst>
  <dgm:cxnLst>
    <dgm:cxn modelId="{732D3501-A355-4810-88FA-925004F762BE}" srcId="{1D821791-7814-455A-9399-EDDBA6237C3A}" destId="{000E87EB-6BC1-4467-8911-3A6D4307DC52}" srcOrd="0" destOrd="0" parTransId="{3D21AF0B-E8B7-4657-B29B-FBDA3FC0E89D}" sibTransId="{B2C799AB-29BE-4ECA-B81A-3E5512C86A1C}"/>
    <dgm:cxn modelId="{635620E7-9896-499B-901B-79342BB036E6}" srcId="{1D821791-7814-455A-9399-EDDBA6237C3A}" destId="{D299AA71-1BEF-44A0-AF96-5BEF7421E37A}" srcOrd="1" destOrd="0" parTransId="{7473B43F-9657-45AB-95F6-883C898FD0BD}" sibTransId="{34CE16CB-D278-4EDD-9B9E-8516387F3D42}"/>
    <dgm:cxn modelId="{8B7AF42C-D02F-468C-8259-9CAC7295960F}" type="presOf" srcId="{1D821791-7814-455A-9399-EDDBA6237C3A}" destId="{712DED06-2F47-4A50-B22C-7F91F1296605}" srcOrd="0" destOrd="0" presId="urn:microsoft.com/office/officeart/2005/8/layout/hProcess6"/>
    <dgm:cxn modelId="{80F91D52-A990-4ECB-90BB-072C2B363C71}" type="presOf" srcId="{F6C3F25A-41C4-4A47-9E66-774E1516154B}" destId="{661E9B89-062D-4CF5-BDE6-95F3A25DA3F7}" srcOrd="1" destOrd="1" presId="urn:microsoft.com/office/officeart/2005/8/layout/hProcess6"/>
    <dgm:cxn modelId="{7900884B-0AC8-4563-BA2C-F39060D32381}" type="presOf" srcId="{27E0F1EB-E191-4957-A96C-74E644B233D2}" destId="{762703CE-4815-4B8A-B298-2820EF25E80C}" srcOrd="0" destOrd="0" presId="urn:microsoft.com/office/officeart/2005/8/layout/hProcess6"/>
    <dgm:cxn modelId="{C390CBEA-B38B-4046-B479-47164BDB2387}" type="presOf" srcId="{EECED6DC-7595-4B84-BF9E-4F3A80443BF1}" destId="{4AC6C886-7EF8-4E51-BFD3-EFBDE5FE3CF4}" srcOrd="1" destOrd="1" presId="urn:microsoft.com/office/officeart/2005/8/layout/hProcess6"/>
    <dgm:cxn modelId="{80790997-5AB4-4573-8662-5F45CF14CA17}" srcId="{1D821791-7814-455A-9399-EDDBA6237C3A}" destId="{DAD13305-C33C-4D5D-8E70-FA8D16F7D6E7}" srcOrd="2" destOrd="0" parTransId="{2BE6657C-AE56-4DEE-9502-EBB164ADFA39}" sibTransId="{ADA9DA94-4CB0-48DD-80F8-3E92EE72D204}"/>
    <dgm:cxn modelId="{ED1AFEC0-0858-44B2-91D2-88C6166BA726}" type="presOf" srcId="{52206868-3460-4CAE-B5C9-26C67358723C}" destId="{49908BEB-6F47-45A2-8B4B-490BBC29E29A}" srcOrd="1" destOrd="0" presId="urn:microsoft.com/office/officeart/2005/8/layout/hProcess6"/>
    <dgm:cxn modelId="{88007F95-EF4F-44B4-BE7F-0A56BD816FFC}" type="presOf" srcId="{27E0F1EB-E191-4957-A96C-74E644B233D2}" destId="{4AC6C886-7EF8-4E51-BFD3-EFBDE5FE3CF4}" srcOrd="1" destOrd="0" presId="urn:microsoft.com/office/officeart/2005/8/layout/hProcess6"/>
    <dgm:cxn modelId="{CA3902FC-7CC5-4AEE-B3C3-AA06AC8EBD00}" type="presOf" srcId="{5755E862-5F30-47F4-BE53-0D0D635BC754}" destId="{661E9B89-062D-4CF5-BDE6-95F3A25DA3F7}" srcOrd="1" destOrd="0" presId="urn:microsoft.com/office/officeart/2005/8/layout/hProcess6"/>
    <dgm:cxn modelId="{4064ADA8-3B30-423D-A597-ADDCB3FF0288}" type="presOf" srcId="{000E87EB-6BC1-4467-8911-3A6D4307DC52}" destId="{088E468E-E6DE-4F0F-A86F-AFEFEA680604}" srcOrd="0" destOrd="0" presId="urn:microsoft.com/office/officeart/2005/8/layout/hProcess6"/>
    <dgm:cxn modelId="{C465E4D7-A2B9-46E1-A7F2-8F34F10E3172}" srcId="{000E87EB-6BC1-4467-8911-3A6D4307DC52}" destId="{4D8913DF-90C6-421D-BEAA-AE7CC581B4C5}" srcOrd="1" destOrd="0" parTransId="{01E798C7-09D2-482C-AAE4-FFDC25C89F87}" sibTransId="{89F30734-91AF-4CAB-9E94-35A281FA1286}"/>
    <dgm:cxn modelId="{FB2F7463-3294-4EE1-9311-73BCBB21ED0A}" type="presOf" srcId="{5755E862-5F30-47F4-BE53-0D0D635BC754}" destId="{C7B07B6A-2913-4481-A94E-4F0876271F1C}" srcOrd="0" destOrd="0" presId="urn:microsoft.com/office/officeart/2005/8/layout/hProcess6"/>
    <dgm:cxn modelId="{EB4FC363-D95D-4D05-BF9A-8EDD91F98E01}" type="presOf" srcId="{52206868-3460-4CAE-B5C9-26C67358723C}" destId="{CF065CDD-DFD7-4D33-9DBE-0AD4241E5EB9}" srcOrd="0" destOrd="0" presId="urn:microsoft.com/office/officeart/2005/8/layout/hProcess6"/>
    <dgm:cxn modelId="{6197A7CE-367B-4E60-AE38-2C1A0C287CAE}" type="presOf" srcId="{F6C3F25A-41C4-4A47-9E66-774E1516154B}" destId="{C7B07B6A-2913-4481-A94E-4F0876271F1C}" srcOrd="0" destOrd="1" presId="urn:microsoft.com/office/officeart/2005/8/layout/hProcess6"/>
    <dgm:cxn modelId="{C1336D2A-CD91-4133-AAB0-8954078C83A6}" srcId="{000E87EB-6BC1-4467-8911-3A6D4307DC52}" destId="{52206868-3460-4CAE-B5C9-26C67358723C}" srcOrd="0" destOrd="0" parTransId="{8EC10B5D-B148-4329-A86D-59501BFC6AED}" sibTransId="{6341B675-B82A-4528-808E-8EDA2EE89E39}"/>
    <dgm:cxn modelId="{362BDEBC-B5FE-4F3A-993A-4856B29172C3}" srcId="{DAD13305-C33C-4D5D-8E70-FA8D16F7D6E7}" destId="{27E0F1EB-E191-4957-A96C-74E644B233D2}" srcOrd="0" destOrd="0" parTransId="{060AD8E2-FB38-4136-87CF-9997C41B9785}" sibTransId="{E9D2AB2E-23B4-4871-B87D-9DAF9AC1EBCD}"/>
    <dgm:cxn modelId="{FA0CA7A2-FAB4-4C7D-A76B-1C39674AAF9A}" type="presOf" srcId="{4D8913DF-90C6-421D-BEAA-AE7CC581B4C5}" destId="{49908BEB-6F47-45A2-8B4B-490BBC29E29A}" srcOrd="1" destOrd="1" presId="urn:microsoft.com/office/officeart/2005/8/layout/hProcess6"/>
    <dgm:cxn modelId="{C3D4BBCC-8D08-4B5F-84C2-4CE7664D711F}" srcId="{DAD13305-C33C-4D5D-8E70-FA8D16F7D6E7}" destId="{EECED6DC-7595-4B84-BF9E-4F3A80443BF1}" srcOrd="1" destOrd="0" parTransId="{D9A4142C-920B-4638-BD88-2B5B989E713A}" sibTransId="{B5DB54B2-2209-4C5C-8EC9-188180D016F7}"/>
    <dgm:cxn modelId="{CA049A63-684E-4D92-BF5C-DFDDC4D5F6CA}" type="presOf" srcId="{4D8913DF-90C6-421D-BEAA-AE7CC581B4C5}" destId="{CF065CDD-DFD7-4D33-9DBE-0AD4241E5EB9}" srcOrd="0" destOrd="1" presId="urn:microsoft.com/office/officeart/2005/8/layout/hProcess6"/>
    <dgm:cxn modelId="{47148100-F144-4A16-BF84-99685FD4970F}" type="presOf" srcId="{DAD13305-C33C-4D5D-8E70-FA8D16F7D6E7}" destId="{9DB06BE9-448D-4829-BF41-0662BB4070BC}" srcOrd="0" destOrd="0" presId="urn:microsoft.com/office/officeart/2005/8/layout/hProcess6"/>
    <dgm:cxn modelId="{E74581C3-68ED-412F-9956-AF6531062EFC}" type="presOf" srcId="{D299AA71-1BEF-44A0-AF96-5BEF7421E37A}" destId="{3A448A58-6617-48D2-9581-3D27DDBA145C}" srcOrd="0" destOrd="0" presId="urn:microsoft.com/office/officeart/2005/8/layout/hProcess6"/>
    <dgm:cxn modelId="{FA71FCB1-B573-4FB5-B3B6-57D3F32E4D1F}" srcId="{D299AA71-1BEF-44A0-AF96-5BEF7421E37A}" destId="{F6C3F25A-41C4-4A47-9E66-774E1516154B}" srcOrd="1" destOrd="0" parTransId="{43B2CA58-0A31-4CC4-A311-9DEE4460CA23}" sibTransId="{A1974F1B-6B2B-4DA2-A7C4-A54C625FE935}"/>
    <dgm:cxn modelId="{F620DB35-B0F2-47D2-B395-7F1AB80C23E3}" type="presOf" srcId="{EECED6DC-7595-4B84-BF9E-4F3A80443BF1}" destId="{762703CE-4815-4B8A-B298-2820EF25E80C}" srcOrd="0" destOrd="1" presId="urn:microsoft.com/office/officeart/2005/8/layout/hProcess6"/>
    <dgm:cxn modelId="{EB0538B6-3D10-43C6-906C-83914CFD5BD0}" srcId="{D299AA71-1BEF-44A0-AF96-5BEF7421E37A}" destId="{5755E862-5F30-47F4-BE53-0D0D635BC754}" srcOrd="0" destOrd="0" parTransId="{87CB2BA6-54FD-4F34-89FD-1AD541CFAFC8}" sibTransId="{08E4A303-1A13-4BC8-9CEB-5DC28C3306FC}"/>
    <dgm:cxn modelId="{B7142DF6-5CFE-41A2-9D2F-F619F1659729}" type="presParOf" srcId="{712DED06-2F47-4A50-B22C-7F91F1296605}" destId="{C0944675-5977-4151-89A2-6E985505641A}" srcOrd="0" destOrd="0" presId="urn:microsoft.com/office/officeart/2005/8/layout/hProcess6"/>
    <dgm:cxn modelId="{85BE9FBC-B93F-49CD-A5D7-DBA9C5210EF5}" type="presParOf" srcId="{C0944675-5977-4151-89A2-6E985505641A}" destId="{943BE74F-1EDA-4FD9-9D78-4015F7B7F494}" srcOrd="0" destOrd="0" presId="urn:microsoft.com/office/officeart/2005/8/layout/hProcess6"/>
    <dgm:cxn modelId="{275D8FB8-C565-4FF7-9271-E67479019501}" type="presParOf" srcId="{C0944675-5977-4151-89A2-6E985505641A}" destId="{CF065CDD-DFD7-4D33-9DBE-0AD4241E5EB9}" srcOrd="1" destOrd="0" presId="urn:microsoft.com/office/officeart/2005/8/layout/hProcess6"/>
    <dgm:cxn modelId="{44872D1A-1619-454B-B63B-AD5EB18E1B2C}" type="presParOf" srcId="{C0944675-5977-4151-89A2-6E985505641A}" destId="{49908BEB-6F47-45A2-8B4B-490BBC29E29A}" srcOrd="2" destOrd="0" presId="urn:microsoft.com/office/officeart/2005/8/layout/hProcess6"/>
    <dgm:cxn modelId="{B906945A-66B7-49CF-A60F-B76A5EB30E93}" type="presParOf" srcId="{C0944675-5977-4151-89A2-6E985505641A}" destId="{088E468E-E6DE-4F0F-A86F-AFEFEA680604}" srcOrd="3" destOrd="0" presId="urn:microsoft.com/office/officeart/2005/8/layout/hProcess6"/>
    <dgm:cxn modelId="{709F6781-3099-458B-8381-A2F292FE9C53}" type="presParOf" srcId="{712DED06-2F47-4A50-B22C-7F91F1296605}" destId="{EE72B062-F5FF-487A-93EE-75AEE915B1B4}" srcOrd="1" destOrd="0" presId="urn:microsoft.com/office/officeart/2005/8/layout/hProcess6"/>
    <dgm:cxn modelId="{4BF34073-65AA-40D6-A968-E8892FBDCFB9}" type="presParOf" srcId="{712DED06-2F47-4A50-B22C-7F91F1296605}" destId="{80B7E9A7-6843-447F-8AA5-519F4C5B44D1}" srcOrd="2" destOrd="0" presId="urn:microsoft.com/office/officeart/2005/8/layout/hProcess6"/>
    <dgm:cxn modelId="{F0127907-A07A-4258-9A71-5860949A4996}" type="presParOf" srcId="{80B7E9A7-6843-447F-8AA5-519F4C5B44D1}" destId="{1DCB60A7-274A-480C-A23B-AC5D76C24606}" srcOrd="0" destOrd="0" presId="urn:microsoft.com/office/officeart/2005/8/layout/hProcess6"/>
    <dgm:cxn modelId="{75D474BB-0798-4B6C-870E-62B345194280}" type="presParOf" srcId="{80B7E9A7-6843-447F-8AA5-519F4C5B44D1}" destId="{C7B07B6A-2913-4481-A94E-4F0876271F1C}" srcOrd="1" destOrd="0" presId="urn:microsoft.com/office/officeart/2005/8/layout/hProcess6"/>
    <dgm:cxn modelId="{2E24EFC7-0739-4F57-9C1A-24B05CCE4ED9}" type="presParOf" srcId="{80B7E9A7-6843-447F-8AA5-519F4C5B44D1}" destId="{661E9B89-062D-4CF5-BDE6-95F3A25DA3F7}" srcOrd="2" destOrd="0" presId="urn:microsoft.com/office/officeart/2005/8/layout/hProcess6"/>
    <dgm:cxn modelId="{F780A4A8-4BAA-48B6-A616-B966547C8561}" type="presParOf" srcId="{80B7E9A7-6843-447F-8AA5-519F4C5B44D1}" destId="{3A448A58-6617-48D2-9581-3D27DDBA145C}" srcOrd="3" destOrd="0" presId="urn:microsoft.com/office/officeart/2005/8/layout/hProcess6"/>
    <dgm:cxn modelId="{37083513-CB4F-4E6B-9EA4-0787B5AD879D}" type="presParOf" srcId="{712DED06-2F47-4A50-B22C-7F91F1296605}" destId="{887BAB45-CEC3-4219-A10C-C5F59E915AEB}" srcOrd="3" destOrd="0" presId="urn:microsoft.com/office/officeart/2005/8/layout/hProcess6"/>
    <dgm:cxn modelId="{78C7CE48-56C3-45F1-A7FD-476A3AF0F83A}" type="presParOf" srcId="{712DED06-2F47-4A50-B22C-7F91F1296605}" destId="{3CFA8F38-D795-4145-8454-76B04FF505EF}" srcOrd="4" destOrd="0" presId="urn:microsoft.com/office/officeart/2005/8/layout/hProcess6"/>
    <dgm:cxn modelId="{657C6B23-89CF-4012-BAD2-AB05E1635791}" type="presParOf" srcId="{3CFA8F38-D795-4145-8454-76B04FF505EF}" destId="{7ED1D09B-3D6E-429F-B238-55746FCC46D5}" srcOrd="0" destOrd="0" presId="urn:microsoft.com/office/officeart/2005/8/layout/hProcess6"/>
    <dgm:cxn modelId="{C76DE5FB-2D35-4EF9-96E3-7610E2BE8B94}" type="presParOf" srcId="{3CFA8F38-D795-4145-8454-76B04FF505EF}" destId="{762703CE-4815-4B8A-B298-2820EF25E80C}" srcOrd="1" destOrd="0" presId="urn:microsoft.com/office/officeart/2005/8/layout/hProcess6"/>
    <dgm:cxn modelId="{03514294-B549-42EC-BB63-35FD77351312}" type="presParOf" srcId="{3CFA8F38-D795-4145-8454-76B04FF505EF}" destId="{4AC6C886-7EF8-4E51-BFD3-EFBDE5FE3CF4}" srcOrd="2" destOrd="0" presId="urn:microsoft.com/office/officeart/2005/8/layout/hProcess6"/>
    <dgm:cxn modelId="{F5698381-7818-4B81-96DD-44891F4A56B4}" type="presParOf" srcId="{3CFA8F38-D795-4145-8454-76B04FF505EF}" destId="{9DB06BE9-448D-4829-BF41-0662BB4070BC}" srcOrd="3" destOrd="0" presId="urn:microsoft.com/office/officeart/2005/8/layout/hProcess6"/>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9.xml><?xml version="1.0" encoding="utf-8"?>
<dgm:dataModel xmlns:dgm="http://schemas.openxmlformats.org/drawingml/2006/diagram" xmlns:a="http://schemas.openxmlformats.org/drawingml/2006/main">
  <dgm:ptLst>
    <dgm:pt modelId="{E12051B9-F660-41FB-9BFB-187ECABCD821}" type="doc">
      <dgm:prSet loTypeId="urn:microsoft.com/office/officeart/2005/8/layout/hProcess7" loCatId="list" qsTypeId="urn:microsoft.com/office/officeart/2005/8/quickstyle/simple1" qsCatId="simple" csTypeId="urn:microsoft.com/office/officeart/2005/8/colors/colorful1" csCatId="colorful" phldr="1"/>
      <dgm:spPr/>
      <dgm:t>
        <a:bodyPr/>
        <a:lstStyle/>
        <a:p>
          <a:endParaRPr lang="en-US"/>
        </a:p>
      </dgm:t>
    </dgm:pt>
    <dgm:pt modelId="{56D25664-E470-4423-B8A9-9B6E4F3E9501}">
      <dgm:prSet phldrT="[Text]" custT="1"/>
      <dgm:spPr/>
      <dgm:t>
        <a:bodyPr/>
        <a:lstStyle/>
        <a:p>
          <a:r>
            <a:rPr lang="en-US" sz="1800" b="1" u="sng" dirty="0" smtClean="0"/>
            <a:t>Construct</a:t>
          </a:r>
          <a:endParaRPr lang="en-US" sz="1800" b="1" u="sng" dirty="0"/>
        </a:p>
      </dgm:t>
    </dgm:pt>
    <dgm:pt modelId="{AE225F17-CB4A-4698-895E-495209A24EDD}" type="parTrans" cxnId="{874CAB56-E993-4BA7-B073-DD6F211AB452}">
      <dgm:prSet/>
      <dgm:spPr/>
      <dgm:t>
        <a:bodyPr/>
        <a:lstStyle/>
        <a:p>
          <a:endParaRPr lang="en-US"/>
        </a:p>
      </dgm:t>
    </dgm:pt>
    <dgm:pt modelId="{0513D618-905F-43E6-8DF3-0764A99732D8}" type="sibTrans" cxnId="{874CAB56-E993-4BA7-B073-DD6F211AB452}">
      <dgm:prSet/>
      <dgm:spPr/>
      <dgm:t>
        <a:bodyPr/>
        <a:lstStyle/>
        <a:p>
          <a:endParaRPr lang="en-US"/>
        </a:p>
      </dgm:t>
    </dgm:pt>
    <dgm:pt modelId="{F754AD28-8B54-47D9-83F1-8D45F35B4A81}">
      <dgm:prSet phldrT="[Text]" custT="1"/>
      <dgm:spPr/>
      <dgm:t>
        <a:bodyPr/>
        <a:lstStyle/>
        <a:p>
          <a:r>
            <a:rPr lang="en-US" sz="3200" dirty="0" smtClean="0"/>
            <a:t>Technology</a:t>
          </a:r>
          <a:endParaRPr lang="en-US" sz="3700" dirty="0"/>
        </a:p>
      </dgm:t>
    </dgm:pt>
    <dgm:pt modelId="{26AD8160-5FF5-41BE-AFAF-E29D66F0469B}" type="parTrans" cxnId="{C5F869C1-8FEF-4035-9EC3-FDF0092FF2C9}">
      <dgm:prSet/>
      <dgm:spPr/>
      <dgm:t>
        <a:bodyPr/>
        <a:lstStyle/>
        <a:p>
          <a:endParaRPr lang="en-US"/>
        </a:p>
      </dgm:t>
    </dgm:pt>
    <dgm:pt modelId="{BE9BECBC-F94F-4E2F-BDB2-93E8BAEBEFE7}" type="sibTrans" cxnId="{C5F869C1-8FEF-4035-9EC3-FDF0092FF2C9}">
      <dgm:prSet/>
      <dgm:spPr/>
      <dgm:t>
        <a:bodyPr/>
        <a:lstStyle/>
        <a:p>
          <a:endParaRPr lang="en-US"/>
        </a:p>
      </dgm:t>
    </dgm:pt>
    <dgm:pt modelId="{E7E09A88-A855-416A-B17D-5608BAB5F968}">
      <dgm:prSet phldrT="[Text]" custT="1"/>
      <dgm:spPr/>
      <dgm:t>
        <a:bodyPr/>
        <a:lstStyle/>
        <a:p>
          <a:r>
            <a:rPr lang="en-US" sz="1800" b="1" u="sng" dirty="0" smtClean="0"/>
            <a:t>Operationalization</a:t>
          </a:r>
          <a:endParaRPr lang="en-US" sz="1800" b="1" u="sng" dirty="0"/>
        </a:p>
      </dgm:t>
    </dgm:pt>
    <dgm:pt modelId="{791A9365-62E9-4724-B5DD-36351582D82E}" type="parTrans" cxnId="{955316F3-D59D-4E22-BAC5-4B54F7BE800A}">
      <dgm:prSet/>
      <dgm:spPr/>
      <dgm:t>
        <a:bodyPr/>
        <a:lstStyle/>
        <a:p>
          <a:endParaRPr lang="en-US"/>
        </a:p>
      </dgm:t>
    </dgm:pt>
    <dgm:pt modelId="{C2A5DE0A-7824-4E35-BB27-47DBE8541DB5}" type="sibTrans" cxnId="{955316F3-D59D-4E22-BAC5-4B54F7BE800A}">
      <dgm:prSet/>
      <dgm:spPr/>
      <dgm:t>
        <a:bodyPr/>
        <a:lstStyle/>
        <a:p>
          <a:endParaRPr lang="en-US"/>
        </a:p>
      </dgm:t>
    </dgm:pt>
    <dgm:pt modelId="{D264B8C8-0C74-4047-BC3D-D328ABB04B07}">
      <dgm:prSet phldrT="[Text]" custT="1"/>
      <dgm:spPr/>
      <dgm:t>
        <a:bodyPr/>
        <a:lstStyle/>
        <a:p>
          <a:r>
            <a:rPr lang="en-US" sz="1800" dirty="0" smtClean="0"/>
            <a:t>Knowledge or methods that enable the performance of previously undoable tasks or </a:t>
          </a:r>
          <a:r>
            <a:rPr lang="en-US" sz="1800" dirty="0" smtClean="0"/>
            <a:t>reduce </a:t>
          </a:r>
          <a:r>
            <a:rPr lang="en-US" sz="1800" dirty="0" smtClean="0"/>
            <a:t>the units of input per </a:t>
          </a:r>
          <a:r>
            <a:rPr lang="en-US" sz="1800" dirty="0" smtClean="0"/>
            <a:t>units of output needed </a:t>
          </a:r>
          <a:r>
            <a:rPr lang="en-US" sz="1800" dirty="0" smtClean="0"/>
            <a:t>to  perform tasks.</a:t>
          </a:r>
          <a:endParaRPr lang="en-US" sz="1800" dirty="0"/>
        </a:p>
      </dgm:t>
    </dgm:pt>
    <dgm:pt modelId="{EFE8DCE1-CB9B-44C0-BE30-595BF1898A8E}" type="parTrans" cxnId="{DB884937-1E09-49E0-BABE-97AC4679294D}">
      <dgm:prSet/>
      <dgm:spPr/>
      <dgm:t>
        <a:bodyPr/>
        <a:lstStyle/>
        <a:p>
          <a:endParaRPr lang="en-US"/>
        </a:p>
      </dgm:t>
    </dgm:pt>
    <dgm:pt modelId="{E5F6790C-BCA3-4DEC-A52E-7D738F9F57BD}" type="sibTrans" cxnId="{DB884937-1E09-49E0-BABE-97AC4679294D}">
      <dgm:prSet/>
      <dgm:spPr/>
      <dgm:t>
        <a:bodyPr/>
        <a:lstStyle/>
        <a:p>
          <a:endParaRPr lang="en-US"/>
        </a:p>
      </dgm:t>
    </dgm:pt>
    <dgm:pt modelId="{38988576-B0AA-4C1A-9619-43A386D2A929}">
      <dgm:prSet phldrT="[Text]" custT="1"/>
      <dgm:spPr/>
      <dgm:t>
        <a:bodyPr/>
        <a:lstStyle/>
        <a:p>
          <a:r>
            <a:rPr lang="en-US" sz="1800" b="1" u="sng" dirty="0" smtClean="0"/>
            <a:t>Indicators</a:t>
          </a:r>
          <a:endParaRPr lang="en-US" sz="1800" b="1" u="sng" dirty="0"/>
        </a:p>
      </dgm:t>
    </dgm:pt>
    <dgm:pt modelId="{AA48F846-FDF7-46B2-8E10-A63DA435194B}" type="parTrans" cxnId="{359B345D-1425-490E-BB65-B1A59577003D}">
      <dgm:prSet/>
      <dgm:spPr/>
      <dgm:t>
        <a:bodyPr/>
        <a:lstStyle/>
        <a:p>
          <a:endParaRPr lang="en-US"/>
        </a:p>
      </dgm:t>
    </dgm:pt>
    <dgm:pt modelId="{34707D83-AD15-4F83-B9C6-839F2BAB8772}" type="sibTrans" cxnId="{359B345D-1425-490E-BB65-B1A59577003D}">
      <dgm:prSet/>
      <dgm:spPr/>
      <dgm:t>
        <a:bodyPr/>
        <a:lstStyle/>
        <a:p>
          <a:endParaRPr lang="en-US"/>
        </a:p>
      </dgm:t>
    </dgm:pt>
    <dgm:pt modelId="{1783039C-F21C-45A8-A1D1-7C275C084E3D}">
      <dgm:prSet phldrT="[Text]" custT="1"/>
      <dgm:spPr/>
      <dgm:t>
        <a:bodyPr/>
        <a:lstStyle/>
        <a:p>
          <a:r>
            <a:rPr lang="en-US" sz="1800" dirty="0" smtClean="0"/>
            <a:t>R&amp;D project reports</a:t>
          </a:r>
          <a:endParaRPr lang="en-US" sz="1800" dirty="0"/>
        </a:p>
      </dgm:t>
    </dgm:pt>
    <dgm:pt modelId="{F569BECA-BA1C-4C40-875B-712F7A86376F}" type="parTrans" cxnId="{E0F0A2D0-BB2E-4DC0-84B4-747BCEFEEA08}">
      <dgm:prSet/>
      <dgm:spPr/>
      <dgm:t>
        <a:bodyPr/>
        <a:lstStyle/>
        <a:p>
          <a:endParaRPr lang="en-US"/>
        </a:p>
      </dgm:t>
    </dgm:pt>
    <dgm:pt modelId="{4FB813B0-7843-48EA-BCAE-C990504F24DD}" type="sibTrans" cxnId="{E0F0A2D0-BB2E-4DC0-84B4-747BCEFEEA08}">
      <dgm:prSet/>
      <dgm:spPr/>
      <dgm:t>
        <a:bodyPr/>
        <a:lstStyle/>
        <a:p>
          <a:endParaRPr lang="en-US"/>
        </a:p>
      </dgm:t>
    </dgm:pt>
    <dgm:pt modelId="{C8E98A36-74EA-4DFB-8E03-1086017F7E07}">
      <dgm:prSet phldrT="[Text]" custT="1"/>
      <dgm:spPr/>
      <dgm:t>
        <a:bodyPr/>
        <a:lstStyle/>
        <a:p>
          <a:r>
            <a:rPr lang="en-US" sz="1800" dirty="0" smtClean="0"/>
            <a:t>Published peer-reviewed academic journal articles</a:t>
          </a:r>
          <a:endParaRPr lang="en-US" sz="1800" dirty="0"/>
        </a:p>
      </dgm:t>
    </dgm:pt>
    <dgm:pt modelId="{A516E1F4-D52D-457C-BED5-6D7741C68A47}" type="parTrans" cxnId="{6E58CF0E-7080-4066-A7AF-F5093FBB280B}">
      <dgm:prSet/>
      <dgm:spPr/>
      <dgm:t>
        <a:bodyPr/>
        <a:lstStyle/>
        <a:p>
          <a:endParaRPr lang="en-US"/>
        </a:p>
      </dgm:t>
    </dgm:pt>
    <dgm:pt modelId="{CB824E37-D828-414E-AFD0-9A25B1930967}" type="sibTrans" cxnId="{6E58CF0E-7080-4066-A7AF-F5093FBB280B}">
      <dgm:prSet/>
      <dgm:spPr/>
      <dgm:t>
        <a:bodyPr/>
        <a:lstStyle/>
        <a:p>
          <a:endParaRPr lang="en-US"/>
        </a:p>
      </dgm:t>
    </dgm:pt>
    <dgm:pt modelId="{70239397-BF0D-4256-8781-0504A861DF74}">
      <dgm:prSet phldrT="[Text]" custT="1"/>
      <dgm:spPr/>
      <dgm:t>
        <a:bodyPr/>
        <a:lstStyle/>
        <a:p>
          <a:r>
            <a:rPr lang="en-US" sz="1800" dirty="0" smtClean="0"/>
            <a:t>Allowed U.S. patents</a:t>
          </a:r>
          <a:endParaRPr lang="en-US" sz="1800" dirty="0"/>
        </a:p>
      </dgm:t>
    </dgm:pt>
    <dgm:pt modelId="{F1FB7916-88CA-4906-8B94-52175C5A6D92}" type="parTrans" cxnId="{6BD8E3D2-D117-46E9-887B-A6A630CCED8E}">
      <dgm:prSet/>
      <dgm:spPr/>
      <dgm:t>
        <a:bodyPr/>
        <a:lstStyle/>
        <a:p>
          <a:endParaRPr lang="en-US"/>
        </a:p>
      </dgm:t>
    </dgm:pt>
    <dgm:pt modelId="{98D872F4-96A7-4DEB-9202-902AE07A7F20}" type="sibTrans" cxnId="{6BD8E3D2-D117-46E9-887B-A6A630CCED8E}">
      <dgm:prSet/>
      <dgm:spPr/>
      <dgm:t>
        <a:bodyPr/>
        <a:lstStyle/>
        <a:p>
          <a:endParaRPr lang="en-US"/>
        </a:p>
      </dgm:t>
    </dgm:pt>
    <dgm:pt modelId="{23CADD3C-1E21-4966-BE38-555D58578D7E}">
      <dgm:prSet phldrT="[Text]" custT="1"/>
      <dgm:spPr/>
      <dgm:t>
        <a:bodyPr/>
        <a:lstStyle/>
        <a:p>
          <a:r>
            <a:rPr lang="en-US" sz="1800" dirty="0" smtClean="0"/>
            <a:t>Disallowed U.S. patent applications</a:t>
          </a:r>
          <a:endParaRPr lang="en-US" sz="1800" dirty="0"/>
        </a:p>
      </dgm:t>
    </dgm:pt>
    <dgm:pt modelId="{59986A78-6248-46F4-8F87-30AC0EF97E7D}" type="parTrans" cxnId="{3FFE294B-B679-4A47-ADE0-DB8371A66D69}">
      <dgm:prSet/>
      <dgm:spPr/>
      <dgm:t>
        <a:bodyPr/>
        <a:lstStyle/>
        <a:p>
          <a:endParaRPr lang="en-US"/>
        </a:p>
      </dgm:t>
    </dgm:pt>
    <dgm:pt modelId="{A9B7182B-4518-435A-82A3-4C86B0741214}" type="sibTrans" cxnId="{3FFE294B-B679-4A47-ADE0-DB8371A66D69}">
      <dgm:prSet/>
      <dgm:spPr/>
      <dgm:t>
        <a:bodyPr/>
        <a:lstStyle/>
        <a:p>
          <a:endParaRPr lang="en-US"/>
        </a:p>
      </dgm:t>
    </dgm:pt>
    <dgm:pt modelId="{4413368B-ACCA-469B-9D0E-1FEFC4075FB0}" type="pres">
      <dgm:prSet presAssocID="{E12051B9-F660-41FB-9BFB-187ECABCD821}" presName="Name0" presStyleCnt="0">
        <dgm:presLayoutVars>
          <dgm:dir/>
          <dgm:animLvl val="lvl"/>
          <dgm:resizeHandles val="exact"/>
        </dgm:presLayoutVars>
      </dgm:prSet>
      <dgm:spPr/>
      <dgm:t>
        <a:bodyPr/>
        <a:lstStyle/>
        <a:p>
          <a:endParaRPr lang="en-US"/>
        </a:p>
      </dgm:t>
    </dgm:pt>
    <dgm:pt modelId="{8E1BCC0E-B989-4435-8915-645304C71A64}" type="pres">
      <dgm:prSet presAssocID="{56D25664-E470-4423-B8A9-9B6E4F3E9501}" presName="compositeNode" presStyleCnt="0">
        <dgm:presLayoutVars>
          <dgm:bulletEnabled val="1"/>
        </dgm:presLayoutVars>
      </dgm:prSet>
      <dgm:spPr/>
    </dgm:pt>
    <dgm:pt modelId="{5EE1D2E5-E13B-4FA3-A68E-FA18C8AD1A1A}" type="pres">
      <dgm:prSet presAssocID="{56D25664-E470-4423-B8A9-9B6E4F3E9501}" presName="bgRect" presStyleLbl="node1" presStyleIdx="0" presStyleCnt="3"/>
      <dgm:spPr/>
      <dgm:t>
        <a:bodyPr/>
        <a:lstStyle/>
        <a:p>
          <a:endParaRPr lang="en-US"/>
        </a:p>
      </dgm:t>
    </dgm:pt>
    <dgm:pt modelId="{1F2FC209-C6F9-4BD8-BE18-C50B50281548}" type="pres">
      <dgm:prSet presAssocID="{56D25664-E470-4423-B8A9-9B6E4F3E9501}" presName="parentNode" presStyleLbl="node1" presStyleIdx="0" presStyleCnt="3">
        <dgm:presLayoutVars>
          <dgm:chMax val="0"/>
          <dgm:bulletEnabled val="1"/>
        </dgm:presLayoutVars>
      </dgm:prSet>
      <dgm:spPr/>
      <dgm:t>
        <a:bodyPr/>
        <a:lstStyle/>
        <a:p>
          <a:endParaRPr lang="en-US"/>
        </a:p>
      </dgm:t>
    </dgm:pt>
    <dgm:pt modelId="{0F07502A-98A4-4880-9779-27EA2BEB6F02}" type="pres">
      <dgm:prSet presAssocID="{56D25664-E470-4423-B8A9-9B6E4F3E9501}" presName="childNode" presStyleLbl="node1" presStyleIdx="0" presStyleCnt="3">
        <dgm:presLayoutVars>
          <dgm:bulletEnabled val="1"/>
        </dgm:presLayoutVars>
      </dgm:prSet>
      <dgm:spPr/>
      <dgm:t>
        <a:bodyPr/>
        <a:lstStyle/>
        <a:p>
          <a:endParaRPr lang="en-US"/>
        </a:p>
      </dgm:t>
    </dgm:pt>
    <dgm:pt modelId="{13ACBB4E-2F0C-4773-92A7-F091255EA962}" type="pres">
      <dgm:prSet presAssocID="{0513D618-905F-43E6-8DF3-0764A99732D8}" presName="hSp" presStyleCnt="0"/>
      <dgm:spPr/>
    </dgm:pt>
    <dgm:pt modelId="{BAD87237-2D53-4DFC-BA2E-02EC39493885}" type="pres">
      <dgm:prSet presAssocID="{0513D618-905F-43E6-8DF3-0764A99732D8}" presName="vProcSp" presStyleCnt="0"/>
      <dgm:spPr/>
    </dgm:pt>
    <dgm:pt modelId="{221F174E-2568-4C2B-B98A-B21C733FC119}" type="pres">
      <dgm:prSet presAssocID="{0513D618-905F-43E6-8DF3-0764A99732D8}" presName="vSp1" presStyleCnt="0"/>
      <dgm:spPr/>
    </dgm:pt>
    <dgm:pt modelId="{45668240-D897-4FC1-8421-6DD785B65040}" type="pres">
      <dgm:prSet presAssocID="{0513D618-905F-43E6-8DF3-0764A99732D8}" presName="simulatedConn" presStyleLbl="solidFgAcc1" presStyleIdx="0" presStyleCnt="2"/>
      <dgm:spPr/>
    </dgm:pt>
    <dgm:pt modelId="{50ECFA14-9F36-4C35-911C-A780FF037D2C}" type="pres">
      <dgm:prSet presAssocID="{0513D618-905F-43E6-8DF3-0764A99732D8}" presName="vSp2" presStyleCnt="0"/>
      <dgm:spPr/>
    </dgm:pt>
    <dgm:pt modelId="{B0CEB5DD-B27E-454F-A39C-A559A187214D}" type="pres">
      <dgm:prSet presAssocID="{0513D618-905F-43E6-8DF3-0764A99732D8}" presName="sibTrans" presStyleCnt="0"/>
      <dgm:spPr/>
    </dgm:pt>
    <dgm:pt modelId="{4BB7D377-EFD6-4B5D-AFC7-E199B4378248}" type="pres">
      <dgm:prSet presAssocID="{E7E09A88-A855-416A-B17D-5608BAB5F968}" presName="compositeNode" presStyleCnt="0">
        <dgm:presLayoutVars>
          <dgm:bulletEnabled val="1"/>
        </dgm:presLayoutVars>
      </dgm:prSet>
      <dgm:spPr/>
    </dgm:pt>
    <dgm:pt modelId="{63E694CA-EB8A-49E7-8F7E-40E9648E8D50}" type="pres">
      <dgm:prSet presAssocID="{E7E09A88-A855-416A-B17D-5608BAB5F968}" presName="bgRect" presStyleLbl="node1" presStyleIdx="1" presStyleCnt="3"/>
      <dgm:spPr/>
      <dgm:t>
        <a:bodyPr/>
        <a:lstStyle/>
        <a:p>
          <a:endParaRPr lang="en-US"/>
        </a:p>
      </dgm:t>
    </dgm:pt>
    <dgm:pt modelId="{84855266-605F-4E2F-859A-33AF21B4CC74}" type="pres">
      <dgm:prSet presAssocID="{E7E09A88-A855-416A-B17D-5608BAB5F968}" presName="parentNode" presStyleLbl="node1" presStyleIdx="1" presStyleCnt="3">
        <dgm:presLayoutVars>
          <dgm:chMax val="0"/>
          <dgm:bulletEnabled val="1"/>
        </dgm:presLayoutVars>
      </dgm:prSet>
      <dgm:spPr/>
      <dgm:t>
        <a:bodyPr/>
        <a:lstStyle/>
        <a:p>
          <a:endParaRPr lang="en-US"/>
        </a:p>
      </dgm:t>
    </dgm:pt>
    <dgm:pt modelId="{27D5C2FA-66B3-4507-8DD9-0DFEBE9E49C4}" type="pres">
      <dgm:prSet presAssocID="{E7E09A88-A855-416A-B17D-5608BAB5F968}" presName="childNode" presStyleLbl="node1" presStyleIdx="1" presStyleCnt="3">
        <dgm:presLayoutVars>
          <dgm:bulletEnabled val="1"/>
        </dgm:presLayoutVars>
      </dgm:prSet>
      <dgm:spPr/>
      <dgm:t>
        <a:bodyPr/>
        <a:lstStyle/>
        <a:p>
          <a:endParaRPr lang="en-US"/>
        </a:p>
      </dgm:t>
    </dgm:pt>
    <dgm:pt modelId="{AE508BEB-62F7-4273-AFD9-13F02568DD39}" type="pres">
      <dgm:prSet presAssocID="{C2A5DE0A-7824-4E35-BB27-47DBE8541DB5}" presName="hSp" presStyleCnt="0"/>
      <dgm:spPr/>
    </dgm:pt>
    <dgm:pt modelId="{20A68127-C095-4D4D-B36C-96BA54B85DB0}" type="pres">
      <dgm:prSet presAssocID="{C2A5DE0A-7824-4E35-BB27-47DBE8541DB5}" presName="vProcSp" presStyleCnt="0"/>
      <dgm:spPr/>
    </dgm:pt>
    <dgm:pt modelId="{00D4E5B4-15FE-4223-8CF1-EADD9A7F1E52}" type="pres">
      <dgm:prSet presAssocID="{C2A5DE0A-7824-4E35-BB27-47DBE8541DB5}" presName="vSp1" presStyleCnt="0"/>
      <dgm:spPr/>
    </dgm:pt>
    <dgm:pt modelId="{0B1D8E78-2B68-4C5D-9329-AB01D008FC04}" type="pres">
      <dgm:prSet presAssocID="{C2A5DE0A-7824-4E35-BB27-47DBE8541DB5}" presName="simulatedConn" presStyleLbl="solidFgAcc1" presStyleIdx="1" presStyleCnt="2"/>
      <dgm:spPr/>
    </dgm:pt>
    <dgm:pt modelId="{E447F79B-3147-4AFA-97C4-CCAE6DBFF058}" type="pres">
      <dgm:prSet presAssocID="{C2A5DE0A-7824-4E35-BB27-47DBE8541DB5}" presName="vSp2" presStyleCnt="0"/>
      <dgm:spPr/>
    </dgm:pt>
    <dgm:pt modelId="{EAB02694-BB77-4688-815D-9FF6A75A2E23}" type="pres">
      <dgm:prSet presAssocID="{C2A5DE0A-7824-4E35-BB27-47DBE8541DB5}" presName="sibTrans" presStyleCnt="0"/>
      <dgm:spPr/>
    </dgm:pt>
    <dgm:pt modelId="{897A3698-2D97-4DDC-95D9-A0BDC45706A4}" type="pres">
      <dgm:prSet presAssocID="{38988576-B0AA-4C1A-9619-43A386D2A929}" presName="compositeNode" presStyleCnt="0">
        <dgm:presLayoutVars>
          <dgm:bulletEnabled val="1"/>
        </dgm:presLayoutVars>
      </dgm:prSet>
      <dgm:spPr/>
    </dgm:pt>
    <dgm:pt modelId="{89F889ED-FCCD-445E-BB3B-3F65B70521C8}" type="pres">
      <dgm:prSet presAssocID="{38988576-B0AA-4C1A-9619-43A386D2A929}" presName="bgRect" presStyleLbl="node1" presStyleIdx="2" presStyleCnt="3"/>
      <dgm:spPr/>
      <dgm:t>
        <a:bodyPr/>
        <a:lstStyle/>
        <a:p>
          <a:endParaRPr lang="en-US"/>
        </a:p>
      </dgm:t>
    </dgm:pt>
    <dgm:pt modelId="{7A9FE149-B78D-4591-8ED3-6FAE619303EF}" type="pres">
      <dgm:prSet presAssocID="{38988576-B0AA-4C1A-9619-43A386D2A929}" presName="parentNode" presStyleLbl="node1" presStyleIdx="2" presStyleCnt="3">
        <dgm:presLayoutVars>
          <dgm:chMax val="0"/>
          <dgm:bulletEnabled val="1"/>
        </dgm:presLayoutVars>
      </dgm:prSet>
      <dgm:spPr/>
      <dgm:t>
        <a:bodyPr/>
        <a:lstStyle/>
        <a:p>
          <a:endParaRPr lang="en-US"/>
        </a:p>
      </dgm:t>
    </dgm:pt>
    <dgm:pt modelId="{545B6FF8-55C8-4464-AD34-37C6C75F354E}" type="pres">
      <dgm:prSet presAssocID="{38988576-B0AA-4C1A-9619-43A386D2A929}" presName="childNode" presStyleLbl="node1" presStyleIdx="2" presStyleCnt="3">
        <dgm:presLayoutVars>
          <dgm:bulletEnabled val="1"/>
        </dgm:presLayoutVars>
      </dgm:prSet>
      <dgm:spPr/>
      <dgm:t>
        <a:bodyPr/>
        <a:lstStyle/>
        <a:p>
          <a:endParaRPr lang="en-US"/>
        </a:p>
      </dgm:t>
    </dgm:pt>
  </dgm:ptLst>
  <dgm:cxnLst>
    <dgm:cxn modelId="{703CB32B-A1E8-4113-A3E5-62F002D74F02}" type="presOf" srcId="{56D25664-E470-4423-B8A9-9B6E4F3E9501}" destId="{5EE1D2E5-E13B-4FA3-A68E-FA18C8AD1A1A}" srcOrd="0" destOrd="0" presId="urn:microsoft.com/office/officeart/2005/8/layout/hProcess7"/>
    <dgm:cxn modelId="{2AF991F4-295B-47A4-96C4-FF1BFB05195E}" type="presOf" srcId="{56D25664-E470-4423-B8A9-9B6E4F3E9501}" destId="{1F2FC209-C6F9-4BD8-BE18-C50B50281548}" srcOrd="1" destOrd="0" presId="urn:microsoft.com/office/officeart/2005/8/layout/hProcess7"/>
    <dgm:cxn modelId="{3FFE294B-B679-4A47-ADE0-DB8371A66D69}" srcId="{38988576-B0AA-4C1A-9619-43A386D2A929}" destId="{23CADD3C-1E21-4966-BE38-555D58578D7E}" srcOrd="3" destOrd="0" parTransId="{59986A78-6248-46F4-8F87-30AC0EF97E7D}" sibTransId="{A9B7182B-4518-435A-82A3-4C86B0741214}"/>
    <dgm:cxn modelId="{6E58CF0E-7080-4066-A7AF-F5093FBB280B}" srcId="{38988576-B0AA-4C1A-9619-43A386D2A929}" destId="{C8E98A36-74EA-4DFB-8E03-1086017F7E07}" srcOrd="1" destOrd="0" parTransId="{A516E1F4-D52D-457C-BED5-6D7741C68A47}" sibTransId="{CB824E37-D828-414E-AFD0-9A25B1930967}"/>
    <dgm:cxn modelId="{E0F0A2D0-BB2E-4DC0-84B4-747BCEFEEA08}" srcId="{38988576-B0AA-4C1A-9619-43A386D2A929}" destId="{1783039C-F21C-45A8-A1D1-7C275C084E3D}" srcOrd="0" destOrd="0" parTransId="{F569BECA-BA1C-4C40-875B-712F7A86376F}" sibTransId="{4FB813B0-7843-48EA-BCAE-C990504F24DD}"/>
    <dgm:cxn modelId="{B5227D0F-C7B9-402C-94E1-FE3FAF6B59C9}" type="presOf" srcId="{E7E09A88-A855-416A-B17D-5608BAB5F968}" destId="{63E694CA-EB8A-49E7-8F7E-40E9648E8D50}" srcOrd="0" destOrd="0" presId="urn:microsoft.com/office/officeart/2005/8/layout/hProcess7"/>
    <dgm:cxn modelId="{899A4EFF-4D92-4CAD-8A22-AEBE72E784E3}" type="presOf" srcId="{E7E09A88-A855-416A-B17D-5608BAB5F968}" destId="{84855266-605F-4E2F-859A-33AF21B4CC74}" srcOrd="1" destOrd="0" presId="urn:microsoft.com/office/officeart/2005/8/layout/hProcess7"/>
    <dgm:cxn modelId="{874CAB56-E993-4BA7-B073-DD6F211AB452}" srcId="{E12051B9-F660-41FB-9BFB-187ECABCD821}" destId="{56D25664-E470-4423-B8A9-9B6E4F3E9501}" srcOrd="0" destOrd="0" parTransId="{AE225F17-CB4A-4698-895E-495209A24EDD}" sibTransId="{0513D618-905F-43E6-8DF3-0764A99732D8}"/>
    <dgm:cxn modelId="{2BE3415A-4C64-4D29-B5AB-F2DF894FF9D7}" type="presOf" srcId="{F754AD28-8B54-47D9-83F1-8D45F35B4A81}" destId="{0F07502A-98A4-4880-9779-27EA2BEB6F02}" srcOrd="0" destOrd="0" presId="urn:microsoft.com/office/officeart/2005/8/layout/hProcess7"/>
    <dgm:cxn modelId="{98AC9CF5-E46C-4668-8A7B-7042666ADE63}" type="presOf" srcId="{C8E98A36-74EA-4DFB-8E03-1086017F7E07}" destId="{545B6FF8-55C8-4464-AD34-37C6C75F354E}" srcOrd="0" destOrd="1" presId="urn:microsoft.com/office/officeart/2005/8/layout/hProcess7"/>
    <dgm:cxn modelId="{7013035B-AE21-4F15-A12A-89CE06BA4AA4}" type="presOf" srcId="{1783039C-F21C-45A8-A1D1-7C275C084E3D}" destId="{545B6FF8-55C8-4464-AD34-37C6C75F354E}" srcOrd="0" destOrd="0" presId="urn:microsoft.com/office/officeart/2005/8/layout/hProcess7"/>
    <dgm:cxn modelId="{094477E0-B275-4AD0-A4FA-96F8BACE93A6}" type="presOf" srcId="{38988576-B0AA-4C1A-9619-43A386D2A929}" destId="{7A9FE149-B78D-4591-8ED3-6FAE619303EF}" srcOrd="1" destOrd="0" presId="urn:microsoft.com/office/officeart/2005/8/layout/hProcess7"/>
    <dgm:cxn modelId="{9B12C2B8-7A5B-4F6D-8FAC-6951263DFFE6}" type="presOf" srcId="{E12051B9-F660-41FB-9BFB-187ECABCD821}" destId="{4413368B-ACCA-469B-9D0E-1FEFC4075FB0}" srcOrd="0" destOrd="0" presId="urn:microsoft.com/office/officeart/2005/8/layout/hProcess7"/>
    <dgm:cxn modelId="{DB884937-1E09-49E0-BABE-97AC4679294D}" srcId="{E7E09A88-A855-416A-B17D-5608BAB5F968}" destId="{D264B8C8-0C74-4047-BC3D-D328ABB04B07}" srcOrd="0" destOrd="0" parTransId="{EFE8DCE1-CB9B-44C0-BE30-595BF1898A8E}" sibTransId="{E5F6790C-BCA3-4DEC-A52E-7D738F9F57BD}"/>
    <dgm:cxn modelId="{359B345D-1425-490E-BB65-B1A59577003D}" srcId="{E12051B9-F660-41FB-9BFB-187ECABCD821}" destId="{38988576-B0AA-4C1A-9619-43A386D2A929}" srcOrd="2" destOrd="0" parTransId="{AA48F846-FDF7-46B2-8E10-A63DA435194B}" sibTransId="{34707D83-AD15-4F83-B9C6-839F2BAB8772}"/>
    <dgm:cxn modelId="{AF964F6E-DEB3-49FF-BCA6-044B79AF2024}" type="presOf" srcId="{70239397-BF0D-4256-8781-0504A861DF74}" destId="{545B6FF8-55C8-4464-AD34-37C6C75F354E}" srcOrd="0" destOrd="2" presId="urn:microsoft.com/office/officeart/2005/8/layout/hProcess7"/>
    <dgm:cxn modelId="{1B70EA55-6C11-4A91-94F4-28AFD688DABE}" type="presOf" srcId="{38988576-B0AA-4C1A-9619-43A386D2A929}" destId="{89F889ED-FCCD-445E-BB3B-3F65B70521C8}" srcOrd="0" destOrd="0" presId="urn:microsoft.com/office/officeart/2005/8/layout/hProcess7"/>
    <dgm:cxn modelId="{C5F869C1-8FEF-4035-9EC3-FDF0092FF2C9}" srcId="{56D25664-E470-4423-B8A9-9B6E4F3E9501}" destId="{F754AD28-8B54-47D9-83F1-8D45F35B4A81}" srcOrd="0" destOrd="0" parTransId="{26AD8160-5FF5-41BE-AFAF-E29D66F0469B}" sibTransId="{BE9BECBC-F94F-4E2F-BDB2-93E8BAEBEFE7}"/>
    <dgm:cxn modelId="{EC87DC06-4FCC-4151-8351-5798EB2A347D}" type="presOf" srcId="{23CADD3C-1E21-4966-BE38-555D58578D7E}" destId="{545B6FF8-55C8-4464-AD34-37C6C75F354E}" srcOrd="0" destOrd="3" presId="urn:microsoft.com/office/officeart/2005/8/layout/hProcess7"/>
    <dgm:cxn modelId="{83676060-CE13-4EF6-A59A-C274F7FE70B1}" type="presOf" srcId="{D264B8C8-0C74-4047-BC3D-D328ABB04B07}" destId="{27D5C2FA-66B3-4507-8DD9-0DFEBE9E49C4}" srcOrd="0" destOrd="0" presId="urn:microsoft.com/office/officeart/2005/8/layout/hProcess7"/>
    <dgm:cxn modelId="{6BD8E3D2-D117-46E9-887B-A6A630CCED8E}" srcId="{38988576-B0AA-4C1A-9619-43A386D2A929}" destId="{70239397-BF0D-4256-8781-0504A861DF74}" srcOrd="2" destOrd="0" parTransId="{F1FB7916-88CA-4906-8B94-52175C5A6D92}" sibTransId="{98D872F4-96A7-4DEB-9202-902AE07A7F20}"/>
    <dgm:cxn modelId="{955316F3-D59D-4E22-BAC5-4B54F7BE800A}" srcId="{E12051B9-F660-41FB-9BFB-187ECABCD821}" destId="{E7E09A88-A855-416A-B17D-5608BAB5F968}" srcOrd="1" destOrd="0" parTransId="{791A9365-62E9-4724-B5DD-36351582D82E}" sibTransId="{C2A5DE0A-7824-4E35-BB27-47DBE8541DB5}"/>
    <dgm:cxn modelId="{60FED524-AEC3-42F4-9F88-773F1EB0D6A2}" type="presParOf" srcId="{4413368B-ACCA-469B-9D0E-1FEFC4075FB0}" destId="{8E1BCC0E-B989-4435-8915-645304C71A64}" srcOrd="0" destOrd="0" presId="urn:microsoft.com/office/officeart/2005/8/layout/hProcess7"/>
    <dgm:cxn modelId="{C69D918B-94F4-4EB6-859A-28C2AD58A671}" type="presParOf" srcId="{8E1BCC0E-B989-4435-8915-645304C71A64}" destId="{5EE1D2E5-E13B-4FA3-A68E-FA18C8AD1A1A}" srcOrd="0" destOrd="0" presId="urn:microsoft.com/office/officeart/2005/8/layout/hProcess7"/>
    <dgm:cxn modelId="{9F2BC622-DE1E-4383-A080-756650DD7C20}" type="presParOf" srcId="{8E1BCC0E-B989-4435-8915-645304C71A64}" destId="{1F2FC209-C6F9-4BD8-BE18-C50B50281548}" srcOrd="1" destOrd="0" presId="urn:microsoft.com/office/officeart/2005/8/layout/hProcess7"/>
    <dgm:cxn modelId="{8E3DB8FE-C07F-4216-971D-E8F89E4BE632}" type="presParOf" srcId="{8E1BCC0E-B989-4435-8915-645304C71A64}" destId="{0F07502A-98A4-4880-9779-27EA2BEB6F02}" srcOrd="2" destOrd="0" presId="urn:microsoft.com/office/officeart/2005/8/layout/hProcess7"/>
    <dgm:cxn modelId="{3526D88B-9E25-4FE3-8AB8-A7519934E051}" type="presParOf" srcId="{4413368B-ACCA-469B-9D0E-1FEFC4075FB0}" destId="{13ACBB4E-2F0C-4773-92A7-F091255EA962}" srcOrd="1" destOrd="0" presId="urn:microsoft.com/office/officeart/2005/8/layout/hProcess7"/>
    <dgm:cxn modelId="{EA1BD2B8-FCED-4447-AD74-0AE39C74A2E9}" type="presParOf" srcId="{4413368B-ACCA-469B-9D0E-1FEFC4075FB0}" destId="{BAD87237-2D53-4DFC-BA2E-02EC39493885}" srcOrd="2" destOrd="0" presId="urn:microsoft.com/office/officeart/2005/8/layout/hProcess7"/>
    <dgm:cxn modelId="{6A5160F9-4E58-49E9-94F1-64D9744400AF}" type="presParOf" srcId="{BAD87237-2D53-4DFC-BA2E-02EC39493885}" destId="{221F174E-2568-4C2B-B98A-B21C733FC119}" srcOrd="0" destOrd="0" presId="urn:microsoft.com/office/officeart/2005/8/layout/hProcess7"/>
    <dgm:cxn modelId="{D4E609AE-9DAB-4EBB-817D-44A5BA6B3721}" type="presParOf" srcId="{BAD87237-2D53-4DFC-BA2E-02EC39493885}" destId="{45668240-D897-4FC1-8421-6DD785B65040}" srcOrd="1" destOrd="0" presId="urn:microsoft.com/office/officeart/2005/8/layout/hProcess7"/>
    <dgm:cxn modelId="{A357FC0A-3EC8-4960-9DAF-5C77BEF63656}" type="presParOf" srcId="{BAD87237-2D53-4DFC-BA2E-02EC39493885}" destId="{50ECFA14-9F36-4C35-911C-A780FF037D2C}" srcOrd="2" destOrd="0" presId="urn:microsoft.com/office/officeart/2005/8/layout/hProcess7"/>
    <dgm:cxn modelId="{F28125D3-0ECA-43E8-9711-4855CC2F4111}" type="presParOf" srcId="{4413368B-ACCA-469B-9D0E-1FEFC4075FB0}" destId="{B0CEB5DD-B27E-454F-A39C-A559A187214D}" srcOrd="3" destOrd="0" presId="urn:microsoft.com/office/officeart/2005/8/layout/hProcess7"/>
    <dgm:cxn modelId="{F256B0F7-660B-48B8-935D-C5152A1B1679}" type="presParOf" srcId="{4413368B-ACCA-469B-9D0E-1FEFC4075FB0}" destId="{4BB7D377-EFD6-4B5D-AFC7-E199B4378248}" srcOrd="4" destOrd="0" presId="urn:microsoft.com/office/officeart/2005/8/layout/hProcess7"/>
    <dgm:cxn modelId="{DE24E7AD-8D26-4C0F-8C58-B49DEC1385B7}" type="presParOf" srcId="{4BB7D377-EFD6-4B5D-AFC7-E199B4378248}" destId="{63E694CA-EB8A-49E7-8F7E-40E9648E8D50}" srcOrd="0" destOrd="0" presId="urn:microsoft.com/office/officeart/2005/8/layout/hProcess7"/>
    <dgm:cxn modelId="{D906CB7A-C7F6-4746-A5EE-1A7353AA16C4}" type="presParOf" srcId="{4BB7D377-EFD6-4B5D-AFC7-E199B4378248}" destId="{84855266-605F-4E2F-859A-33AF21B4CC74}" srcOrd="1" destOrd="0" presId="urn:microsoft.com/office/officeart/2005/8/layout/hProcess7"/>
    <dgm:cxn modelId="{73A5AD8E-B961-4683-850C-927B05A7A240}" type="presParOf" srcId="{4BB7D377-EFD6-4B5D-AFC7-E199B4378248}" destId="{27D5C2FA-66B3-4507-8DD9-0DFEBE9E49C4}" srcOrd="2" destOrd="0" presId="urn:microsoft.com/office/officeart/2005/8/layout/hProcess7"/>
    <dgm:cxn modelId="{9A7C2C57-6E77-49FF-BBF9-87C4458AACCC}" type="presParOf" srcId="{4413368B-ACCA-469B-9D0E-1FEFC4075FB0}" destId="{AE508BEB-62F7-4273-AFD9-13F02568DD39}" srcOrd="5" destOrd="0" presId="urn:microsoft.com/office/officeart/2005/8/layout/hProcess7"/>
    <dgm:cxn modelId="{86AD56FE-D979-4D9B-A086-1FB36882346C}" type="presParOf" srcId="{4413368B-ACCA-469B-9D0E-1FEFC4075FB0}" destId="{20A68127-C095-4D4D-B36C-96BA54B85DB0}" srcOrd="6" destOrd="0" presId="urn:microsoft.com/office/officeart/2005/8/layout/hProcess7"/>
    <dgm:cxn modelId="{F7432B9F-CB68-4D37-9B2F-6CFE2DC1E8A9}" type="presParOf" srcId="{20A68127-C095-4D4D-B36C-96BA54B85DB0}" destId="{00D4E5B4-15FE-4223-8CF1-EADD9A7F1E52}" srcOrd="0" destOrd="0" presId="urn:microsoft.com/office/officeart/2005/8/layout/hProcess7"/>
    <dgm:cxn modelId="{C11E3BE7-17C2-4ECD-8705-F331386BCD03}" type="presParOf" srcId="{20A68127-C095-4D4D-B36C-96BA54B85DB0}" destId="{0B1D8E78-2B68-4C5D-9329-AB01D008FC04}" srcOrd="1" destOrd="0" presId="urn:microsoft.com/office/officeart/2005/8/layout/hProcess7"/>
    <dgm:cxn modelId="{04C7C09F-3DE4-43CF-A438-A996353A2C89}" type="presParOf" srcId="{20A68127-C095-4D4D-B36C-96BA54B85DB0}" destId="{E447F79B-3147-4AFA-97C4-CCAE6DBFF058}" srcOrd="2" destOrd="0" presId="urn:microsoft.com/office/officeart/2005/8/layout/hProcess7"/>
    <dgm:cxn modelId="{481F6751-D680-4DB4-B9ED-03FA972FE153}" type="presParOf" srcId="{4413368B-ACCA-469B-9D0E-1FEFC4075FB0}" destId="{EAB02694-BB77-4688-815D-9FF6A75A2E23}" srcOrd="7" destOrd="0" presId="urn:microsoft.com/office/officeart/2005/8/layout/hProcess7"/>
    <dgm:cxn modelId="{5C270AD6-4DF0-43B0-9E88-27C16E224033}" type="presParOf" srcId="{4413368B-ACCA-469B-9D0E-1FEFC4075FB0}" destId="{897A3698-2D97-4DDC-95D9-A0BDC45706A4}" srcOrd="8" destOrd="0" presId="urn:microsoft.com/office/officeart/2005/8/layout/hProcess7"/>
    <dgm:cxn modelId="{0D31600F-F15C-442A-B694-2814723A0514}" type="presParOf" srcId="{897A3698-2D97-4DDC-95D9-A0BDC45706A4}" destId="{89F889ED-FCCD-445E-BB3B-3F65B70521C8}" srcOrd="0" destOrd="0" presId="urn:microsoft.com/office/officeart/2005/8/layout/hProcess7"/>
    <dgm:cxn modelId="{ED62BD1D-F10D-48AB-A696-04978FB30694}" type="presParOf" srcId="{897A3698-2D97-4DDC-95D9-A0BDC45706A4}" destId="{7A9FE149-B78D-4591-8ED3-6FAE619303EF}" srcOrd="1" destOrd="0" presId="urn:microsoft.com/office/officeart/2005/8/layout/hProcess7"/>
    <dgm:cxn modelId="{18534928-5676-45D2-ABFE-8394C2FEC8D7}" type="presParOf" srcId="{897A3698-2D97-4DDC-95D9-A0BDC45706A4}" destId="{545B6FF8-55C8-4464-AD34-37C6C75F354E}" srcOrd="2" destOrd="0" presId="urn:microsoft.com/office/officeart/2005/8/layout/hProcess7"/>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0.xml><?xml version="1.0" encoding="utf-8"?>
<dgm:dataModel xmlns:dgm="http://schemas.openxmlformats.org/drawingml/2006/diagram" xmlns:a="http://schemas.openxmlformats.org/drawingml/2006/main">
  <dgm:ptLst>
    <dgm:pt modelId="{E12051B9-F660-41FB-9BFB-187ECABCD821}" type="doc">
      <dgm:prSet loTypeId="urn:microsoft.com/office/officeart/2005/8/layout/hProcess7" loCatId="list" qsTypeId="urn:microsoft.com/office/officeart/2005/8/quickstyle/simple1" qsCatId="simple" csTypeId="urn:microsoft.com/office/officeart/2005/8/colors/colorful1" csCatId="colorful" phldr="1"/>
      <dgm:spPr/>
      <dgm:t>
        <a:bodyPr/>
        <a:lstStyle/>
        <a:p>
          <a:endParaRPr lang="en-US"/>
        </a:p>
      </dgm:t>
    </dgm:pt>
    <dgm:pt modelId="{56D25664-E470-4423-B8A9-9B6E4F3E9501}">
      <dgm:prSet phldrT="[Text]" custT="1"/>
      <dgm:spPr/>
      <dgm:t>
        <a:bodyPr/>
        <a:lstStyle/>
        <a:p>
          <a:r>
            <a:rPr lang="en-US" sz="1800" b="1" u="sng" dirty="0" smtClean="0"/>
            <a:t>Construct</a:t>
          </a:r>
          <a:endParaRPr lang="en-US" sz="1800" b="1" u="sng" dirty="0"/>
        </a:p>
      </dgm:t>
    </dgm:pt>
    <dgm:pt modelId="{AE225F17-CB4A-4698-895E-495209A24EDD}" type="parTrans" cxnId="{874CAB56-E993-4BA7-B073-DD6F211AB452}">
      <dgm:prSet/>
      <dgm:spPr/>
      <dgm:t>
        <a:bodyPr/>
        <a:lstStyle/>
        <a:p>
          <a:endParaRPr lang="en-US"/>
        </a:p>
      </dgm:t>
    </dgm:pt>
    <dgm:pt modelId="{0513D618-905F-43E6-8DF3-0764A99732D8}" type="sibTrans" cxnId="{874CAB56-E993-4BA7-B073-DD6F211AB452}">
      <dgm:prSet/>
      <dgm:spPr/>
      <dgm:t>
        <a:bodyPr/>
        <a:lstStyle/>
        <a:p>
          <a:endParaRPr lang="en-US"/>
        </a:p>
      </dgm:t>
    </dgm:pt>
    <dgm:pt modelId="{F754AD28-8B54-47D9-83F1-8D45F35B4A81}">
      <dgm:prSet phldrT="[Text]" custT="1"/>
      <dgm:spPr/>
      <dgm:t>
        <a:bodyPr/>
        <a:lstStyle/>
        <a:p>
          <a:r>
            <a:rPr lang="en-US" sz="3200" dirty="0" smtClean="0"/>
            <a:t>Technology Transfer</a:t>
          </a:r>
          <a:endParaRPr lang="en-US" sz="3200" dirty="0"/>
        </a:p>
      </dgm:t>
    </dgm:pt>
    <dgm:pt modelId="{26AD8160-5FF5-41BE-AFAF-E29D66F0469B}" type="parTrans" cxnId="{C5F869C1-8FEF-4035-9EC3-FDF0092FF2C9}">
      <dgm:prSet/>
      <dgm:spPr/>
      <dgm:t>
        <a:bodyPr/>
        <a:lstStyle/>
        <a:p>
          <a:endParaRPr lang="en-US"/>
        </a:p>
      </dgm:t>
    </dgm:pt>
    <dgm:pt modelId="{BE9BECBC-F94F-4E2F-BDB2-93E8BAEBEFE7}" type="sibTrans" cxnId="{C5F869C1-8FEF-4035-9EC3-FDF0092FF2C9}">
      <dgm:prSet/>
      <dgm:spPr/>
      <dgm:t>
        <a:bodyPr/>
        <a:lstStyle/>
        <a:p>
          <a:endParaRPr lang="en-US"/>
        </a:p>
      </dgm:t>
    </dgm:pt>
    <dgm:pt modelId="{E7E09A88-A855-416A-B17D-5608BAB5F968}">
      <dgm:prSet phldrT="[Text]" custT="1"/>
      <dgm:spPr/>
      <dgm:t>
        <a:bodyPr/>
        <a:lstStyle/>
        <a:p>
          <a:r>
            <a:rPr lang="en-US" sz="1800" b="1" u="sng" dirty="0" smtClean="0"/>
            <a:t>Operationalization</a:t>
          </a:r>
          <a:endParaRPr lang="en-US" sz="1800" b="1" u="sng" dirty="0"/>
        </a:p>
      </dgm:t>
    </dgm:pt>
    <dgm:pt modelId="{791A9365-62E9-4724-B5DD-36351582D82E}" type="parTrans" cxnId="{955316F3-D59D-4E22-BAC5-4B54F7BE800A}">
      <dgm:prSet/>
      <dgm:spPr/>
      <dgm:t>
        <a:bodyPr/>
        <a:lstStyle/>
        <a:p>
          <a:endParaRPr lang="en-US"/>
        </a:p>
      </dgm:t>
    </dgm:pt>
    <dgm:pt modelId="{C2A5DE0A-7824-4E35-BB27-47DBE8541DB5}" type="sibTrans" cxnId="{955316F3-D59D-4E22-BAC5-4B54F7BE800A}">
      <dgm:prSet/>
      <dgm:spPr/>
      <dgm:t>
        <a:bodyPr/>
        <a:lstStyle/>
        <a:p>
          <a:endParaRPr lang="en-US"/>
        </a:p>
      </dgm:t>
    </dgm:pt>
    <dgm:pt modelId="{D264B8C8-0C74-4047-BC3D-D328ABB04B07}">
      <dgm:prSet phldrT="[Text]" custT="1"/>
      <dgm:spPr/>
      <dgm:t>
        <a:bodyPr/>
        <a:lstStyle/>
        <a:p>
          <a:r>
            <a:rPr lang="en-US" sz="1800" dirty="0" smtClean="0"/>
            <a:t>When a non-private sector actor that controls a technology  makes it available for private sector actors to use the technology.</a:t>
          </a:r>
          <a:endParaRPr lang="en-US" sz="1800" dirty="0"/>
        </a:p>
      </dgm:t>
    </dgm:pt>
    <dgm:pt modelId="{EFE8DCE1-CB9B-44C0-BE30-595BF1898A8E}" type="parTrans" cxnId="{DB884937-1E09-49E0-BABE-97AC4679294D}">
      <dgm:prSet/>
      <dgm:spPr/>
      <dgm:t>
        <a:bodyPr/>
        <a:lstStyle/>
        <a:p>
          <a:endParaRPr lang="en-US"/>
        </a:p>
      </dgm:t>
    </dgm:pt>
    <dgm:pt modelId="{E5F6790C-BCA3-4DEC-A52E-7D738F9F57BD}" type="sibTrans" cxnId="{DB884937-1E09-49E0-BABE-97AC4679294D}">
      <dgm:prSet/>
      <dgm:spPr/>
      <dgm:t>
        <a:bodyPr/>
        <a:lstStyle/>
        <a:p>
          <a:endParaRPr lang="en-US"/>
        </a:p>
      </dgm:t>
    </dgm:pt>
    <dgm:pt modelId="{38988576-B0AA-4C1A-9619-43A386D2A929}">
      <dgm:prSet phldrT="[Text]" custT="1"/>
      <dgm:spPr/>
      <dgm:t>
        <a:bodyPr/>
        <a:lstStyle/>
        <a:p>
          <a:r>
            <a:rPr lang="en-US" sz="1800" b="1" u="sng" dirty="0" smtClean="0"/>
            <a:t>Indicators</a:t>
          </a:r>
          <a:endParaRPr lang="en-US" sz="3300" b="1" u="sng" dirty="0"/>
        </a:p>
      </dgm:t>
    </dgm:pt>
    <dgm:pt modelId="{AA48F846-FDF7-46B2-8E10-A63DA435194B}" type="parTrans" cxnId="{359B345D-1425-490E-BB65-B1A59577003D}">
      <dgm:prSet/>
      <dgm:spPr/>
      <dgm:t>
        <a:bodyPr/>
        <a:lstStyle/>
        <a:p>
          <a:endParaRPr lang="en-US"/>
        </a:p>
      </dgm:t>
    </dgm:pt>
    <dgm:pt modelId="{34707D83-AD15-4F83-B9C6-839F2BAB8772}" type="sibTrans" cxnId="{359B345D-1425-490E-BB65-B1A59577003D}">
      <dgm:prSet/>
      <dgm:spPr/>
      <dgm:t>
        <a:bodyPr/>
        <a:lstStyle/>
        <a:p>
          <a:endParaRPr lang="en-US"/>
        </a:p>
      </dgm:t>
    </dgm:pt>
    <dgm:pt modelId="{1783039C-F21C-45A8-A1D1-7C275C084E3D}">
      <dgm:prSet phldrT="[Text]"/>
      <dgm:spPr/>
      <dgm:t>
        <a:bodyPr/>
        <a:lstStyle/>
        <a:p>
          <a:r>
            <a:rPr lang="en-US" dirty="0" smtClean="0"/>
            <a:t>License agreements</a:t>
          </a:r>
          <a:endParaRPr lang="en-US" dirty="0"/>
        </a:p>
      </dgm:t>
    </dgm:pt>
    <dgm:pt modelId="{F569BECA-BA1C-4C40-875B-712F7A86376F}" type="parTrans" cxnId="{E0F0A2D0-BB2E-4DC0-84B4-747BCEFEEA08}">
      <dgm:prSet/>
      <dgm:spPr/>
      <dgm:t>
        <a:bodyPr/>
        <a:lstStyle/>
        <a:p>
          <a:endParaRPr lang="en-US"/>
        </a:p>
      </dgm:t>
    </dgm:pt>
    <dgm:pt modelId="{4FB813B0-7843-48EA-BCAE-C990504F24DD}" type="sibTrans" cxnId="{E0F0A2D0-BB2E-4DC0-84B4-747BCEFEEA08}">
      <dgm:prSet/>
      <dgm:spPr/>
      <dgm:t>
        <a:bodyPr/>
        <a:lstStyle/>
        <a:p>
          <a:endParaRPr lang="en-US"/>
        </a:p>
      </dgm:t>
    </dgm:pt>
    <dgm:pt modelId="{9DE9336D-AADF-4D8E-9C4E-807ADE6BCA63}">
      <dgm:prSet phldrT="[Text]"/>
      <dgm:spPr/>
      <dgm:t>
        <a:bodyPr/>
        <a:lstStyle/>
        <a:p>
          <a:r>
            <a:rPr lang="en-US" dirty="0" smtClean="0"/>
            <a:t>Published peer-reviewed journal articles not associated with an allowed U.S. patent or active patent application</a:t>
          </a:r>
          <a:endParaRPr lang="en-US" dirty="0"/>
        </a:p>
      </dgm:t>
    </dgm:pt>
    <dgm:pt modelId="{4380BD09-1035-46CF-8F44-184F33D71D3D}" type="parTrans" cxnId="{BF2A65F3-4F6B-44F0-AA5E-BA8EAAD6636C}">
      <dgm:prSet/>
      <dgm:spPr/>
      <dgm:t>
        <a:bodyPr/>
        <a:lstStyle/>
        <a:p>
          <a:endParaRPr lang="en-US"/>
        </a:p>
      </dgm:t>
    </dgm:pt>
    <dgm:pt modelId="{C9AB8833-91B8-4065-A902-4885CBBF7363}" type="sibTrans" cxnId="{BF2A65F3-4F6B-44F0-AA5E-BA8EAAD6636C}">
      <dgm:prSet/>
      <dgm:spPr/>
      <dgm:t>
        <a:bodyPr/>
        <a:lstStyle/>
        <a:p>
          <a:endParaRPr lang="en-US"/>
        </a:p>
      </dgm:t>
    </dgm:pt>
    <dgm:pt modelId="{4413368B-ACCA-469B-9D0E-1FEFC4075FB0}" type="pres">
      <dgm:prSet presAssocID="{E12051B9-F660-41FB-9BFB-187ECABCD821}" presName="Name0" presStyleCnt="0">
        <dgm:presLayoutVars>
          <dgm:dir/>
          <dgm:animLvl val="lvl"/>
          <dgm:resizeHandles val="exact"/>
        </dgm:presLayoutVars>
      </dgm:prSet>
      <dgm:spPr/>
      <dgm:t>
        <a:bodyPr/>
        <a:lstStyle/>
        <a:p>
          <a:endParaRPr lang="en-US"/>
        </a:p>
      </dgm:t>
    </dgm:pt>
    <dgm:pt modelId="{8E1BCC0E-B989-4435-8915-645304C71A64}" type="pres">
      <dgm:prSet presAssocID="{56D25664-E470-4423-B8A9-9B6E4F3E9501}" presName="compositeNode" presStyleCnt="0">
        <dgm:presLayoutVars>
          <dgm:bulletEnabled val="1"/>
        </dgm:presLayoutVars>
      </dgm:prSet>
      <dgm:spPr/>
    </dgm:pt>
    <dgm:pt modelId="{5EE1D2E5-E13B-4FA3-A68E-FA18C8AD1A1A}" type="pres">
      <dgm:prSet presAssocID="{56D25664-E470-4423-B8A9-9B6E4F3E9501}" presName="bgRect" presStyleLbl="node1" presStyleIdx="0" presStyleCnt="3" custLinFactNeighborX="-3156" custLinFactNeighborY="-6309"/>
      <dgm:spPr/>
      <dgm:t>
        <a:bodyPr/>
        <a:lstStyle/>
        <a:p>
          <a:endParaRPr lang="en-US"/>
        </a:p>
      </dgm:t>
    </dgm:pt>
    <dgm:pt modelId="{1F2FC209-C6F9-4BD8-BE18-C50B50281548}" type="pres">
      <dgm:prSet presAssocID="{56D25664-E470-4423-B8A9-9B6E4F3E9501}" presName="parentNode" presStyleLbl="node1" presStyleIdx="0" presStyleCnt="3">
        <dgm:presLayoutVars>
          <dgm:chMax val="0"/>
          <dgm:bulletEnabled val="1"/>
        </dgm:presLayoutVars>
      </dgm:prSet>
      <dgm:spPr/>
      <dgm:t>
        <a:bodyPr/>
        <a:lstStyle/>
        <a:p>
          <a:endParaRPr lang="en-US"/>
        </a:p>
      </dgm:t>
    </dgm:pt>
    <dgm:pt modelId="{0F07502A-98A4-4880-9779-27EA2BEB6F02}" type="pres">
      <dgm:prSet presAssocID="{56D25664-E470-4423-B8A9-9B6E4F3E9501}" presName="childNode" presStyleLbl="node1" presStyleIdx="0" presStyleCnt="3">
        <dgm:presLayoutVars>
          <dgm:bulletEnabled val="1"/>
        </dgm:presLayoutVars>
      </dgm:prSet>
      <dgm:spPr/>
      <dgm:t>
        <a:bodyPr/>
        <a:lstStyle/>
        <a:p>
          <a:endParaRPr lang="en-US"/>
        </a:p>
      </dgm:t>
    </dgm:pt>
    <dgm:pt modelId="{13ACBB4E-2F0C-4773-92A7-F091255EA962}" type="pres">
      <dgm:prSet presAssocID="{0513D618-905F-43E6-8DF3-0764A99732D8}" presName="hSp" presStyleCnt="0"/>
      <dgm:spPr/>
    </dgm:pt>
    <dgm:pt modelId="{BAD87237-2D53-4DFC-BA2E-02EC39493885}" type="pres">
      <dgm:prSet presAssocID="{0513D618-905F-43E6-8DF3-0764A99732D8}" presName="vProcSp" presStyleCnt="0"/>
      <dgm:spPr/>
    </dgm:pt>
    <dgm:pt modelId="{221F174E-2568-4C2B-B98A-B21C733FC119}" type="pres">
      <dgm:prSet presAssocID="{0513D618-905F-43E6-8DF3-0764A99732D8}" presName="vSp1" presStyleCnt="0"/>
      <dgm:spPr/>
    </dgm:pt>
    <dgm:pt modelId="{45668240-D897-4FC1-8421-6DD785B65040}" type="pres">
      <dgm:prSet presAssocID="{0513D618-905F-43E6-8DF3-0764A99732D8}" presName="simulatedConn" presStyleLbl="solidFgAcc1" presStyleIdx="0" presStyleCnt="2"/>
      <dgm:spPr/>
    </dgm:pt>
    <dgm:pt modelId="{50ECFA14-9F36-4C35-911C-A780FF037D2C}" type="pres">
      <dgm:prSet presAssocID="{0513D618-905F-43E6-8DF3-0764A99732D8}" presName="vSp2" presStyleCnt="0"/>
      <dgm:spPr/>
    </dgm:pt>
    <dgm:pt modelId="{B0CEB5DD-B27E-454F-A39C-A559A187214D}" type="pres">
      <dgm:prSet presAssocID="{0513D618-905F-43E6-8DF3-0764A99732D8}" presName="sibTrans" presStyleCnt="0"/>
      <dgm:spPr/>
    </dgm:pt>
    <dgm:pt modelId="{4BB7D377-EFD6-4B5D-AFC7-E199B4378248}" type="pres">
      <dgm:prSet presAssocID="{E7E09A88-A855-416A-B17D-5608BAB5F968}" presName="compositeNode" presStyleCnt="0">
        <dgm:presLayoutVars>
          <dgm:bulletEnabled val="1"/>
        </dgm:presLayoutVars>
      </dgm:prSet>
      <dgm:spPr/>
    </dgm:pt>
    <dgm:pt modelId="{63E694CA-EB8A-49E7-8F7E-40E9648E8D50}" type="pres">
      <dgm:prSet presAssocID="{E7E09A88-A855-416A-B17D-5608BAB5F968}" presName="bgRect" presStyleLbl="node1" presStyleIdx="1" presStyleCnt="3"/>
      <dgm:spPr/>
      <dgm:t>
        <a:bodyPr/>
        <a:lstStyle/>
        <a:p>
          <a:endParaRPr lang="en-US"/>
        </a:p>
      </dgm:t>
    </dgm:pt>
    <dgm:pt modelId="{84855266-605F-4E2F-859A-33AF21B4CC74}" type="pres">
      <dgm:prSet presAssocID="{E7E09A88-A855-416A-B17D-5608BAB5F968}" presName="parentNode" presStyleLbl="node1" presStyleIdx="1" presStyleCnt="3">
        <dgm:presLayoutVars>
          <dgm:chMax val="0"/>
          <dgm:bulletEnabled val="1"/>
        </dgm:presLayoutVars>
      </dgm:prSet>
      <dgm:spPr/>
      <dgm:t>
        <a:bodyPr/>
        <a:lstStyle/>
        <a:p>
          <a:endParaRPr lang="en-US"/>
        </a:p>
      </dgm:t>
    </dgm:pt>
    <dgm:pt modelId="{27D5C2FA-66B3-4507-8DD9-0DFEBE9E49C4}" type="pres">
      <dgm:prSet presAssocID="{E7E09A88-A855-416A-B17D-5608BAB5F968}" presName="childNode" presStyleLbl="node1" presStyleIdx="1" presStyleCnt="3">
        <dgm:presLayoutVars>
          <dgm:bulletEnabled val="1"/>
        </dgm:presLayoutVars>
      </dgm:prSet>
      <dgm:spPr/>
      <dgm:t>
        <a:bodyPr/>
        <a:lstStyle/>
        <a:p>
          <a:endParaRPr lang="en-US"/>
        </a:p>
      </dgm:t>
    </dgm:pt>
    <dgm:pt modelId="{AE508BEB-62F7-4273-AFD9-13F02568DD39}" type="pres">
      <dgm:prSet presAssocID="{C2A5DE0A-7824-4E35-BB27-47DBE8541DB5}" presName="hSp" presStyleCnt="0"/>
      <dgm:spPr/>
    </dgm:pt>
    <dgm:pt modelId="{20A68127-C095-4D4D-B36C-96BA54B85DB0}" type="pres">
      <dgm:prSet presAssocID="{C2A5DE0A-7824-4E35-BB27-47DBE8541DB5}" presName="vProcSp" presStyleCnt="0"/>
      <dgm:spPr/>
    </dgm:pt>
    <dgm:pt modelId="{00D4E5B4-15FE-4223-8CF1-EADD9A7F1E52}" type="pres">
      <dgm:prSet presAssocID="{C2A5DE0A-7824-4E35-BB27-47DBE8541DB5}" presName="vSp1" presStyleCnt="0"/>
      <dgm:spPr/>
    </dgm:pt>
    <dgm:pt modelId="{0B1D8E78-2B68-4C5D-9329-AB01D008FC04}" type="pres">
      <dgm:prSet presAssocID="{C2A5DE0A-7824-4E35-BB27-47DBE8541DB5}" presName="simulatedConn" presStyleLbl="solidFgAcc1" presStyleIdx="1" presStyleCnt="2"/>
      <dgm:spPr/>
    </dgm:pt>
    <dgm:pt modelId="{E447F79B-3147-4AFA-97C4-CCAE6DBFF058}" type="pres">
      <dgm:prSet presAssocID="{C2A5DE0A-7824-4E35-BB27-47DBE8541DB5}" presName="vSp2" presStyleCnt="0"/>
      <dgm:spPr/>
    </dgm:pt>
    <dgm:pt modelId="{EAB02694-BB77-4688-815D-9FF6A75A2E23}" type="pres">
      <dgm:prSet presAssocID="{C2A5DE0A-7824-4E35-BB27-47DBE8541DB5}" presName="sibTrans" presStyleCnt="0"/>
      <dgm:spPr/>
    </dgm:pt>
    <dgm:pt modelId="{897A3698-2D97-4DDC-95D9-A0BDC45706A4}" type="pres">
      <dgm:prSet presAssocID="{38988576-B0AA-4C1A-9619-43A386D2A929}" presName="compositeNode" presStyleCnt="0">
        <dgm:presLayoutVars>
          <dgm:bulletEnabled val="1"/>
        </dgm:presLayoutVars>
      </dgm:prSet>
      <dgm:spPr/>
    </dgm:pt>
    <dgm:pt modelId="{89F889ED-FCCD-445E-BB3B-3F65B70521C8}" type="pres">
      <dgm:prSet presAssocID="{38988576-B0AA-4C1A-9619-43A386D2A929}" presName="bgRect" presStyleLbl="node1" presStyleIdx="2" presStyleCnt="3"/>
      <dgm:spPr/>
      <dgm:t>
        <a:bodyPr/>
        <a:lstStyle/>
        <a:p>
          <a:endParaRPr lang="en-US"/>
        </a:p>
      </dgm:t>
    </dgm:pt>
    <dgm:pt modelId="{7A9FE149-B78D-4591-8ED3-6FAE619303EF}" type="pres">
      <dgm:prSet presAssocID="{38988576-B0AA-4C1A-9619-43A386D2A929}" presName="parentNode" presStyleLbl="node1" presStyleIdx="2" presStyleCnt="3">
        <dgm:presLayoutVars>
          <dgm:chMax val="0"/>
          <dgm:bulletEnabled val="1"/>
        </dgm:presLayoutVars>
      </dgm:prSet>
      <dgm:spPr/>
      <dgm:t>
        <a:bodyPr/>
        <a:lstStyle/>
        <a:p>
          <a:endParaRPr lang="en-US"/>
        </a:p>
      </dgm:t>
    </dgm:pt>
    <dgm:pt modelId="{545B6FF8-55C8-4464-AD34-37C6C75F354E}" type="pres">
      <dgm:prSet presAssocID="{38988576-B0AA-4C1A-9619-43A386D2A929}" presName="childNode" presStyleLbl="node1" presStyleIdx="2" presStyleCnt="3">
        <dgm:presLayoutVars>
          <dgm:bulletEnabled val="1"/>
        </dgm:presLayoutVars>
      </dgm:prSet>
      <dgm:spPr/>
      <dgm:t>
        <a:bodyPr/>
        <a:lstStyle/>
        <a:p>
          <a:endParaRPr lang="en-US"/>
        </a:p>
      </dgm:t>
    </dgm:pt>
  </dgm:ptLst>
  <dgm:cxnLst>
    <dgm:cxn modelId="{874CAB56-E993-4BA7-B073-DD6F211AB452}" srcId="{E12051B9-F660-41FB-9BFB-187ECABCD821}" destId="{56D25664-E470-4423-B8A9-9B6E4F3E9501}" srcOrd="0" destOrd="0" parTransId="{AE225F17-CB4A-4698-895E-495209A24EDD}" sibTransId="{0513D618-905F-43E6-8DF3-0764A99732D8}"/>
    <dgm:cxn modelId="{C5F869C1-8FEF-4035-9EC3-FDF0092FF2C9}" srcId="{56D25664-E470-4423-B8A9-9B6E4F3E9501}" destId="{F754AD28-8B54-47D9-83F1-8D45F35B4A81}" srcOrd="0" destOrd="0" parTransId="{26AD8160-5FF5-41BE-AFAF-E29D66F0469B}" sibTransId="{BE9BECBC-F94F-4E2F-BDB2-93E8BAEBEFE7}"/>
    <dgm:cxn modelId="{F8FCC7AB-92A5-4A16-A6AD-7187F0E7AEFC}" type="presOf" srcId="{1783039C-F21C-45A8-A1D1-7C275C084E3D}" destId="{545B6FF8-55C8-4464-AD34-37C6C75F354E}" srcOrd="0" destOrd="0" presId="urn:microsoft.com/office/officeart/2005/8/layout/hProcess7"/>
    <dgm:cxn modelId="{E3842FE3-04D6-43DE-B627-B32918CA4B88}" type="presOf" srcId="{E7E09A88-A855-416A-B17D-5608BAB5F968}" destId="{84855266-605F-4E2F-859A-33AF21B4CC74}" srcOrd="1" destOrd="0" presId="urn:microsoft.com/office/officeart/2005/8/layout/hProcess7"/>
    <dgm:cxn modelId="{7D2DB298-91A6-443F-8736-43AE036EBA9F}" type="presOf" srcId="{E12051B9-F660-41FB-9BFB-187ECABCD821}" destId="{4413368B-ACCA-469B-9D0E-1FEFC4075FB0}" srcOrd="0" destOrd="0" presId="urn:microsoft.com/office/officeart/2005/8/layout/hProcess7"/>
    <dgm:cxn modelId="{4FB3DA12-445E-4743-AE60-A60A5B96666C}" type="presOf" srcId="{9DE9336D-AADF-4D8E-9C4E-807ADE6BCA63}" destId="{545B6FF8-55C8-4464-AD34-37C6C75F354E}" srcOrd="0" destOrd="1" presId="urn:microsoft.com/office/officeart/2005/8/layout/hProcess7"/>
    <dgm:cxn modelId="{359B345D-1425-490E-BB65-B1A59577003D}" srcId="{E12051B9-F660-41FB-9BFB-187ECABCD821}" destId="{38988576-B0AA-4C1A-9619-43A386D2A929}" srcOrd="2" destOrd="0" parTransId="{AA48F846-FDF7-46B2-8E10-A63DA435194B}" sibTransId="{34707D83-AD15-4F83-B9C6-839F2BAB8772}"/>
    <dgm:cxn modelId="{BF2A65F3-4F6B-44F0-AA5E-BA8EAAD6636C}" srcId="{38988576-B0AA-4C1A-9619-43A386D2A929}" destId="{9DE9336D-AADF-4D8E-9C4E-807ADE6BCA63}" srcOrd="1" destOrd="0" parTransId="{4380BD09-1035-46CF-8F44-184F33D71D3D}" sibTransId="{C9AB8833-91B8-4065-A902-4885CBBF7363}"/>
    <dgm:cxn modelId="{667BD248-A687-4B08-A176-2CB5E7D2680B}" type="presOf" srcId="{56D25664-E470-4423-B8A9-9B6E4F3E9501}" destId="{5EE1D2E5-E13B-4FA3-A68E-FA18C8AD1A1A}" srcOrd="0" destOrd="0" presId="urn:microsoft.com/office/officeart/2005/8/layout/hProcess7"/>
    <dgm:cxn modelId="{F830D7D9-A456-4DE6-9654-798F02621C0A}" type="presOf" srcId="{E7E09A88-A855-416A-B17D-5608BAB5F968}" destId="{63E694CA-EB8A-49E7-8F7E-40E9648E8D50}" srcOrd="0" destOrd="0" presId="urn:microsoft.com/office/officeart/2005/8/layout/hProcess7"/>
    <dgm:cxn modelId="{C8FBBB7F-FC29-43CE-AE78-6633D57E0FC2}" type="presOf" srcId="{38988576-B0AA-4C1A-9619-43A386D2A929}" destId="{89F889ED-FCCD-445E-BB3B-3F65B70521C8}" srcOrd="0" destOrd="0" presId="urn:microsoft.com/office/officeart/2005/8/layout/hProcess7"/>
    <dgm:cxn modelId="{CB92375D-5766-4AEE-9176-1B37A2DBA71D}" type="presOf" srcId="{D264B8C8-0C74-4047-BC3D-D328ABB04B07}" destId="{27D5C2FA-66B3-4507-8DD9-0DFEBE9E49C4}" srcOrd="0" destOrd="0" presId="urn:microsoft.com/office/officeart/2005/8/layout/hProcess7"/>
    <dgm:cxn modelId="{E1D4C321-A056-478E-AA30-B0E9DD781BFF}" type="presOf" srcId="{38988576-B0AA-4C1A-9619-43A386D2A929}" destId="{7A9FE149-B78D-4591-8ED3-6FAE619303EF}" srcOrd="1" destOrd="0" presId="urn:microsoft.com/office/officeart/2005/8/layout/hProcess7"/>
    <dgm:cxn modelId="{955316F3-D59D-4E22-BAC5-4B54F7BE800A}" srcId="{E12051B9-F660-41FB-9BFB-187ECABCD821}" destId="{E7E09A88-A855-416A-B17D-5608BAB5F968}" srcOrd="1" destOrd="0" parTransId="{791A9365-62E9-4724-B5DD-36351582D82E}" sibTransId="{C2A5DE0A-7824-4E35-BB27-47DBE8541DB5}"/>
    <dgm:cxn modelId="{2692AF38-622D-46CC-97F5-0A564AB5E3AA}" type="presOf" srcId="{F754AD28-8B54-47D9-83F1-8D45F35B4A81}" destId="{0F07502A-98A4-4880-9779-27EA2BEB6F02}" srcOrd="0" destOrd="0" presId="urn:microsoft.com/office/officeart/2005/8/layout/hProcess7"/>
    <dgm:cxn modelId="{D2F0BC61-E864-45E4-AC1C-3F8441CC666C}" type="presOf" srcId="{56D25664-E470-4423-B8A9-9B6E4F3E9501}" destId="{1F2FC209-C6F9-4BD8-BE18-C50B50281548}" srcOrd="1" destOrd="0" presId="urn:microsoft.com/office/officeart/2005/8/layout/hProcess7"/>
    <dgm:cxn modelId="{DB884937-1E09-49E0-BABE-97AC4679294D}" srcId="{E7E09A88-A855-416A-B17D-5608BAB5F968}" destId="{D264B8C8-0C74-4047-BC3D-D328ABB04B07}" srcOrd="0" destOrd="0" parTransId="{EFE8DCE1-CB9B-44C0-BE30-595BF1898A8E}" sibTransId="{E5F6790C-BCA3-4DEC-A52E-7D738F9F57BD}"/>
    <dgm:cxn modelId="{E0F0A2D0-BB2E-4DC0-84B4-747BCEFEEA08}" srcId="{38988576-B0AA-4C1A-9619-43A386D2A929}" destId="{1783039C-F21C-45A8-A1D1-7C275C084E3D}" srcOrd="0" destOrd="0" parTransId="{F569BECA-BA1C-4C40-875B-712F7A86376F}" sibTransId="{4FB813B0-7843-48EA-BCAE-C990504F24DD}"/>
    <dgm:cxn modelId="{19545689-BEC6-47B5-B5A6-AA14EA576211}" type="presParOf" srcId="{4413368B-ACCA-469B-9D0E-1FEFC4075FB0}" destId="{8E1BCC0E-B989-4435-8915-645304C71A64}" srcOrd="0" destOrd="0" presId="urn:microsoft.com/office/officeart/2005/8/layout/hProcess7"/>
    <dgm:cxn modelId="{10C652BE-EB4F-499C-A911-C4F2803EA3F9}" type="presParOf" srcId="{8E1BCC0E-B989-4435-8915-645304C71A64}" destId="{5EE1D2E5-E13B-4FA3-A68E-FA18C8AD1A1A}" srcOrd="0" destOrd="0" presId="urn:microsoft.com/office/officeart/2005/8/layout/hProcess7"/>
    <dgm:cxn modelId="{CDB6F888-BBE8-43E4-B009-9D5D138EF8DE}" type="presParOf" srcId="{8E1BCC0E-B989-4435-8915-645304C71A64}" destId="{1F2FC209-C6F9-4BD8-BE18-C50B50281548}" srcOrd="1" destOrd="0" presId="urn:microsoft.com/office/officeart/2005/8/layout/hProcess7"/>
    <dgm:cxn modelId="{1352B16A-163A-45D7-B97F-5CA2749E2AF8}" type="presParOf" srcId="{8E1BCC0E-B989-4435-8915-645304C71A64}" destId="{0F07502A-98A4-4880-9779-27EA2BEB6F02}" srcOrd="2" destOrd="0" presId="urn:microsoft.com/office/officeart/2005/8/layout/hProcess7"/>
    <dgm:cxn modelId="{096342D7-1394-4C06-A75F-F6FA6E9921EA}" type="presParOf" srcId="{4413368B-ACCA-469B-9D0E-1FEFC4075FB0}" destId="{13ACBB4E-2F0C-4773-92A7-F091255EA962}" srcOrd="1" destOrd="0" presId="urn:microsoft.com/office/officeart/2005/8/layout/hProcess7"/>
    <dgm:cxn modelId="{0551D5B9-3EF2-46B4-BDE7-420434119845}" type="presParOf" srcId="{4413368B-ACCA-469B-9D0E-1FEFC4075FB0}" destId="{BAD87237-2D53-4DFC-BA2E-02EC39493885}" srcOrd="2" destOrd="0" presId="urn:microsoft.com/office/officeart/2005/8/layout/hProcess7"/>
    <dgm:cxn modelId="{B8881A1D-E61C-493F-B384-13DC7053DB24}" type="presParOf" srcId="{BAD87237-2D53-4DFC-BA2E-02EC39493885}" destId="{221F174E-2568-4C2B-B98A-B21C733FC119}" srcOrd="0" destOrd="0" presId="urn:microsoft.com/office/officeart/2005/8/layout/hProcess7"/>
    <dgm:cxn modelId="{1EA37D4D-2ABA-449D-955B-DD8F7BDFDA60}" type="presParOf" srcId="{BAD87237-2D53-4DFC-BA2E-02EC39493885}" destId="{45668240-D897-4FC1-8421-6DD785B65040}" srcOrd="1" destOrd="0" presId="urn:microsoft.com/office/officeart/2005/8/layout/hProcess7"/>
    <dgm:cxn modelId="{32D119EF-9081-4844-9B36-FC88499D254A}" type="presParOf" srcId="{BAD87237-2D53-4DFC-BA2E-02EC39493885}" destId="{50ECFA14-9F36-4C35-911C-A780FF037D2C}" srcOrd="2" destOrd="0" presId="urn:microsoft.com/office/officeart/2005/8/layout/hProcess7"/>
    <dgm:cxn modelId="{DC7198BB-674A-423B-93A5-62B803FF5316}" type="presParOf" srcId="{4413368B-ACCA-469B-9D0E-1FEFC4075FB0}" destId="{B0CEB5DD-B27E-454F-A39C-A559A187214D}" srcOrd="3" destOrd="0" presId="urn:microsoft.com/office/officeart/2005/8/layout/hProcess7"/>
    <dgm:cxn modelId="{7B4FFE71-25B7-4297-AC88-98B40DC03482}" type="presParOf" srcId="{4413368B-ACCA-469B-9D0E-1FEFC4075FB0}" destId="{4BB7D377-EFD6-4B5D-AFC7-E199B4378248}" srcOrd="4" destOrd="0" presId="urn:microsoft.com/office/officeart/2005/8/layout/hProcess7"/>
    <dgm:cxn modelId="{A2947C3B-FC5A-4282-BA40-F6AAF3B8518B}" type="presParOf" srcId="{4BB7D377-EFD6-4B5D-AFC7-E199B4378248}" destId="{63E694CA-EB8A-49E7-8F7E-40E9648E8D50}" srcOrd="0" destOrd="0" presId="urn:microsoft.com/office/officeart/2005/8/layout/hProcess7"/>
    <dgm:cxn modelId="{E2074A85-2BD0-4221-A8DA-40F50206FF1A}" type="presParOf" srcId="{4BB7D377-EFD6-4B5D-AFC7-E199B4378248}" destId="{84855266-605F-4E2F-859A-33AF21B4CC74}" srcOrd="1" destOrd="0" presId="urn:microsoft.com/office/officeart/2005/8/layout/hProcess7"/>
    <dgm:cxn modelId="{40A5385F-CA1C-45B4-BC6F-83E8979599A8}" type="presParOf" srcId="{4BB7D377-EFD6-4B5D-AFC7-E199B4378248}" destId="{27D5C2FA-66B3-4507-8DD9-0DFEBE9E49C4}" srcOrd="2" destOrd="0" presId="urn:microsoft.com/office/officeart/2005/8/layout/hProcess7"/>
    <dgm:cxn modelId="{A832FC8C-9873-400C-B051-6BA2F7323F1B}" type="presParOf" srcId="{4413368B-ACCA-469B-9D0E-1FEFC4075FB0}" destId="{AE508BEB-62F7-4273-AFD9-13F02568DD39}" srcOrd="5" destOrd="0" presId="urn:microsoft.com/office/officeart/2005/8/layout/hProcess7"/>
    <dgm:cxn modelId="{B423A806-8D92-458E-94B6-4CECDD6B1219}" type="presParOf" srcId="{4413368B-ACCA-469B-9D0E-1FEFC4075FB0}" destId="{20A68127-C095-4D4D-B36C-96BA54B85DB0}" srcOrd="6" destOrd="0" presId="urn:microsoft.com/office/officeart/2005/8/layout/hProcess7"/>
    <dgm:cxn modelId="{EF35A298-DE3D-4C74-B110-258A7E9C983E}" type="presParOf" srcId="{20A68127-C095-4D4D-B36C-96BA54B85DB0}" destId="{00D4E5B4-15FE-4223-8CF1-EADD9A7F1E52}" srcOrd="0" destOrd="0" presId="urn:microsoft.com/office/officeart/2005/8/layout/hProcess7"/>
    <dgm:cxn modelId="{B598C75F-B7AF-4266-85B4-E89168D1354A}" type="presParOf" srcId="{20A68127-C095-4D4D-B36C-96BA54B85DB0}" destId="{0B1D8E78-2B68-4C5D-9329-AB01D008FC04}" srcOrd="1" destOrd="0" presId="urn:microsoft.com/office/officeart/2005/8/layout/hProcess7"/>
    <dgm:cxn modelId="{69B0A980-810B-4171-AE5B-E671C7001C1E}" type="presParOf" srcId="{20A68127-C095-4D4D-B36C-96BA54B85DB0}" destId="{E447F79B-3147-4AFA-97C4-CCAE6DBFF058}" srcOrd="2" destOrd="0" presId="urn:microsoft.com/office/officeart/2005/8/layout/hProcess7"/>
    <dgm:cxn modelId="{AA11E27D-00E3-4857-AA1E-D50D1AF55AB9}" type="presParOf" srcId="{4413368B-ACCA-469B-9D0E-1FEFC4075FB0}" destId="{EAB02694-BB77-4688-815D-9FF6A75A2E23}" srcOrd="7" destOrd="0" presId="urn:microsoft.com/office/officeart/2005/8/layout/hProcess7"/>
    <dgm:cxn modelId="{DF0297CC-EE00-4F42-9BC4-9C861949AD93}" type="presParOf" srcId="{4413368B-ACCA-469B-9D0E-1FEFC4075FB0}" destId="{897A3698-2D97-4DDC-95D9-A0BDC45706A4}" srcOrd="8" destOrd="0" presId="urn:microsoft.com/office/officeart/2005/8/layout/hProcess7"/>
    <dgm:cxn modelId="{CE4ECD4A-9C95-47CB-988A-914400171C42}" type="presParOf" srcId="{897A3698-2D97-4DDC-95D9-A0BDC45706A4}" destId="{89F889ED-FCCD-445E-BB3B-3F65B70521C8}" srcOrd="0" destOrd="0" presId="urn:microsoft.com/office/officeart/2005/8/layout/hProcess7"/>
    <dgm:cxn modelId="{A15E83F6-4914-4875-8942-4A9C1F1D78FB}" type="presParOf" srcId="{897A3698-2D97-4DDC-95D9-A0BDC45706A4}" destId="{7A9FE149-B78D-4591-8ED3-6FAE619303EF}" srcOrd="1" destOrd="0" presId="urn:microsoft.com/office/officeart/2005/8/layout/hProcess7"/>
    <dgm:cxn modelId="{D93480F3-73C7-4C4D-BB49-DDC33CAA6994}" type="presParOf" srcId="{897A3698-2D97-4DDC-95D9-A0BDC45706A4}" destId="{545B6FF8-55C8-4464-AD34-37C6C75F354E}" srcOrd="2" destOrd="0" presId="urn:microsoft.com/office/officeart/2005/8/layout/hProcess7"/>
  </dgm:cxnLst>
  <dgm:bg/>
  <dgm:whole/>
  <dgm:extLst>
    <a:ext uri="http://schemas.microsoft.com/office/drawing/2008/diagram">
      <dsp:dataModelExt xmlns:dsp="http://schemas.microsoft.com/office/drawing/2008/diagram" relId="rId11" minVer="http://schemas.openxmlformats.org/drawingml/2006/diagram"/>
    </a:ext>
  </dgm:extLst>
</dgm:dataModel>
</file>

<file path=ppt/diagrams/data11.xml><?xml version="1.0" encoding="utf-8"?>
<dgm:dataModel xmlns:dgm="http://schemas.openxmlformats.org/drawingml/2006/diagram" xmlns:a="http://schemas.openxmlformats.org/drawingml/2006/main">
  <dgm:ptLst>
    <dgm:pt modelId="{E12051B9-F660-41FB-9BFB-187ECABCD821}" type="doc">
      <dgm:prSet loTypeId="urn:microsoft.com/office/officeart/2005/8/layout/hProcess7" loCatId="list" qsTypeId="urn:microsoft.com/office/officeart/2005/8/quickstyle/simple1" qsCatId="simple" csTypeId="urn:microsoft.com/office/officeart/2005/8/colors/colorful1" csCatId="colorful" phldr="1"/>
      <dgm:spPr/>
      <dgm:t>
        <a:bodyPr/>
        <a:lstStyle/>
        <a:p>
          <a:endParaRPr lang="en-US"/>
        </a:p>
      </dgm:t>
    </dgm:pt>
    <dgm:pt modelId="{56D25664-E470-4423-B8A9-9B6E4F3E9501}">
      <dgm:prSet phldrT="[Text]" custT="1"/>
      <dgm:spPr/>
      <dgm:t>
        <a:bodyPr/>
        <a:lstStyle/>
        <a:p>
          <a:r>
            <a:rPr lang="en-US" sz="1800" b="1" u="sng" dirty="0" smtClean="0"/>
            <a:t>Construct</a:t>
          </a:r>
          <a:endParaRPr lang="en-US" sz="1800" b="1" u="sng" dirty="0"/>
        </a:p>
      </dgm:t>
    </dgm:pt>
    <dgm:pt modelId="{AE225F17-CB4A-4698-895E-495209A24EDD}" type="parTrans" cxnId="{874CAB56-E993-4BA7-B073-DD6F211AB452}">
      <dgm:prSet/>
      <dgm:spPr/>
      <dgm:t>
        <a:bodyPr/>
        <a:lstStyle/>
        <a:p>
          <a:endParaRPr lang="en-US"/>
        </a:p>
      </dgm:t>
    </dgm:pt>
    <dgm:pt modelId="{0513D618-905F-43E6-8DF3-0764A99732D8}" type="sibTrans" cxnId="{874CAB56-E993-4BA7-B073-DD6F211AB452}">
      <dgm:prSet/>
      <dgm:spPr/>
      <dgm:t>
        <a:bodyPr/>
        <a:lstStyle/>
        <a:p>
          <a:endParaRPr lang="en-US"/>
        </a:p>
      </dgm:t>
    </dgm:pt>
    <dgm:pt modelId="{F754AD28-8B54-47D9-83F1-8D45F35B4A81}">
      <dgm:prSet phldrT="[Text]"/>
      <dgm:spPr/>
      <dgm:t>
        <a:bodyPr/>
        <a:lstStyle/>
        <a:p>
          <a:r>
            <a:rPr lang="en-US" dirty="0" smtClean="0"/>
            <a:t>Development Stage</a:t>
          </a:r>
          <a:endParaRPr lang="en-US" dirty="0"/>
        </a:p>
      </dgm:t>
    </dgm:pt>
    <dgm:pt modelId="{26AD8160-5FF5-41BE-AFAF-E29D66F0469B}" type="parTrans" cxnId="{C5F869C1-8FEF-4035-9EC3-FDF0092FF2C9}">
      <dgm:prSet/>
      <dgm:spPr/>
      <dgm:t>
        <a:bodyPr/>
        <a:lstStyle/>
        <a:p>
          <a:endParaRPr lang="en-US"/>
        </a:p>
      </dgm:t>
    </dgm:pt>
    <dgm:pt modelId="{BE9BECBC-F94F-4E2F-BDB2-93E8BAEBEFE7}" type="sibTrans" cxnId="{C5F869C1-8FEF-4035-9EC3-FDF0092FF2C9}">
      <dgm:prSet/>
      <dgm:spPr/>
      <dgm:t>
        <a:bodyPr/>
        <a:lstStyle/>
        <a:p>
          <a:endParaRPr lang="en-US"/>
        </a:p>
      </dgm:t>
    </dgm:pt>
    <dgm:pt modelId="{E7E09A88-A855-416A-B17D-5608BAB5F968}">
      <dgm:prSet phldrT="[Text]" custT="1"/>
      <dgm:spPr/>
      <dgm:t>
        <a:bodyPr/>
        <a:lstStyle/>
        <a:p>
          <a:r>
            <a:rPr lang="en-US" sz="1800" b="1" u="sng" dirty="0" smtClean="0"/>
            <a:t>Operationalization</a:t>
          </a:r>
          <a:endParaRPr lang="en-US" sz="1800" b="1" u="sng" dirty="0"/>
        </a:p>
      </dgm:t>
    </dgm:pt>
    <dgm:pt modelId="{791A9365-62E9-4724-B5DD-36351582D82E}" type="parTrans" cxnId="{955316F3-D59D-4E22-BAC5-4B54F7BE800A}">
      <dgm:prSet/>
      <dgm:spPr/>
      <dgm:t>
        <a:bodyPr/>
        <a:lstStyle/>
        <a:p>
          <a:endParaRPr lang="en-US"/>
        </a:p>
      </dgm:t>
    </dgm:pt>
    <dgm:pt modelId="{C2A5DE0A-7824-4E35-BB27-47DBE8541DB5}" type="sibTrans" cxnId="{955316F3-D59D-4E22-BAC5-4B54F7BE800A}">
      <dgm:prSet/>
      <dgm:spPr/>
      <dgm:t>
        <a:bodyPr/>
        <a:lstStyle/>
        <a:p>
          <a:endParaRPr lang="en-US"/>
        </a:p>
      </dgm:t>
    </dgm:pt>
    <dgm:pt modelId="{D264B8C8-0C74-4047-BC3D-D328ABB04B07}">
      <dgm:prSet phldrT="[Text]" custT="1"/>
      <dgm:spPr/>
      <dgm:t>
        <a:bodyPr/>
        <a:lstStyle/>
        <a:p>
          <a:r>
            <a:rPr lang="en-US" sz="1800" dirty="0" smtClean="0"/>
            <a:t>The state of progress of an R&amp;D project as described by a modified technology readiness level (TRL) scale.</a:t>
          </a:r>
          <a:endParaRPr lang="en-US" sz="1800" dirty="0"/>
        </a:p>
      </dgm:t>
    </dgm:pt>
    <dgm:pt modelId="{EFE8DCE1-CB9B-44C0-BE30-595BF1898A8E}" type="parTrans" cxnId="{DB884937-1E09-49E0-BABE-97AC4679294D}">
      <dgm:prSet/>
      <dgm:spPr/>
      <dgm:t>
        <a:bodyPr/>
        <a:lstStyle/>
        <a:p>
          <a:endParaRPr lang="en-US"/>
        </a:p>
      </dgm:t>
    </dgm:pt>
    <dgm:pt modelId="{E5F6790C-BCA3-4DEC-A52E-7D738F9F57BD}" type="sibTrans" cxnId="{DB884937-1E09-49E0-BABE-97AC4679294D}">
      <dgm:prSet/>
      <dgm:spPr/>
      <dgm:t>
        <a:bodyPr/>
        <a:lstStyle/>
        <a:p>
          <a:endParaRPr lang="en-US"/>
        </a:p>
      </dgm:t>
    </dgm:pt>
    <dgm:pt modelId="{38988576-B0AA-4C1A-9619-43A386D2A929}">
      <dgm:prSet phldrT="[Text]" custT="1"/>
      <dgm:spPr/>
      <dgm:t>
        <a:bodyPr/>
        <a:lstStyle/>
        <a:p>
          <a:r>
            <a:rPr lang="en-US" sz="1800" b="1" u="sng" dirty="0" smtClean="0"/>
            <a:t>Indicators</a:t>
          </a:r>
          <a:endParaRPr lang="en-US" sz="1800" b="1" u="sng" dirty="0"/>
        </a:p>
      </dgm:t>
    </dgm:pt>
    <dgm:pt modelId="{AA48F846-FDF7-46B2-8E10-A63DA435194B}" type="parTrans" cxnId="{359B345D-1425-490E-BB65-B1A59577003D}">
      <dgm:prSet/>
      <dgm:spPr/>
      <dgm:t>
        <a:bodyPr/>
        <a:lstStyle/>
        <a:p>
          <a:endParaRPr lang="en-US"/>
        </a:p>
      </dgm:t>
    </dgm:pt>
    <dgm:pt modelId="{34707D83-AD15-4F83-B9C6-839F2BAB8772}" type="sibTrans" cxnId="{359B345D-1425-490E-BB65-B1A59577003D}">
      <dgm:prSet/>
      <dgm:spPr/>
      <dgm:t>
        <a:bodyPr/>
        <a:lstStyle/>
        <a:p>
          <a:endParaRPr lang="en-US"/>
        </a:p>
      </dgm:t>
    </dgm:pt>
    <dgm:pt modelId="{1783039C-F21C-45A8-A1D1-7C275C084E3D}">
      <dgm:prSet phldrT="[Text]" custT="1"/>
      <dgm:spPr/>
      <dgm:t>
        <a:bodyPr/>
        <a:lstStyle/>
        <a:p>
          <a:r>
            <a:rPr lang="en-US" sz="1800" dirty="0" smtClean="0"/>
            <a:t>R&amp;D project abstracts</a:t>
          </a:r>
        </a:p>
        <a:p>
          <a:r>
            <a:rPr lang="en-US" sz="1800" dirty="0" smtClean="0"/>
            <a:t>R&amp;D project reports</a:t>
          </a:r>
          <a:endParaRPr lang="en-US" sz="1800" dirty="0"/>
        </a:p>
      </dgm:t>
    </dgm:pt>
    <dgm:pt modelId="{F569BECA-BA1C-4C40-875B-712F7A86376F}" type="parTrans" cxnId="{E0F0A2D0-BB2E-4DC0-84B4-747BCEFEEA08}">
      <dgm:prSet/>
      <dgm:spPr/>
      <dgm:t>
        <a:bodyPr/>
        <a:lstStyle/>
        <a:p>
          <a:endParaRPr lang="en-US"/>
        </a:p>
      </dgm:t>
    </dgm:pt>
    <dgm:pt modelId="{4FB813B0-7843-48EA-BCAE-C990504F24DD}" type="sibTrans" cxnId="{E0F0A2D0-BB2E-4DC0-84B4-747BCEFEEA08}">
      <dgm:prSet/>
      <dgm:spPr/>
      <dgm:t>
        <a:bodyPr/>
        <a:lstStyle/>
        <a:p>
          <a:endParaRPr lang="en-US"/>
        </a:p>
      </dgm:t>
    </dgm:pt>
    <dgm:pt modelId="{4413368B-ACCA-469B-9D0E-1FEFC4075FB0}" type="pres">
      <dgm:prSet presAssocID="{E12051B9-F660-41FB-9BFB-187ECABCD821}" presName="Name0" presStyleCnt="0">
        <dgm:presLayoutVars>
          <dgm:dir/>
          <dgm:animLvl val="lvl"/>
          <dgm:resizeHandles val="exact"/>
        </dgm:presLayoutVars>
      </dgm:prSet>
      <dgm:spPr/>
      <dgm:t>
        <a:bodyPr/>
        <a:lstStyle/>
        <a:p>
          <a:endParaRPr lang="en-US"/>
        </a:p>
      </dgm:t>
    </dgm:pt>
    <dgm:pt modelId="{8E1BCC0E-B989-4435-8915-645304C71A64}" type="pres">
      <dgm:prSet presAssocID="{56D25664-E470-4423-B8A9-9B6E4F3E9501}" presName="compositeNode" presStyleCnt="0">
        <dgm:presLayoutVars>
          <dgm:bulletEnabled val="1"/>
        </dgm:presLayoutVars>
      </dgm:prSet>
      <dgm:spPr/>
    </dgm:pt>
    <dgm:pt modelId="{5EE1D2E5-E13B-4FA3-A68E-FA18C8AD1A1A}" type="pres">
      <dgm:prSet presAssocID="{56D25664-E470-4423-B8A9-9B6E4F3E9501}" presName="bgRect" presStyleLbl="node1" presStyleIdx="0" presStyleCnt="3"/>
      <dgm:spPr/>
      <dgm:t>
        <a:bodyPr/>
        <a:lstStyle/>
        <a:p>
          <a:endParaRPr lang="en-US"/>
        </a:p>
      </dgm:t>
    </dgm:pt>
    <dgm:pt modelId="{1F2FC209-C6F9-4BD8-BE18-C50B50281548}" type="pres">
      <dgm:prSet presAssocID="{56D25664-E470-4423-B8A9-9B6E4F3E9501}" presName="parentNode" presStyleLbl="node1" presStyleIdx="0" presStyleCnt="3">
        <dgm:presLayoutVars>
          <dgm:chMax val="0"/>
          <dgm:bulletEnabled val="1"/>
        </dgm:presLayoutVars>
      </dgm:prSet>
      <dgm:spPr/>
      <dgm:t>
        <a:bodyPr/>
        <a:lstStyle/>
        <a:p>
          <a:endParaRPr lang="en-US"/>
        </a:p>
      </dgm:t>
    </dgm:pt>
    <dgm:pt modelId="{0F07502A-98A4-4880-9779-27EA2BEB6F02}" type="pres">
      <dgm:prSet presAssocID="{56D25664-E470-4423-B8A9-9B6E4F3E9501}" presName="childNode" presStyleLbl="node1" presStyleIdx="0" presStyleCnt="3">
        <dgm:presLayoutVars>
          <dgm:bulletEnabled val="1"/>
        </dgm:presLayoutVars>
      </dgm:prSet>
      <dgm:spPr/>
      <dgm:t>
        <a:bodyPr/>
        <a:lstStyle/>
        <a:p>
          <a:endParaRPr lang="en-US"/>
        </a:p>
      </dgm:t>
    </dgm:pt>
    <dgm:pt modelId="{13ACBB4E-2F0C-4773-92A7-F091255EA962}" type="pres">
      <dgm:prSet presAssocID="{0513D618-905F-43E6-8DF3-0764A99732D8}" presName="hSp" presStyleCnt="0"/>
      <dgm:spPr/>
    </dgm:pt>
    <dgm:pt modelId="{BAD87237-2D53-4DFC-BA2E-02EC39493885}" type="pres">
      <dgm:prSet presAssocID="{0513D618-905F-43E6-8DF3-0764A99732D8}" presName="vProcSp" presStyleCnt="0"/>
      <dgm:spPr/>
    </dgm:pt>
    <dgm:pt modelId="{221F174E-2568-4C2B-B98A-B21C733FC119}" type="pres">
      <dgm:prSet presAssocID="{0513D618-905F-43E6-8DF3-0764A99732D8}" presName="vSp1" presStyleCnt="0"/>
      <dgm:spPr/>
    </dgm:pt>
    <dgm:pt modelId="{45668240-D897-4FC1-8421-6DD785B65040}" type="pres">
      <dgm:prSet presAssocID="{0513D618-905F-43E6-8DF3-0764A99732D8}" presName="simulatedConn" presStyleLbl="solidFgAcc1" presStyleIdx="0" presStyleCnt="2"/>
      <dgm:spPr/>
    </dgm:pt>
    <dgm:pt modelId="{50ECFA14-9F36-4C35-911C-A780FF037D2C}" type="pres">
      <dgm:prSet presAssocID="{0513D618-905F-43E6-8DF3-0764A99732D8}" presName="vSp2" presStyleCnt="0"/>
      <dgm:spPr/>
    </dgm:pt>
    <dgm:pt modelId="{B0CEB5DD-B27E-454F-A39C-A559A187214D}" type="pres">
      <dgm:prSet presAssocID="{0513D618-905F-43E6-8DF3-0764A99732D8}" presName="sibTrans" presStyleCnt="0"/>
      <dgm:spPr/>
    </dgm:pt>
    <dgm:pt modelId="{4BB7D377-EFD6-4B5D-AFC7-E199B4378248}" type="pres">
      <dgm:prSet presAssocID="{E7E09A88-A855-416A-B17D-5608BAB5F968}" presName="compositeNode" presStyleCnt="0">
        <dgm:presLayoutVars>
          <dgm:bulletEnabled val="1"/>
        </dgm:presLayoutVars>
      </dgm:prSet>
      <dgm:spPr/>
    </dgm:pt>
    <dgm:pt modelId="{63E694CA-EB8A-49E7-8F7E-40E9648E8D50}" type="pres">
      <dgm:prSet presAssocID="{E7E09A88-A855-416A-B17D-5608BAB5F968}" presName="bgRect" presStyleLbl="node1" presStyleIdx="1" presStyleCnt="3"/>
      <dgm:spPr/>
      <dgm:t>
        <a:bodyPr/>
        <a:lstStyle/>
        <a:p>
          <a:endParaRPr lang="en-US"/>
        </a:p>
      </dgm:t>
    </dgm:pt>
    <dgm:pt modelId="{84855266-605F-4E2F-859A-33AF21B4CC74}" type="pres">
      <dgm:prSet presAssocID="{E7E09A88-A855-416A-B17D-5608BAB5F968}" presName="parentNode" presStyleLbl="node1" presStyleIdx="1" presStyleCnt="3">
        <dgm:presLayoutVars>
          <dgm:chMax val="0"/>
          <dgm:bulletEnabled val="1"/>
        </dgm:presLayoutVars>
      </dgm:prSet>
      <dgm:spPr/>
      <dgm:t>
        <a:bodyPr/>
        <a:lstStyle/>
        <a:p>
          <a:endParaRPr lang="en-US"/>
        </a:p>
      </dgm:t>
    </dgm:pt>
    <dgm:pt modelId="{27D5C2FA-66B3-4507-8DD9-0DFEBE9E49C4}" type="pres">
      <dgm:prSet presAssocID="{E7E09A88-A855-416A-B17D-5608BAB5F968}" presName="childNode" presStyleLbl="node1" presStyleIdx="1" presStyleCnt="3">
        <dgm:presLayoutVars>
          <dgm:bulletEnabled val="1"/>
        </dgm:presLayoutVars>
      </dgm:prSet>
      <dgm:spPr/>
      <dgm:t>
        <a:bodyPr/>
        <a:lstStyle/>
        <a:p>
          <a:endParaRPr lang="en-US"/>
        </a:p>
      </dgm:t>
    </dgm:pt>
    <dgm:pt modelId="{AE508BEB-62F7-4273-AFD9-13F02568DD39}" type="pres">
      <dgm:prSet presAssocID="{C2A5DE0A-7824-4E35-BB27-47DBE8541DB5}" presName="hSp" presStyleCnt="0"/>
      <dgm:spPr/>
    </dgm:pt>
    <dgm:pt modelId="{20A68127-C095-4D4D-B36C-96BA54B85DB0}" type="pres">
      <dgm:prSet presAssocID="{C2A5DE0A-7824-4E35-BB27-47DBE8541DB5}" presName="vProcSp" presStyleCnt="0"/>
      <dgm:spPr/>
    </dgm:pt>
    <dgm:pt modelId="{00D4E5B4-15FE-4223-8CF1-EADD9A7F1E52}" type="pres">
      <dgm:prSet presAssocID="{C2A5DE0A-7824-4E35-BB27-47DBE8541DB5}" presName="vSp1" presStyleCnt="0"/>
      <dgm:spPr/>
    </dgm:pt>
    <dgm:pt modelId="{0B1D8E78-2B68-4C5D-9329-AB01D008FC04}" type="pres">
      <dgm:prSet presAssocID="{C2A5DE0A-7824-4E35-BB27-47DBE8541DB5}" presName="simulatedConn" presStyleLbl="solidFgAcc1" presStyleIdx="1" presStyleCnt="2"/>
      <dgm:spPr/>
    </dgm:pt>
    <dgm:pt modelId="{E447F79B-3147-4AFA-97C4-CCAE6DBFF058}" type="pres">
      <dgm:prSet presAssocID="{C2A5DE0A-7824-4E35-BB27-47DBE8541DB5}" presName="vSp2" presStyleCnt="0"/>
      <dgm:spPr/>
    </dgm:pt>
    <dgm:pt modelId="{EAB02694-BB77-4688-815D-9FF6A75A2E23}" type="pres">
      <dgm:prSet presAssocID="{C2A5DE0A-7824-4E35-BB27-47DBE8541DB5}" presName="sibTrans" presStyleCnt="0"/>
      <dgm:spPr/>
    </dgm:pt>
    <dgm:pt modelId="{897A3698-2D97-4DDC-95D9-A0BDC45706A4}" type="pres">
      <dgm:prSet presAssocID="{38988576-B0AA-4C1A-9619-43A386D2A929}" presName="compositeNode" presStyleCnt="0">
        <dgm:presLayoutVars>
          <dgm:bulletEnabled val="1"/>
        </dgm:presLayoutVars>
      </dgm:prSet>
      <dgm:spPr/>
    </dgm:pt>
    <dgm:pt modelId="{89F889ED-FCCD-445E-BB3B-3F65B70521C8}" type="pres">
      <dgm:prSet presAssocID="{38988576-B0AA-4C1A-9619-43A386D2A929}" presName="bgRect" presStyleLbl="node1" presStyleIdx="2" presStyleCnt="3"/>
      <dgm:spPr/>
      <dgm:t>
        <a:bodyPr/>
        <a:lstStyle/>
        <a:p>
          <a:endParaRPr lang="en-US"/>
        </a:p>
      </dgm:t>
    </dgm:pt>
    <dgm:pt modelId="{7A9FE149-B78D-4591-8ED3-6FAE619303EF}" type="pres">
      <dgm:prSet presAssocID="{38988576-B0AA-4C1A-9619-43A386D2A929}" presName="parentNode" presStyleLbl="node1" presStyleIdx="2" presStyleCnt="3">
        <dgm:presLayoutVars>
          <dgm:chMax val="0"/>
          <dgm:bulletEnabled val="1"/>
        </dgm:presLayoutVars>
      </dgm:prSet>
      <dgm:spPr/>
      <dgm:t>
        <a:bodyPr/>
        <a:lstStyle/>
        <a:p>
          <a:endParaRPr lang="en-US"/>
        </a:p>
      </dgm:t>
    </dgm:pt>
    <dgm:pt modelId="{545B6FF8-55C8-4464-AD34-37C6C75F354E}" type="pres">
      <dgm:prSet presAssocID="{38988576-B0AA-4C1A-9619-43A386D2A929}" presName="childNode" presStyleLbl="node1" presStyleIdx="2" presStyleCnt="3">
        <dgm:presLayoutVars>
          <dgm:bulletEnabled val="1"/>
        </dgm:presLayoutVars>
      </dgm:prSet>
      <dgm:spPr/>
      <dgm:t>
        <a:bodyPr/>
        <a:lstStyle/>
        <a:p>
          <a:endParaRPr lang="en-US"/>
        </a:p>
      </dgm:t>
    </dgm:pt>
  </dgm:ptLst>
  <dgm:cxnLst>
    <dgm:cxn modelId="{874CAB56-E993-4BA7-B073-DD6F211AB452}" srcId="{E12051B9-F660-41FB-9BFB-187ECABCD821}" destId="{56D25664-E470-4423-B8A9-9B6E4F3E9501}" srcOrd="0" destOrd="0" parTransId="{AE225F17-CB4A-4698-895E-495209A24EDD}" sibTransId="{0513D618-905F-43E6-8DF3-0764A99732D8}"/>
    <dgm:cxn modelId="{C5F869C1-8FEF-4035-9EC3-FDF0092FF2C9}" srcId="{56D25664-E470-4423-B8A9-9B6E4F3E9501}" destId="{F754AD28-8B54-47D9-83F1-8D45F35B4A81}" srcOrd="0" destOrd="0" parTransId="{26AD8160-5FF5-41BE-AFAF-E29D66F0469B}" sibTransId="{BE9BECBC-F94F-4E2F-BDB2-93E8BAEBEFE7}"/>
    <dgm:cxn modelId="{D4F13DD2-F8C9-4B0D-8FB5-9154AF5C88F9}" type="presOf" srcId="{38988576-B0AA-4C1A-9619-43A386D2A929}" destId="{7A9FE149-B78D-4591-8ED3-6FAE619303EF}" srcOrd="1" destOrd="0" presId="urn:microsoft.com/office/officeart/2005/8/layout/hProcess7"/>
    <dgm:cxn modelId="{FAAB263E-256D-43FC-A1BA-0F0BFC9BFEF8}" type="presOf" srcId="{1783039C-F21C-45A8-A1D1-7C275C084E3D}" destId="{545B6FF8-55C8-4464-AD34-37C6C75F354E}" srcOrd="0" destOrd="0" presId="urn:microsoft.com/office/officeart/2005/8/layout/hProcess7"/>
    <dgm:cxn modelId="{613DD73E-0499-4063-82D1-E6F4785DAC37}" type="presOf" srcId="{F754AD28-8B54-47D9-83F1-8D45F35B4A81}" destId="{0F07502A-98A4-4880-9779-27EA2BEB6F02}" srcOrd="0" destOrd="0" presId="urn:microsoft.com/office/officeart/2005/8/layout/hProcess7"/>
    <dgm:cxn modelId="{359B345D-1425-490E-BB65-B1A59577003D}" srcId="{E12051B9-F660-41FB-9BFB-187ECABCD821}" destId="{38988576-B0AA-4C1A-9619-43A386D2A929}" srcOrd="2" destOrd="0" parTransId="{AA48F846-FDF7-46B2-8E10-A63DA435194B}" sibTransId="{34707D83-AD15-4F83-B9C6-839F2BAB8772}"/>
    <dgm:cxn modelId="{F844512E-33D5-4622-9007-95C2A1684B1C}" type="presOf" srcId="{E7E09A88-A855-416A-B17D-5608BAB5F968}" destId="{63E694CA-EB8A-49E7-8F7E-40E9648E8D50}" srcOrd="0" destOrd="0" presId="urn:microsoft.com/office/officeart/2005/8/layout/hProcess7"/>
    <dgm:cxn modelId="{955316F3-D59D-4E22-BAC5-4B54F7BE800A}" srcId="{E12051B9-F660-41FB-9BFB-187ECABCD821}" destId="{E7E09A88-A855-416A-B17D-5608BAB5F968}" srcOrd="1" destOrd="0" parTransId="{791A9365-62E9-4724-B5DD-36351582D82E}" sibTransId="{C2A5DE0A-7824-4E35-BB27-47DBE8541DB5}"/>
    <dgm:cxn modelId="{EAC3B517-F270-4F7C-A29A-A0DC069E20B6}" type="presOf" srcId="{E12051B9-F660-41FB-9BFB-187ECABCD821}" destId="{4413368B-ACCA-469B-9D0E-1FEFC4075FB0}" srcOrd="0" destOrd="0" presId="urn:microsoft.com/office/officeart/2005/8/layout/hProcess7"/>
    <dgm:cxn modelId="{ED5EA4A0-8B8E-4563-A267-9679F7793454}" type="presOf" srcId="{56D25664-E470-4423-B8A9-9B6E4F3E9501}" destId="{1F2FC209-C6F9-4BD8-BE18-C50B50281548}" srcOrd="1" destOrd="0" presId="urn:microsoft.com/office/officeart/2005/8/layout/hProcess7"/>
    <dgm:cxn modelId="{CD1EA170-DDD7-4920-BC3A-8D9998585A8C}" type="presOf" srcId="{56D25664-E470-4423-B8A9-9B6E4F3E9501}" destId="{5EE1D2E5-E13B-4FA3-A68E-FA18C8AD1A1A}" srcOrd="0" destOrd="0" presId="urn:microsoft.com/office/officeart/2005/8/layout/hProcess7"/>
    <dgm:cxn modelId="{3C55AC02-D184-4A0A-89BC-A128B4FD348C}" type="presOf" srcId="{D264B8C8-0C74-4047-BC3D-D328ABB04B07}" destId="{27D5C2FA-66B3-4507-8DD9-0DFEBE9E49C4}" srcOrd="0" destOrd="0" presId="urn:microsoft.com/office/officeart/2005/8/layout/hProcess7"/>
    <dgm:cxn modelId="{DB884937-1E09-49E0-BABE-97AC4679294D}" srcId="{E7E09A88-A855-416A-B17D-5608BAB5F968}" destId="{D264B8C8-0C74-4047-BC3D-D328ABB04B07}" srcOrd="0" destOrd="0" parTransId="{EFE8DCE1-CB9B-44C0-BE30-595BF1898A8E}" sibTransId="{E5F6790C-BCA3-4DEC-A52E-7D738F9F57BD}"/>
    <dgm:cxn modelId="{5C35F4BE-964F-4271-B3F7-7A76111F3C7C}" type="presOf" srcId="{38988576-B0AA-4C1A-9619-43A386D2A929}" destId="{89F889ED-FCCD-445E-BB3B-3F65B70521C8}" srcOrd="0" destOrd="0" presId="urn:microsoft.com/office/officeart/2005/8/layout/hProcess7"/>
    <dgm:cxn modelId="{671E754A-A96F-4E42-B44F-9E914E91D707}" type="presOf" srcId="{E7E09A88-A855-416A-B17D-5608BAB5F968}" destId="{84855266-605F-4E2F-859A-33AF21B4CC74}" srcOrd="1" destOrd="0" presId="urn:microsoft.com/office/officeart/2005/8/layout/hProcess7"/>
    <dgm:cxn modelId="{E0F0A2D0-BB2E-4DC0-84B4-747BCEFEEA08}" srcId="{38988576-B0AA-4C1A-9619-43A386D2A929}" destId="{1783039C-F21C-45A8-A1D1-7C275C084E3D}" srcOrd="0" destOrd="0" parTransId="{F569BECA-BA1C-4C40-875B-712F7A86376F}" sibTransId="{4FB813B0-7843-48EA-BCAE-C990504F24DD}"/>
    <dgm:cxn modelId="{A9D3FFE7-887F-4A5F-8380-DC0FB610D434}" type="presParOf" srcId="{4413368B-ACCA-469B-9D0E-1FEFC4075FB0}" destId="{8E1BCC0E-B989-4435-8915-645304C71A64}" srcOrd="0" destOrd="0" presId="urn:microsoft.com/office/officeart/2005/8/layout/hProcess7"/>
    <dgm:cxn modelId="{24D474A7-AF60-4B21-9C8E-CDADBA2DE23B}" type="presParOf" srcId="{8E1BCC0E-B989-4435-8915-645304C71A64}" destId="{5EE1D2E5-E13B-4FA3-A68E-FA18C8AD1A1A}" srcOrd="0" destOrd="0" presId="urn:microsoft.com/office/officeart/2005/8/layout/hProcess7"/>
    <dgm:cxn modelId="{F08C0E94-5C95-417A-B9D9-9AFC95450163}" type="presParOf" srcId="{8E1BCC0E-B989-4435-8915-645304C71A64}" destId="{1F2FC209-C6F9-4BD8-BE18-C50B50281548}" srcOrd="1" destOrd="0" presId="urn:microsoft.com/office/officeart/2005/8/layout/hProcess7"/>
    <dgm:cxn modelId="{40412E63-B461-4491-B0F0-31D309D9C6A9}" type="presParOf" srcId="{8E1BCC0E-B989-4435-8915-645304C71A64}" destId="{0F07502A-98A4-4880-9779-27EA2BEB6F02}" srcOrd="2" destOrd="0" presId="urn:microsoft.com/office/officeart/2005/8/layout/hProcess7"/>
    <dgm:cxn modelId="{3A4D76A4-F12E-465F-960E-C0B1C3325C3A}" type="presParOf" srcId="{4413368B-ACCA-469B-9D0E-1FEFC4075FB0}" destId="{13ACBB4E-2F0C-4773-92A7-F091255EA962}" srcOrd="1" destOrd="0" presId="urn:microsoft.com/office/officeart/2005/8/layout/hProcess7"/>
    <dgm:cxn modelId="{26ECF106-2C2A-4E76-B341-93D9B1AA8D73}" type="presParOf" srcId="{4413368B-ACCA-469B-9D0E-1FEFC4075FB0}" destId="{BAD87237-2D53-4DFC-BA2E-02EC39493885}" srcOrd="2" destOrd="0" presId="urn:microsoft.com/office/officeart/2005/8/layout/hProcess7"/>
    <dgm:cxn modelId="{7F64A0AC-84CF-4CA7-B4F7-F38B6957E264}" type="presParOf" srcId="{BAD87237-2D53-4DFC-BA2E-02EC39493885}" destId="{221F174E-2568-4C2B-B98A-B21C733FC119}" srcOrd="0" destOrd="0" presId="urn:microsoft.com/office/officeart/2005/8/layout/hProcess7"/>
    <dgm:cxn modelId="{9C483187-5588-4B91-804F-5F95DB9EA33E}" type="presParOf" srcId="{BAD87237-2D53-4DFC-BA2E-02EC39493885}" destId="{45668240-D897-4FC1-8421-6DD785B65040}" srcOrd="1" destOrd="0" presId="urn:microsoft.com/office/officeart/2005/8/layout/hProcess7"/>
    <dgm:cxn modelId="{CCC714FA-575C-44EB-9AC3-9DC38B759AAD}" type="presParOf" srcId="{BAD87237-2D53-4DFC-BA2E-02EC39493885}" destId="{50ECFA14-9F36-4C35-911C-A780FF037D2C}" srcOrd="2" destOrd="0" presId="urn:microsoft.com/office/officeart/2005/8/layout/hProcess7"/>
    <dgm:cxn modelId="{90AC1190-E6C4-441F-A10C-1CEA076369FA}" type="presParOf" srcId="{4413368B-ACCA-469B-9D0E-1FEFC4075FB0}" destId="{B0CEB5DD-B27E-454F-A39C-A559A187214D}" srcOrd="3" destOrd="0" presId="urn:microsoft.com/office/officeart/2005/8/layout/hProcess7"/>
    <dgm:cxn modelId="{91C2E2A7-F1A4-4493-AE63-FE3CE88F4984}" type="presParOf" srcId="{4413368B-ACCA-469B-9D0E-1FEFC4075FB0}" destId="{4BB7D377-EFD6-4B5D-AFC7-E199B4378248}" srcOrd="4" destOrd="0" presId="urn:microsoft.com/office/officeart/2005/8/layout/hProcess7"/>
    <dgm:cxn modelId="{DC4FE133-F2AF-434D-B1E6-0887D5EB332C}" type="presParOf" srcId="{4BB7D377-EFD6-4B5D-AFC7-E199B4378248}" destId="{63E694CA-EB8A-49E7-8F7E-40E9648E8D50}" srcOrd="0" destOrd="0" presId="urn:microsoft.com/office/officeart/2005/8/layout/hProcess7"/>
    <dgm:cxn modelId="{F44A1E82-677E-4236-825F-1464926D8B98}" type="presParOf" srcId="{4BB7D377-EFD6-4B5D-AFC7-E199B4378248}" destId="{84855266-605F-4E2F-859A-33AF21B4CC74}" srcOrd="1" destOrd="0" presId="urn:microsoft.com/office/officeart/2005/8/layout/hProcess7"/>
    <dgm:cxn modelId="{35FC9044-1C9D-4920-AA8D-D0ECF7B12B49}" type="presParOf" srcId="{4BB7D377-EFD6-4B5D-AFC7-E199B4378248}" destId="{27D5C2FA-66B3-4507-8DD9-0DFEBE9E49C4}" srcOrd="2" destOrd="0" presId="urn:microsoft.com/office/officeart/2005/8/layout/hProcess7"/>
    <dgm:cxn modelId="{E2441D1E-FB27-4BA7-9B3B-F26EFFE6DDF6}" type="presParOf" srcId="{4413368B-ACCA-469B-9D0E-1FEFC4075FB0}" destId="{AE508BEB-62F7-4273-AFD9-13F02568DD39}" srcOrd="5" destOrd="0" presId="urn:microsoft.com/office/officeart/2005/8/layout/hProcess7"/>
    <dgm:cxn modelId="{00C89B0D-8505-4346-8FD7-227037ADCFE3}" type="presParOf" srcId="{4413368B-ACCA-469B-9D0E-1FEFC4075FB0}" destId="{20A68127-C095-4D4D-B36C-96BA54B85DB0}" srcOrd="6" destOrd="0" presId="urn:microsoft.com/office/officeart/2005/8/layout/hProcess7"/>
    <dgm:cxn modelId="{6CB240BA-0EB3-4EA7-B6E5-57E288261F77}" type="presParOf" srcId="{20A68127-C095-4D4D-B36C-96BA54B85DB0}" destId="{00D4E5B4-15FE-4223-8CF1-EADD9A7F1E52}" srcOrd="0" destOrd="0" presId="urn:microsoft.com/office/officeart/2005/8/layout/hProcess7"/>
    <dgm:cxn modelId="{4A40DAA1-38ED-4D14-8B2B-55F54C514308}" type="presParOf" srcId="{20A68127-C095-4D4D-B36C-96BA54B85DB0}" destId="{0B1D8E78-2B68-4C5D-9329-AB01D008FC04}" srcOrd="1" destOrd="0" presId="urn:microsoft.com/office/officeart/2005/8/layout/hProcess7"/>
    <dgm:cxn modelId="{97EB59B6-3A77-452B-9515-F39E3E51FE53}" type="presParOf" srcId="{20A68127-C095-4D4D-B36C-96BA54B85DB0}" destId="{E447F79B-3147-4AFA-97C4-CCAE6DBFF058}" srcOrd="2" destOrd="0" presId="urn:microsoft.com/office/officeart/2005/8/layout/hProcess7"/>
    <dgm:cxn modelId="{FB6FDA57-AD97-4235-AC42-CEF9AD087FC1}" type="presParOf" srcId="{4413368B-ACCA-469B-9D0E-1FEFC4075FB0}" destId="{EAB02694-BB77-4688-815D-9FF6A75A2E23}" srcOrd="7" destOrd="0" presId="urn:microsoft.com/office/officeart/2005/8/layout/hProcess7"/>
    <dgm:cxn modelId="{0F4DAAD0-F9F0-495A-AD62-9383E54C0E80}" type="presParOf" srcId="{4413368B-ACCA-469B-9D0E-1FEFC4075FB0}" destId="{897A3698-2D97-4DDC-95D9-A0BDC45706A4}" srcOrd="8" destOrd="0" presId="urn:microsoft.com/office/officeart/2005/8/layout/hProcess7"/>
    <dgm:cxn modelId="{085D1778-9D30-42EA-91AA-5081D7544DEC}" type="presParOf" srcId="{897A3698-2D97-4DDC-95D9-A0BDC45706A4}" destId="{89F889ED-FCCD-445E-BB3B-3F65B70521C8}" srcOrd="0" destOrd="0" presId="urn:microsoft.com/office/officeart/2005/8/layout/hProcess7"/>
    <dgm:cxn modelId="{8A10386D-4B73-4DCB-BC03-834471333657}" type="presParOf" srcId="{897A3698-2D97-4DDC-95D9-A0BDC45706A4}" destId="{7A9FE149-B78D-4591-8ED3-6FAE619303EF}" srcOrd="1" destOrd="0" presId="urn:microsoft.com/office/officeart/2005/8/layout/hProcess7"/>
    <dgm:cxn modelId="{A7FDCE29-4858-43DE-94BC-EF8895C28FA6}" type="presParOf" srcId="{897A3698-2D97-4DDC-95D9-A0BDC45706A4}" destId="{545B6FF8-55C8-4464-AD34-37C6C75F354E}" srcOrd="2" destOrd="0" presId="urn:microsoft.com/office/officeart/2005/8/layout/hProcess7"/>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2.xml><?xml version="1.0" encoding="utf-8"?>
<dgm:dataModel xmlns:dgm="http://schemas.openxmlformats.org/drawingml/2006/diagram" xmlns:a="http://schemas.openxmlformats.org/drawingml/2006/main">
  <dgm:ptLst>
    <dgm:pt modelId="{E12051B9-F660-41FB-9BFB-187ECABCD821}" type="doc">
      <dgm:prSet loTypeId="urn:microsoft.com/office/officeart/2005/8/layout/hProcess7" loCatId="list" qsTypeId="urn:microsoft.com/office/officeart/2005/8/quickstyle/simple1" qsCatId="simple" csTypeId="urn:microsoft.com/office/officeart/2005/8/colors/colorful1" csCatId="colorful" phldr="1"/>
      <dgm:spPr/>
      <dgm:t>
        <a:bodyPr/>
        <a:lstStyle/>
        <a:p>
          <a:endParaRPr lang="en-US"/>
        </a:p>
      </dgm:t>
    </dgm:pt>
    <dgm:pt modelId="{56D25664-E470-4423-B8A9-9B6E4F3E9501}">
      <dgm:prSet phldrT="[Text]" custT="1"/>
      <dgm:spPr/>
      <dgm:t>
        <a:bodyPr/>
        <a:lstStyle/>
        <a:p>
          <a:r>
            <a:rPr lang="en-US" sz="1800" b="1" u="sng" dirty="0" smtClean="0"/>
            <a:t>Construct</a:t>
          </a:r>
          <a:endParaRPr lang="en-US" sz="1800" b="1" u="sng" dirty="0"/>
        </a:p>
      </dgm:t>
    </dgm:pt>
    <dgm:pt modelId="{AE225F17-CB4A-4698-895E-495209A24EDD}" type="parTrans" cxnId="{874CAB56-E993-4BA7-B073-DD6F211AB452}">
      <dgm:prSet/>
      <dgm:spPr/>
      <dgm:t>
        <a:bodyPr/>
        <a:lstStyle/>
        <a:p>
          <a:endParaRPr lang="en-US"/>
        </a:p>
      </dgm:t>
    </dgm:pt>
    <dgm:pt modelId="{0513D618-905F-43E6-8DF3-0764A99732D8}" type="sibTrans" cxnId="{874CAB56-E993-4BA7-B073-DD6F211AB452}">
      <dgm:prSet/>
      <dgm:spPr/>
      <dgm:t>
        <a:bodyPr/>
        <a:lstStyle/>
        <a:p>
          <a:endParaRPr lang="en-US"/>
        </a:p>
      </dgm:t>
    </dgm:pt>
    <dgm:pt modelId="{F754AD28-8B54-47D9-83F1-8D45F35B4A81}">
      <dgm:prSet phldrT="[Text]" custT="1"/>
      <dgm:spPr/>
      <dgm:t>
        <a:bodyPr/>
        <a:lstStyle/>
        <a:p>
          <a:r>
            <a:rPr lang="en-US" sz="3200" dirty="0" smtClean="0"/>
            <a:t>City</a:t>
          </a:r>
          <a:endParaRPr lang="en-US" sz="3200" dirty="0"/>
        </a:p>
      </dgm:t>
    </dgm:pt>
    <dgm:pt modelId="{26AD8160-5FF5-41BE-AFAF-E29D66F0469B}" type="parTrans" cxnId="{C5F869C1-8FEF-4035-9EC3-FDF0092FF2C9}">
      <dgm:prSet/>
      <dgm:spPr/>
      <dgm:t>
        <a:bodyPr/>
        <a:lstStyle/>
        <a:p>
          <a:endParaRPr lang="en-US"/>
        </a:p>
      </dgm:t>
    </dgm:pt>
    <dgm:pt modelId="{BE9BECBC-F94F-4E2F-BDB2-93E8BAEBEFE7}" type="sibTrans" cxnId="{C5F869C1-8FEF-4035-9EC3-FDF0092FF2C9}">
      <dgm:prSet/>
      <dgm:spPr/>
      <dgm:t>
        <a:bodyPr/>
        <a:lstStyle/>
        <a:p>
          <a:endParaRPr lang="en-US"/>
        </a:p>
      </dgm:t>
    </dgm:pt>
    <dgm:pt modelId="{E7E09A88-A855-416A-B17D-5608BAB5F968}">
      <dgm:prSet phldrT="[Text]" custT="1"/>
      <dgm:spPr/>
      <dgm:t>
        <a:bodyPr/>
        <a:lstStyle/>
        <a:p>
          <a:r>
            <a:rPr lang="en-US" sz="1800" b="1" u="sng" dirty="0" smtClean="0"/>
            <a:t>Operationalization</a:t>
          </a:r>
          <a:endParaRPr lang="en-US" sz="1800" b="1" u="sng" dirty="0"/>
        </a:p>
      </dgm:t>
    </dgm:pt>
    <dgm:pt modelId="{791A9365-62E9-4724-B5DD-36351582D82E}" type="parTrans" cxnId="{955316F3-D59D-4E22-BAC5-4B54F7BE800A}">
      <dgm:prSet/>
      <dgm:spPr/>
      <dgm:t>
        <a:bodyPr/>
        <a:lstStyle/>
        <a:p>
          <a:endParaRPr lang="en-US"/>
        </a:p>
      </dgm:t>
    </dgm:pt>
    <dgm:pt modelId="{C2A5DE0A-7824-4E35-BB27-47DBE8541DB5}" type="sibTrans" cxnId="{955316F3-D59D-4E22-BAC5-4B54F7BE800A}">
      <dgm:prSet/>
      <dgm:spPr/>
      <dgm:t>
        <a:bodyPr/>
        <a:lstStyle/>
        <a:p>
          <a:endParaRPr lang="en-US"/>
        </a:p>
      </dgm:t>
    </dgm:pt>
    <dgm:pt modelId="{D264B8C8-0C74-4047-BC3D-D328ABB04B07}">
      <dgm:prSet phldrT="[Text]"/>
      <dgm:spPr/>
      <dgm:t>
        <a:bodyPr/>
        <a:lstStyle/>
        <a:p>
          <a:r>
            <a:rPr lang="en-US" dirty="0" smtClean="0"/>
            <a:t>A metropolitan statistical </a:t>
          </a:r>
          <a:r>
            <a:rPr lang="en-US" dirty="0" smtClean="0"/>
            <a:t>area (MSA) </a:t>
          </a:r>
          <a:r>
            <a:rPr lang="en-US" dirty="0" smtClean="0"/>
            <a:t>with </a:t>
          </a:r>
          <a:r>
            <a:rPr lang="en-US" dirty="0" smtClean="0"/>
            <a:t>a </a:t>
          </a:r>
          <a:r>
            <a:rPr lang="en-US" dirty="0" smtClean="0"/>
            <a:t>total absolute population of 1 million people and total normalized population of at least 110 people per square mile</a:t>
          </a:r>
          <a:endParaRPr lang="en-US" dirty="0"/>
        </a:p>
      </dgm:t>
    </dgm:pt>
    <dgm:pt modelId="{EFE8DCE1-CB9B-44C0-BE30-595BF1898A8E}" type="parTrans" cxnId="{DB884937-1E09-49E0-BABE-97AC4679294D}">
      <dgm:prSet/>
      <dgm:spPr/>
      <dgm:t>
        <a:bodyPr/>
        <a:lstStyle/>
        <a:p>
          <a:endParaRPr lang="en-US"/>
        </a:p>
      </dgm:t>
    </dgm:pt>
    <dgm:pt modelId="{E5F6790C-BCA3-4DEC-A52E-7D738F9F57BD}" type="sibTrans" cxnId="{DB884937-1E09-49E0-BABE-97AC4679294D}">
      <dgm:prSet/>
      <dgm:spPr/>
      <dgm:t>
        <a:bodyPr/>
        <a:lstStyle/>
        <a:p>
          <a:endParaRPr lang="en-US"/>
        </a:p>
      </dgm:t>
    </dgm:pt>
    <dgm:pt modelId="{38988576-B0AA-4C1A-9619-43A386D2A929}">
      <dgm:prSet phldrT="[Text]" custT="1"/>
      <dgm:spPr/>
      <dgm:t>
        <a:bodyPr/>
        <a:lstStyle/>
        <a:p>
          <a:r>
            <a:rPr lang="en-US" sz="1800" b="1" u="sng" dirty="0" smtClean="0"/>
            <a:t>Indicators</a:t>
          </a:r>
          <a:endParaRPr lang="en-US" sz="1800" b="1" u="sng" dirty="0"/>
        </a:p>
      </dgm:t>
    </dgm:pt>
    <dgm:pt modelId="{AA48F846-FDF7-46B2-8E10-A63DA435194B}" type="parTrans" cxnId="{359B345D-1425-490E-BB65-B1A59577003D}">
      <dgm:prSet/>
      <dgm:spPr/>
      <dgm:t>
        <a:bodyPr/>
        <a:lstStyle/>
        <a:p>
          <a:endParaRPr lang="en-US"/>
        </a:p>
      </dgm:t>
    </dgm:pt>
    <dgm:pt modelId="{34707D83-AD15-4F83-B9C6-839F2BAB8772}" type="sibTrans" cxnId="{359B345D-1425-490E-BB65-B1A59577003D}">
      <dgm:prSet/>
      <dgm:spPr/>
      <dgm:t>
        <a:bodyPr/>
        <a:lstStyle/>
        <a:p>
          <a:endParaRPr lang="en-US"/>
        </a:p>
      </dgm:t>
    </dgm:pt>
    <dgm:pt modelId="{1783039C-F21C-45A8-A1D1-7C275C084E3D}">
      <dgm:prSet phldrT="[Text]"/>
      <dgm:spPr/>
      <dgm:t>
        <a:bodyPr/>
        <a:lstStyle/>
        <a:p>
          <a:r>
            <a:rPr lang="en-US" dirty="0" smtClean="0"/>
            <a:t>2017 estimates from the U.S. Census Bureau</a:t>
          </a:r>
          <a:endParaRPr lang="en-US" dirty="0"/>
        </a:p>
      </dgm:t>
    </dgm:pt>
    <dgm:pt modelId="{F569BECA-BA1C-4C40-875B-712F7A86376F}" type="parTrans" cxnId="{E0F0A2D0-BB2E-4DC0-84B4-747BCEFEEA08}">
      <dgm:prSet/>
      <dgm:spPr/>
      <dgm:t>
        <a:bodyPr/>
        <a:lstStyle/>
        <a:p>
          <a:endParaRPr lang="en-US"/>
        </a:p>
      </dgm:t>
    </dgm:pt>
    <dgm:pt modelId="{4FB813B0-7843-48EA-BCAE-C990504F24DD}" type="sibTrans" cxnId="{E0F0A2D0-BB2E-4DC0-84B4-747BCEFEEA08}">
      <dgm:prSet/>
      <dgm:spPr/>
      <dgm:t>
        <a:bodyPr/>
        <a:lstStyle/>
        <a:p>
          <a:endParaRPr lang="en-US"/>
        </a:p>
      </dgm:t>
    </dgm:pt>
    <dgm:pt modelId="{51D06665-6AE9-4C70-9F48-E4ECE1C95B61}">
      <dgm:prSet phldrT="[Text]"/>
      <dgm:spPr/>
      <dgm:t>
        <a:bodyPr/>
        <a:lstStyle/>
        <a:p>
          <a:r>
            <a:rPr lang="en-US" dirty="0" smtClean="0"/>
            <a:t>OMB </a:t>
          </a:r>
          <a:r>
            <a:rPr lang="en-US" dirty="0" smtClean="0"/>
            <a:t>definitions of MSAs</a:t>
          </a:r>
          <a:endParaRPr lang="en-US" dirty="0"/>
        </a:p>
      </dgm:t>
    </dgm:pt>
    <dgm:pt modelId="{BC6658AF-E715-4815-AC1B-0DD51898A3B7}" type="parTrans" cxnId="{A25E250F-43F0-473D-B6E3-78140108F712}">
      <dgm:prSet/>
      <dgm:spPr/>
      <dgm:t>
        <a:bodyPr/>
        <a:lstStyle/>
        <a:p>
          <a:endParaRPr lang="en-US"/>
        </a:p>
      </dgm:t>
    </dgm:pt>
    <dgm:pt modelId="{09D78DBC-6656-4AAA-9691-009DC940D8C3}" type="sibTrans" cxnId="{A25E250F-43F0-473D-B6E3-78140108F712}">
      <dgm:prSet/>
      <dgm:spPr/>
      <dgm:t>
        <a:bodyPr/>
        <a:lstStyle/>
        <a:p>
          <a:endParaRPr lang="en-US"/>
        </a:p>
      </dgm:t>
    </dgm:pt>
    <dgm:pt modelId="{4413368B-ACCA-469B-9D0E-1FEFC4075FB0}" type="pres">
      <dgm:prSet presAssocID="{E12051B9-F660-41FB-9BFB-187ECABCD821}" presName="Name0" presStyleCnt="0">
        <dgm:presLayoutVars>
          <dgm:dir/>
          <dgm:animLvl val="lvl"/>
          <dgm:resizeHandles val="exact"/>
        </dgm:presLayoutVars>
      </dgm:prSet>
      <dgm:spPr/>
      <dgm:t>
        <a:bodyPr/>
        <a:lstStyle/>
        <a:p>
          <a:endParaRPr lang="en-US"/>
        </a:p>
      </dgm:t>
    </dgm:pt>
    <dgm:pt modelId="{8E1BCC0E-B989-4435-8915-645304C71A64}" type="pres">
      <dgm:prSet presAssocID="{56D25664-E470-4423-B8A9-9B6E4F3E9501}" presName="compositeNode" presStyleCnt="0">
        <dgm:presLayoutVars>
          <dgm:bulletEnabled val="1"/>
        </dgm:presLayoutVars>
      </dgm:prSet>
      <dgm:spPr/>
    </dgm:pt>
    <dgm:pt modelId="{5EE1D2E5-E13B-4FA3-A68E-FA18C8AD1A1A}" type="pres">
      <dgm:prSet presAssocID="{56D25664-E470-4423-B8A9-9B6E4F3E9501}" presName="bgRect" presStyleLbl="node1" presStyleIdx="0" presStyleCnt="3"/>
      <dgm:spPr/>
      <dgm:t>
        <a:bodyPr/>
        <a:lstStyle/>
        <a:p>
          <a:endParaRPr lang="en-US"/>
        </a:p>
      </dgm:t>
    </dgm:pt>
    <dgm:pt modelId="{1F2FC209-C6F9-4BD8-BE18-C50B50281548}" type="pres">
      <dgm:prSet presAssocID="{56D25664-E470-4423-B8A9-9B6E4F3E9501}" presName="parentNode" presStyleLbl="node1" presStyleIdx="0" presStyleCnt="3">
        <dgm:presLayoutVars>
          <dgm:chMax val="0"/>
          <dgm:bulletEnabled val="1"/>
        </dgm:presLayoutVars>
      </dgm:prSet>
      <dgm:spPr/>
      <dgm:t>
        <a:bodyPr/>
        <a:lstStyle/>
        <a:p>
          <a:endParaRPr lang="en-US"/>
        </a:p>
      </dgm:t>
    </dgm:pt>
    <dgm:pt modelId="{0F07502A-98A4-4880-9779-27EA2BEB6F02}" type="pres">
      <dgm:prSet presAssocID="{56D25664-E470-4423-B8A9-9B6E4F3E9501}" presName="childNode" presStyleLbl="node1" presStyleIdx="0" presStyleCnt="3">
        <dgm:presLayoutVars>
          <dgm:bulletEnabled val="1"/>
        </dgm:presLayoutVars>
      </dgm:prSet>
      <dgm:spPr/>
      <dgm:t>
        <a:bodyPr/>
        <a:lstStyle/>
        <a:p>
          <a:endParaRPr lang="en-US"/>
        </a:p>
      </dgm:t>
    </dgm:pt>
    <dgm:pt modelId="{13ACBB4E-2F0C-4773-92A7-F091255EA962}" type="pres">
      <dgm:prSet presAssocID="{0513D618-905F-43E6-8DF3-0764A99732D8}" presName="hSp" presStyleCnt="0"/>
      <dgm:spPr/>
    </dgm:pt>
    <dgm:pt modelId="{BAD87237-2D53-4DFC-BA2E-02EC39493885}" type="pres">
      <dgm:prSet presAssocID="{0513D618-905F-43E6-8DF3-0764A99732D8}" presName="vProcSp" presStyleCnt="0"/>
      <dgm:spPr/>
    </dgm:pt>
    <dgm:pt modelId="{221F174E-2568-4C2B-B98A-B21C733FC119}" type="pres">
      <dgm:prSet presAssocID="{0513D618-905F-43E6-8DF3-0764A99732D8}" presName="vSp1" presStyleCnt="0"/>
      <dgm:spPr/>
    </dgm:pt>
    <dgm:pt modelId="{45668240-D897-4FC1-8421-6DD785B65040}" type="pres">
      <dgm:prSet presAssocID="{0513D618-905F-43E6-8DF3-0764A99732D8}" presName="simulatedConn" presStyleLbl="solidFgAcc1" presStyleIdx="0" presStyleCnt="2"/>
      <dgm:spPr/>
    </dgm:pt>
    <dgm:pt modelId="{50ECFA14-9F36-4C35-911C-A780FF037D2C}" type="pres">
      <dgm:prSet presAssocID="{0513D618-905F-43E6-8DF3-0764A99732D8}" presName="vSp2" presStyleCnt="0"/>
      <dgm:spPr/>
    </dgm:pt>
    <dgm:pt modelId="{B0CEB5DD-B27E-454F-A39C-A559A187214D}" type="pres">
      <dgm:prSet presAssocID="{0513D618-905F-43E6-8DF3-0764A99732D8}" presName="sibTrans" presStyleCnt="0"/>
      <dgm:spPr/>
    </dgm:pt>
    <dgm:pt modelId="{4BB7D377-EFD6-4B5D-AFC7-E199B4378248}" type="pres">
      <dgm:prSet presAssocID="{E7E09A88-A855-416A-B17D-5608BAB5F968}" presName="compositeNode" presStyleCnt="0">
        <dgm:presLayoutVars>
          <dgm:bulletEnabled val="1"/>
        </dgm:presLayoutVars>
      </dgm:prSet>
      <dgm:spPr/>
    </dgm:pt>
    <dgm:pt modelId="{63E694CA-EB8A-49E7-8F7E-40E9648E8D50}" type="pres">
      <dgm:prSet presAssocID="{E7E09A88-A855-416A-B17D-5608BAB5F968}" presName="bgRect" presStyleLbl="node1" presStyleIdx="1" presStyleCnt="3"/>
      <dgm:spPr/>
      <dgm:t>
        <a:bodyPr/>
        <a:lstStyle/>
        <a:p>
          <a:endParaRPr lang="en-US"/>
        </a:p>
      </dgm:t>
    </dgm:pt>
    <dgm:pt modelId="{84855266-605F-4E2F-859A-33AF21B4CC74}" type="pres">
      <dgm:prSet presAssocID="{E7E09A88-A855-416A-B17D-5608BAB5F968}" presName="parentNode" presStyleLbl="node1" presStyleIdx="1" presStyleCnt="3">
        <dgm:presLayoutVars>
          <dgm:chMax val="0"/>
          <dgm:bulletEnabled val="1"/>
        </dgm:presLayoutVars>
      </dgm:prSet>
      <dgm:spPr/>
      <dgm:t>
        <a:bodyPr/>
        <a:lstStyle/>
        <a:p>
          <a:endParaRPr lang="en-US"/>
        </a:p>
      </dgm:t>
    </dgm:pt>
    <dgm:pt modelId="{27D5C2FA-66B3-4507-8DD9-0DFEBE9E49C4}" type="pres">
      <dgm:prSet presAssocID="{E7E09A88-A855-416A-B17D-5608BAB5F968}" presName="childNode" presStyleLbl="node1" presStyleIdx="1" presStyleCnt="3">
        <dgm:presLayoutVars>
          <dgm:bulletEnabled val="1"/>
        </dgm:presLayoutVars>
      </dgm:prSet>
      <dgm:spPr/>
      <dgm:t>
        <a:bodyPr/>
        <a:lstStyle/>
        <a:p>
          <a:endParaRPr lang="en-US"/>
        </a:p>
      </dgm:t>
    </dgm:pt>
    <dgm:pt modelId="{AE508BEB-62F7-4273-AFD9-13F02568DD39}" type="pres">
      <dgm:prSet presAssocID="{C2A5DE0A-7824-4E35-BB27-47DBE8541DB5}" presName="hSp" presStyleCnt="0"/>
      <dgm:spPr/>
    </dgm:pt>
    <dgm:pt modelId="{20A68127-C095-4D4D-B36C-96BA54B85DB0}" type="pres">
      <dgm:prSet presAssocID="{C2A5DE0A-7824-4E35-BB27-47DBE8541DB5}" presName="vProcSp" presStyleCnt="0"/>
      <dgm:spPr/>
    </dgm:pt>
    <dgm:pt modelId="{00D4E5B4-15FE-4223-8CF1-EADD9A7F1E52}" type="pres">
      <dgm:prSet presAssocID="{C2A5DE0A-7824-4E35-BB27-47DBE8541DB5}" presName="vSp1" presStyleCnt="0"/>
      <dgm:spPr/>
    </dgm:pt>
    <dgm:pt modelId="{0B1D8E78-2B68-4C5D-9329-AB01D008FC04}" type="pres">
      <dgm:prSet presAssocID="{C2A5DE0A-7824-4E35-BB27-47DBE8541DB5}" presName="simulatedConn" presStyleLbl="solidFgAcc1" presStyleIdx="1" presStyleCnt="2"/>
      <dgm:spPr/>
    </dgm:pt>
    <dgm:pt modelId="{E447F79B-3147-4AFA-97C4-CCAE6DBFF058}" type="pres">
      <dgm:prSet presAssocID="{C2A5DE0A-7824-4E35-BB27-47DBE8541DB5}" presName="vSp2" presStyleCnt="0"/>
      <dgm:spPr/>
    </dgm:pt>
    <dgm:pt modelId="{EAB02694-BB77-4688-815D-9FF6A75A2E23}" type="pres">
      <dgm:prSet presAssocID="{C2A5DE0A-7824-4E35-BB27-47DBE8541DB5}" presName="sibTrans" presStyleCnt="0"/>
      <dgm:spPr/>
    </dgm:pt>
    <dgm:pt modelId="{897A3698-2D97-4DDC-95D9-A0BDC45706A4}" type="pres">
      <dgm:prSet presAssocID="{38988576-B0AA-4C1A-9619-43A386D2A929}" presName="compositeNode" presStyleCnt="0">
        <dgm:presLayoutVars>
          <dgm:bulletEnabled val="1"/>
        </dgm:presLayoutVars>
      </dgm:prSet>
      <dgm:spPr/>
    </dgm:pt>
    <dgm:pt modelId="{89F889ED-FCCD-445E-BB3B-3F65B70521C8}" type="pres">
      <dgm:prSet presAssocID="{38988576-B0AA-4C1A-9619-43A386D2A929}" presName="bgRect" presStyleLbl="node1" presStyleIdx="2" presStyleCnt="3"/>
      <dgm:spPr/>
      <dgm:t>
        <a:bodyPr/>
        <a:lstStyle/>
        <a:p>
          <a:endParaRPr lang="en-US"/>
        </a:p>
      </dgm:t>
    </dgm:pt>
    <dgm:pt modelId="{7A9FE149-B78D-4591-8ED3-6FAE619303EF}" type="pres">
      <dgm:prSet presAssocID="{38988576-B0AA-4C1A-9619-43A386D2A929}" presName="parentNode" presStyleLbl="node1" presStyleIdx="2" presStyleCnt="3">
        <dgm:presLayoutVars>
          <dgm:chMax val="0"/>
          <dgm:bulletEnabled val="1"/>
        </dgm:presLayoutVars>
      </dgm:prSet>
      <dgm:spPr/>
      <dgm:t>
        <a:bodyPr/>
        <a:lstStyle/>
        <a:p>
          <a:endParaRPr lang="en-US"/>
        </a:p>
      </dgm:t>
    </dgm:pt>
    <dgm:pt modelId="{545B6FF8-55C8-4464-AD34-37C6C75F354E}" type="pres">
      <dgm:prSet presAssocID="{38988576-B0AA-4C1A-9619-43A386D2A929}" presName="childNode" presStyleLbl="node1" presStyleIdx="2" presStyleCnt="3">
        <dgm:presLayoutVars>
          <dgm:bulletEnabled val="1"/>
        </dgm:presLayoutVars>
      </dgm:prSet>
      <dgm:spPr/>
      <dgm:t>
        <a:bodyPr/>
        <a:lstStyle/>
        <a:p>
          <a:endParaRPr lang="en-US"/>
        </a:p>
      </dgm:t>
    </dgm:pt>
  </dgm:ptLst>
  <dgm:cxnLst>
    <dgm:cxn modelId="{874CAB56-E993-4BA7-B073-DD6F211AB452}" srcId="{E12051B9-F660-41FB-9BFB-187ECABCD821}" destId="{56D25664-E470-4423-B8A9-9B6E4F3E9501}" srcOrd="0" destOrd="0" parTransId="{AE225F17-CB4A-4698-895E-495209A24EDD}" sibTransId="{0513D618-905F-43E6-8DF3-0764A99732D8}"/>
    <dgm:cxn modelId="{C5F869C1-8FEF-4035-9EC3-FDF0092FF2C9}" srcId="{56D25664-E470-4423-B8A9-9B6E4F3E9501}" destId="{F754AD28-8B54-47D9-83F1-8D45F35B4A81}" srcOrd="0" destOrd="0" parTransId="{26AD8160-5FF5-41BE-AFAF-E29D66F0469B}" sibTransId="{BE9BECBC-F94F-4E2F-BDB2-93E8BAEBEFE7}"/>
    <dgm:cxn modelId="{846A0355-F2CE-4EB4-8DA9-D31767F64D80}" type="presOf" srcId="{E12051B9-F660-41FB-9BFB-187ECABCD821}" destId="{4413368B-ACCA-469B-9D0E-1FEFC4075FB0}" srcOrd="0" destOrd="0" presId="urn:microsoft.com/office/officeart/2005/8/layout/hProcess7"/>
    <dgm:cxn modelId="{0C085BD3-56BD-4E72-9F41-493BC83D4988}" type="presOf" srcId="{1783039C-F21C-45A8-A1D1-7C275C084E3D}" destId="{545B6FF8-55C8-4464-AD34-37C6C75F354E}" srcOrd="0" destOrd="1" presId="urn:microsoft.com/office/officeart/2005/8/layout/hProcess7"/>
    <dgm:cxn modelId="{A25E250F-43F0-473D-B6E3-78140108F712}" srcId="{38988576-B0AA-4C1A-9619-43A386D2A929}" destId="{51D06665-6AE9-4C70-9F48-E4ECE1C95B61}" srcOrd="0" destOrd="0" parTransId="{BC6658AF-E715-4815-AC1B-0DD51898A3B7}" sibTransId="{09D78DBC-6656-4AAA-9691-009DC940D8C3}"/>
    <dgm:cxn modelId="{B267EDD0-E9C3-40E2-A02F-8F2E23BDFFB8}" type="presOf" srcId="{E7E09A88-A855-416A-B17D-5608BAB5F968}" destId="{84855266-605F-4E2F-859A-33AF21B4CC74}" srcOrd="1" destOrd="0" presId="urn:microsoft.com/office/officeart/2005/8/layout/hProcess7"/>
    <dgm:cxn modelId="{359B345D-1425-490E-BB65-B1A59577003D}" srcId="{E12051B9-F660-41FB-9BFB-187ECABCD821}" destId="{38988576-B0AA-4C1A-9619-43A386D2A929}" srcOrd="2" destOrd="0" parTransId="{AA48F846-FDF7-46B2-8E10-A63DA435194B}" sibTransId="{34707D83-AD15-4F83-B9C6-839F2BAB8772}"/>
    <dgm:cxn modelId="{96AE6DB1-3E10-4D81-BEB5-20BAD4692B6F}" type="presOf" srcId="{51D06665-6AE9-4C70-9F48-E4ECE1C95B61}" destId="{545B6FF8-55C8-4464-AD34-37C6C75F354E}" srcOrd="0" destOrd="0" presId="urn:microsoft.com/office/officeart/2005/8/layout/hProcess7"/>
    <dgm:cxn modelId="{86333582-FF23-41F6-8282-EBACF325B294}" type="presOf" srcId="{56D25664-E470-4423-B8A9-9B6E4F3E9501}" destId="{5EE1D2E5-E13B-4FA3-A68E-FA18C8AD1A1A}" srcOrd="0" destOrd="0" presId="urn:microsoft.com/office/officeart/2005/8/layout/hProcess7"/>
    <dgm:cxn modelId="{5600036E-F944-4456-8734-48894D705AE6}" type="presOf" srcId="{38988576-B0AA-4C1A-9619-43A386D2A929}" destId="{89F889ED-FCCD-445E-BB3B-3F65B70521C8}" srcOrd="0" destOrd="0" presId="urn:microsoft.com/office/officeart/2005/8/layout/hProcess7"/>
    <dgm:cxn modelId="{955316F3-D59D-4E22-BAC5-4B54F7BE800A}" srcId="{E12051B9-F660-41FB-9BFB-187ECABCD821}" destId="{E7E09A88-A855-416A-B17D-5608BAB5F968}" srcOrd="1" destOrd="0" parTransId="{791A9365-62E9-4724-B5DD-36351582D82E}" sibTransId="{C2A5DE0A-7824-4E35-BB27-47DBE8541DB5}"/>
    <dgm:cxn modelId="{70636453-53E7-4C45-A69B-793DC6A00913}" type="presOf" srcId="{E7E09A88-A855-416A-B17D-5608BAB5F968}" destId="{63E694CA-EB8A-49E7-8F7E-40E9648E8D50}" srcOrd="0" destOrd="0" presId="urn:microsoft.com/office/officeart/2005/8/layout/hProcess7"/>
    <dgm:cxn modelId="{30F696CA-071B-474D-A34F-E0DC681B3E8E}" type="presOf" srcId="{F754AD28-8B54-47D9-83F1-8D45F35B4A81}" destId="{0F07502A-98A4-4880-9779-27EA2BEB6F02}" srcOrd="0" destOrd="0" presId="urn:microsoft.com/office/officeart/2005/8/layout/hProcess7"/>
    <dgm:cxn modelId="{4E0C14B0-C117-47B4-8CA4-F22EFF3F3287}" type="presOf" srcId="{D264B8C8-0C74-4047-BC3D-D328ABB04B07}" destId="{27D5C2FA-66B3-4507-8DD9-0DFEBE9E49C4}" srcOrd="0" destOrd="0" presId="urn:microsoft.com/office/officeart/2005/8/layout/hProcess7"/>
    <dgm:cxn modelId="{DB884937-1E09-49E0-BABE-97AC4679294D}" srcId="{E7E09A88-A855-416A-B17D-5608BAB5F968}" destId="{D264B8C8-0C74-4047-BC3D-D328ABB04B07}" srcOrd="0" destOrd="0" parTransId="{EFE8DCE1-CB9B-44C0-BE30-595BF1898A8E}" sibTransId="{E5F6790C-BCA3-4DEC-A52E-7D738F9F57BD}"/>
    <dgm:cxn modelId="{B9ACFF5E-19D2-42CD-8F69-30287C02FF3C}" type="presOf" srcId="{38988576-B0AA-4C1A-9619-43A386D2A929}" destId="{7A9FE149-B78D-4591-8ED3-6FAE619303EF}" srcOrd="1" destOrd="0" presId="urn:microsoft.com/office/officeart/2005/8/layout/hProcess7"/>
    <dgm:cxn modelId="{9B1BF8FA-CB63-4575-9457-0CB9BFE5E140}" type="presOf" srcId="{56D25664-E470-4423-B8A9-9B6E4F3E9501}" destId="{1F2FC209-C6F9-4BD8-BE18-C50B50281548}" srcOrd="1" destOrd="0" presId="urn:microsoft.com/office/officeart/2005/8/layout/hProcess7"/>
    <dgm:cxn modelId="{E0F0A2D0-BB2E-4DC0-84B4-747BCEFEEA08}" srcId="{38988576-B0AA-4C1A-9619-43A386D2A929}" destId="{1783039C-F21C-45A8-A1D1-7C275C084E3D}" srcOrd="1" destOrd="0" parTransId="{F569BECA-BA1C-4C40-875B-712F7A86376F}" sibTransId="{4FB813B0-7843-48EA-BCAE-C990504F24DD}"/>
    <dgm:cxn modelId="{36456D39-5280-4333-8C06-91FB460A29B9}" type="presParOf" srcId="{4413368B-ACCA-469B-9D0E-1FEFC4075FB0}" destId="{8E1BCC0E-B989-4435-8915-645304C71A64}" srcOrd="0" destOrd="0" presId="urn:microsoft.com/office/officeart/2005/8/layout/hProcess7"/>
    <dgm:cxn modelId="{8B6E8928-FBF4-4D67-A8A6-65A6854AABC7}" type="presParOf" srcId="{8E1BCC0E-B989-4435-8915-645304C71A64}" destId="{5EE1D2E5-E13B-4FA3-A68E-FA18C8AD1A1A}" srcOrd="0" destOrd="0" presId="urn:microsoft.com/office/officeart/2005/8/layout/hProcess7"/>
    <dgm:cxn modelId="{12019D09-BEF7-478B-A30B-93EB4C4C9725}" type="presParOf" srcId="{8E1BCC0E-B989-4435-8915-645304C71A64}" destId="{1F2FC209-C6F9-4BD8-BE18-C50B50281548}" srcOrd="1" destOrd="0" presId="urn:microsoft.com/office/officeart/2005/8/layout/hProcess7"/>
    <dgm:cxn modelId="{DE5D7836-302D-4F5D-863E-99C8C392A527}" type="presParOf" srcId="{8E1BCC0E-B989-4435-8915-645304C71A64}" destId="{0F07502A-98A4-4880-9779-27EA2BEB6F02}" srcOrd="2" destOrd="0" presId="urn:microsoft.com/office/officeart/2005/8/layout/hProcess7"/>
    <dgm:cxn modelId="{1B588293-4355-4EC0-A19A-A4961014F2E1}" type="presParOf" srcId="{4413368B-ACCA-469B-9D0E-1FEFC4075FB0}" destId="{13ACBB4E-2F0C-4773-92A7-F091255EA962}" srcOrd="1" destOrd="0" presId="urn:microsoft.com/office/officeart/2005/8/layout/hProcess7"/>
    <dgm:cxn modelId="{5C35080C-2BBF-4A1B-97F9-7D9305B42B54}" type="presParOf" srcId="{4413368B-ACCA-469B-9D0E-1FEFC4075FB0}" destId="{BAD87237-2D53-4DFC-BA2E-02EC39493885}" srcOrd="2" destOrd="0" presId="urn:microsoft.com/office/officeart/2005/8/layout/hProcess7"/>
    <dgm:cxn modelId="{A69C22AE-148E-4244-8032-BA4F96B5B7C3}" type="presParOf" srcId="{BAD87237-2D53-4DFC-BA2E-02EC39493885}" destId="{221F174E-2568-4C2B-B98A-B21C733FC119}" srcOrd="0" destOrd="0" presId="urn:microsoft.com/office/officeart/2005/8/layout/hProcess7"/>
    <dgm:cxn modelId="{0A1483A8-354C-4C67-A783-F7E09589ADA6}" type="presParOf" srcId="{BAD87237-2D53-4DFC-BA2E-02EC39493885}" destId="{45668240-D897-4FC1-8421-6DD785B65040}" srcOrd="1" destOrd="0" presId="urn:microsoft.com/office/officeart/2005/8/layout/hProcess7"/>
    <dgm:cxn modelId="{DD433462-1CB1-4D4B-85B7-9EB73387DBD1}" type="presParOf" srcId="{BAD87237-2D53-4DFC-BA2E-02EC39493885}" destId="{50ECFA14-9F36-4C35-911C-A780FF037D2C}" srcOrd="2" destOrd="0" presId="urn:microsoft.com/office/officeart/2005/8/layout/hProcess7"/>
    <dgm:cxn modelId="{65B847FD-CD98-4081-9661-2FB959031E73}" type="presParOf" srcId="{4413368B-ACCA-469B-9D0E-1FEFC4075FB0}" destId="{B0CEB5DD-B27E-454F-A39C-A559A187214D}" srcOrd="3" destOrd="0" presId="urn:microsoft.com/office/officeart/2005/8/layout/hProcess7"/>
    <dgm:cxn modelId="{9FCB1850-9995-435F-B320-BA56830990F2}" type="presParOf" srcId="{4413368B-ACCA-469B-9D0E-1FEFC4075FB0}" destId="{4BB7D377-EFD6-4B5D-AFC7-E199B4378248}" srcOrd="4" destOrd="0" presId="urn:microsoft.com/office/officeart/2005/8/layout/hProcess7"/>
    <dgm:cxn modelId="{3B090F4B-D477-44A4-91CE-09101D8EC94C}" type="presParOf" srcId="{4BB7D377-EFD6-4B5D-AFC7-E199B4378248}" destId="{63E694CA-EB8A-49E7-8F7E-40E9648E8D50}" srcOrd="0" destOrd="0" presId="urn:microsoft.com/office/officeart/2005/8/layout/hProcess7"/>
    <dgm:cxn modelId="{9BBB9526-C0E8-4C4F-B645-116273401389}" type="presParOf" srcId="{4BB7D377-EFD6-4B5D-AFC7-E199B4378248}" destId="{84855266-605F-4E2F-859A-33AF21B4CC74}" srcOrd="1" destOrd="0" presId="urn:microsoft.com/office/officeart/2005/8/layout/hProcess7"/>
    <dgm:cxn modelId="{2F08140D-A41F-4ECA-BFCA-BBCFFBE1C03F}" type="presParOf" srcId="{4BB7D377-EFD6-4B5D-AFC7-E199B4378248}" destId="{27D5C2FA-66B3-4507-8DD9-0DFEBE9E49C4}" srcOrd="2" destOrd="0" presId="urn:microsoft.com/office/officeart/2005/8/layout/hProcess7"/>
    <dgm:cxn modelId="{6EE4D2FF-EDD0-458D-A76B-C12D79F9D635}" type="presParOf" srcId="{4413368B-ACCA-469B-9D0E-1FEFC4075FB0}" destId="{AE508BEB-62F7-4273-AFD9-13F02568DD39}" srcOrd="5" destOrd="0" presId="urn:microsoft.com/office/officeart/2005/8/layout/hProcess7"/>
    <dgm:cxn modelId="{AF9618B2-B8FD-4F60-99A1-A5A71F67CC59}" type="presParOf" srcId="{4413368B-ACCA-469B-9D0E-1FEFC4075FB0}" destId="{20A68127-C095-4D4D-B36C-96BA54B85DB0}" srcOrd="6" destOrd="0" presId="urn:microsoft.com/office/officeart/2005/8/layout/hProcess7"/>
    <dgm:cxn modelId="{52C4DB0A-7270-4824-9E1F-1B4D63133329}" type="presParOf" srcId="{20A68127-C095-4D4D-B36C-96BA54B85DB0}" destId="{00D4E5B4-15FE-4223-8CF1-EADD9A7F1E52}" srcOrd="0" destOrd="0" presId="urn:microsoft.com/office/officeart/2005/8/layout/hProcess7"/>
    <dgm:cxn modelId="{300D4047-E91D-4769-865D-2BF453DF2F65}" type="presParOf" srcId="{20A68127-C095-4D4D-B36C-96BA54B85DB0}" destId="{0B1D8E78-2B68-4C5D-9329-AB01D008FC04}" srcOrd="1" destOrd="0" presId="urn:microsoft.com/office/officeart/2005/8/layout/hProcess7"/>
    <dgm:cxn modelId="{FDD64055-524A-41D7-ABE9-E9A8223022BB}" type="presParOf" srcId="{20A68127-C095-4D4D-B36C-96BA54B85DB0}" destId="{E447F79B-3147-4AFA-97C4-CCAE6DBFF058}" srcOrd="2" destOrd="0" presId="urn:microsoft.com/office/officeart/2005/8/layout/hProcess7"/>
    <dgm:cxn modelId="{7096C061-92D0-4AE3-82C8-9B0187E77C73}" type="presParOf" srcId="{4413368B-ACCA-469B-9D0E-1FEFC4075FB0}" destId="{EAB02694-BB77-4688-815D-9FF6A75A2E23}" srcOrd="7" destOrd="0" presId="urn:microsoft.com/office/officeart/2005/8/layout/hProcess7"/>
    <dgm:cxn modelId="{F9BCC103-0602-4DD9-BE7A-7E6C5B7DF6A6}" type="presParOf" srcId="{4413368B-ACCA-469B-9D0E-1FEFC4075FB0}" destId="{897A3698-2D97-4DDC-95D9-A0BDC45706A4}" srcOrd="8" destOrd="0" presId="urn:microsoft.com/office/officeart/2005/8/layout/hProcess7"/>
    <dgm:cxn modelId="{2DC273F9-839B-49E8-81C8-8152C56CAB79}" type="presParOf" srcId="{897A3698-2D97-4DDC-95D9-A0BDC45706A4}" destId="{89F889ED-FCCD-445E-BB3B-3F65B70521C8}" srcOrd="0" destOrd="0" presId="urn:microsoft.com/office/officeart/2005/8/layout/hProcess7"/>
    <dgm:cxn modelId="{069C7A69-99DD-43E1-AB95-CC765D3DDE6D}" type="presParOf" srcId="{897A3698-2D97-4DDC-95D9-A0BDC45706A4}" destId="{7A9FE149-B78D-4591-8ED3-6FAE619303EF}" srcOrd="1" destOrd="0" presId="urn:microsoft.com/office/officeart/2005/8/layout/hProcess7"/>
    <dgm:cxn modelId="{0D94ED7D-610C-47CC-A271-CE4775ED980A}" type="presParOf" srcId="{897A3698-2D97-4DDC-95D9-A0BDC45706A4}" destId="{545B6FF8-55C8-4464-AD34-37C6C75F354E}" srcOrd="2" destOrd="0" presId="urn:microsoft.com/office/officeart/2005/8/layout/hProcess7"/>
  </dgm:cxnLst>
  <dgm:bg/>
  <dgm:whole/>
  <dgm:extLst>
    <a:ext uri="http://schemas.microsoft.com/office/drawing/2008/diagram">
      <dsp:dataModelExt xmlns:dsp="http://schemas.microsoft.com/office/drawing/2008/diagram" relId="rId11" minVer="http://schemas.openxmlformats.org/drawingml/2006/diagram"/>
    </a:ext>
  </dgm:extLst>
</dgm:dataModel>
</file>

<file path=ppt/diagrams/data13.xml><?xml version="1.0" encoding="utf-8"?>
<dgm:dataModel xmlns:dgm="http://schemas.openxmlformats.org/drawingml/2006/diagram" xmlns:a="http://schemas.openxmlformats.org/drawingml/2006/main">
  <dgm:ptLst>
    <dgm:pt modelId="{E12051B9-F660-41FB-9BFB-187ECABCD821}" type="doc">
      <dgm:prSet loTypeId="urn:microsoft.com/office/officeart/2005/8/layout/hProcess7" loCatId="list" qsTypeId="urn:microsoft.com/office/officeart/2005/8/quickstyle/simple1" qsCatId="simple" csTypeId="urn:microsoft.com/office/officeart/2005/8/colors/colorful1" csCatId="colorful" phldr="1"/>
      <dgm:spPr/>
      <dgm:t>
        <a:bodyPr/>
        <a:lstStyle/>
        <a:p>
          <a:endParaRPr lang="en-US"/>
        </a:p>
      </dgm:t>
    </dgm:pt>
    <dgm:pt modelId="{56D25664-E470-4423-B8A9-9B6E4F3E9501}">
      <dgm:prSet phldrT="[Text]" custT="1"/>
      <dgm:spPr/>
      <dgm:t>
        <a:bodyPr/>
        <a:lstStyle/>
        <a:p>
          <a:r>
            <a:rPr lang="en-US" sz="1800" b="1" u="sng" dirty="0" smtClean="0"/>
            <a:t>Construct</a:t>
          </a:r>
          <a:endParaRPr lang="en-US" sz="1800" b="1" u="sng" dirty="0"/>
        </a:p>
      </dgm:t>
    </dgm:pt>
    <dgm:pt modelId="{AE225F17-CB4A-4698-895E-495209A24EDD}" type="parTrans" cxnId="{874CAB56-E993-4BA7-B073-DD6F211AB452}">
      <dgm:prSet/>
      <dgm:spPr/>
      <dgm:t>
        <a:bodyPr/>
        <a:lstStyle/>
        <a:p>
          <a:endParaRPr lang="en-US"/>
        </a:p>
      </dgm:t>
    </dgm:pt>
    <dgm:pt modelId="{0513D618-905F-43E6-8DF3-0764A99732D8}" type="sibTrans" cxnId="{874CAB56-E993-4BA7-B073-DD6F211AB452}">
      <dgm:prSet/>
      <dgm:spPr/>
      <dgm:t>
        <a:bodyPr/>
        <a:lstStyle/>
        <a:p>
          <a:endParaRPr lang="en-US"/>
        </a:p>
      </dgm:t>
    </dgm:pt>
    <dgm:pt modelId="{F754AD28-8B54-47D9-83F1-8D45F35B4A81}">
      <dgm:prSet phldrT="[Text]" custT="1"/>
      <dgm:spPr/>
      <dgm:t>
        <a:bodyPr/>
        <a:lstStyle/>
        <a:p>
          <a:r>
            <a:rPr lang="en-US" sz="3200" dirty="0" smtClean="0"/>
            <a:t>Spatial Distance</a:t>
          </a:r>
          <a:endParaRPr lang="en-US" sz="3200" dirty="0"/>
        </a:p>
      </dgm:t>
    </dgm:pt>
    <dgm:pt modelId="{26AD8160-5FF5-41BE-AFAF-E29D66F0469B}" type="parTrans" cxnId="{C5F869C1-8FEF-4035-9EC3-FDF0092FF2C9}">
      <dgm:prSet/>
      <dgm:spPr/>
      <dgm:t>
        <a:bodyPr/>
        <a:lstStyle/>
        <a:p>
          <a:endParaRPr lang="en-US"/>
        </a:p>
      </dgm:t>
    </dgm:pt>
    <dgm:pt modelId="{BE9BECBC-F94F-4E2F-BDB2-93E8BAEBEFE7}" type="sibTrans" cxnId="{C5F869C1-8FEF-4035-9EC3-FDF0092FF2C9}">
      <dgm:prSet/>
      <dgm:spPr/>
      <dgm:t>
        <a:bodyPr/>
        <a:lstStyle/>
        <a:p>
          <a:endParaRPr lang="en-US"/>
        </a:p>
      </dgm:t>
    </dgm:pt>
    <dgm:pt modelId="{E7E09A88-A855-416A-B17D-5608BAB5F968}">
      <dgm:prSet phldrT="[Text]" custT="1"/>
      <dgm:spPr/>
      <dgm:t>
        <a:bodyPr/>
        <a:lstStyle/>
        <a:p>
          <a:r>
            <a:rPr lang="en-US" sz="1800" b="1" u="sng" dirty="0" smtClean="0"/>
            <a:t>Operationalization</a:t>
          </a:r>
          <a:endParaRPr lang="en-US" sz="1800" b="1" u="sng" dirty="0"/>
        </a:p>
      </dgm:t>
    </dgm:pt>
    <dgm:pt modelId="{791A9365-62E9-4724-B5DD-36351582D82E}" type="parTrans" cxnId="{955316F3-D59D-4E22-BAC5-4B54F7BE800A}">
      <dgm:prSet/>
      <dgm:spPr/>
      <dgm:t>
        <a:bodyPr/>
        <a:lstStyle/>
        <a:p>
          <a:endParaRPr lang="en-US"/>
        </a:p>
      </dgm:t>
    </dgm:pt>
    <dgm:pt modelId="{C2A5DE0A-7824-4E35-BB27-47DBE8541DB5}" type="sibTrans" cxnId="{955316F3-D59D-4E22-BAC5-4B54F7BE800A}">
      <dgm:prSet/>
      <dgm:spPr/>
      <dgm:t>
        <a:bodyPr/>
        <a:lstStyle/>
        <a:p>
          <a:endParaRPr lang="en-US"/>
        </a:p>
      </dgm:t>
    </dgm:pt>
    <dgm:pt modelId="{D264B8C8-0C74-4047-BC3D-D328ABB04B07}">
      <dgm:prSet phldrT="[Text]" custT="1"/>
      <dgm:spPr/>
      <dgm:t>
        <a:bodyPr/>
        <a:lstStyle/>
        <a:p>
          <a:r>
            <a:rPr lang="en-US" sz="1800" dirty="0" smtClean="0"/>
            <a:t>The distance from the institution that received the federal funding award for the R&amp;D project to the centroid of the nearest </a:t>
          </a:r>
          <a:r>
            <a:rPr lang="en-US" sz="1800" dirty="0" smtClean="0"/>
            <a:t>MSA that meets the study requirements.</a:t>
          </a:r>
          <a:endParaRPr lang="en-US" sz="1800" dirty="0"/>
        </a:p>
      </dgm:t>
    </dgm:pt>
    <dgm:pt modelId="{EFE8DCE1-CB9B-44C0-BE30-595BF1898A8E}" type="parTrans" cxnId="{DB884937-1E09-49E0-BABE-97AC4679294D}">
      <dgm:prSet/>
      <dgm:spPr/>
      <dgm:t>
        <a:bodyPr/>
        <a:lstStyle/>
        <a:p>
          <a:endParaRPr lang="en-US"/>
        </a:p>
      </dgm:t>
    </dgm:pt>
    <dgm:pt modelId="{E5F6790C-BCA3-4DEC-A52E-7D738F9F57BD}" type="sibTrans" cxnId="{DB884937-1E09-49E0-BABE-97AC4679294D}">
      <dgm:prSet/>
      <dgm:spPr/>
      <dgm:t>
        <a:bodyPr/>
        <a:lstStyle/>
        <a:p>
          <a:endParaRPr lang="en-US"/>
        </a:p>
      </dgm:t>
    </dgm:pt>
    <dgm:pt modelId="{38988576-B0AA-4C1A-9619-43A386D2A929}">
      <dgm:prSet phldrT="[Text]" custT="1"/>
      <dgm:spPr/>
      <dgm:t>
        <a:bodyPr/>
        <a:lstStyle/>
        <a:p>
          <a:r>
            <a:rPr lang="en-US" sz="1800" b="1" u="sng" dirty="0" smtClean="0"/>
            <a:t>Indicators</a:t>
          </a:r>
          <a:endParaRPr lang="en-US" sz="1800" b="1" u="sng" dirty="0"/>
        </a:p>
      </dgm:t>
    </dgm:pt>
    <dgm:pt modelId="{AA48F846-FDF7-46B2-8E10-A63DA435194B}" type="parTrans" cxnId="{359B345D-1425-490E-BB65-B1A59577003D}">
      <dgm:prSet/>
      <dgm:spPr/>
      <dgm:t>
        <a:bodyPr/>
        <a:lstStyle/>
        <a:p>
          <a:endParaRPr lang="en-US"/>
        </a:p>
      </dgm:t>
    </dgm:pt>
    <dgm:pt modelId="{34707D83-AD15-4F83-B9C6-839F2BAB8772}" type="sibTrans" cxnId="{359B345D-1425-490E-BB65-B1A59577003D}">
      <dgm:prSet/>
      <dgm:spPr/>
      <dgm:t>
        <a:bodyPr/>
        <a:lstStyle/>
        <a:p>
          <a:endParaRPr lang="en-US"/>
        </a:p>
      </dgm:t>
    </dgm:pt>
    <dgm:pt modelId="{1783039C-F21C-45A8-A1D1-7C275C084E3D}">
      <dgm:prSet phldrT="[Text]" custT="1"/>
      <dgm:spPr/>
      <dgm:t>
        <a:bodyPr/>
        <a:lstStyle/>
        <a:p>
          <a:r>
            <a:rPr lang="en-US" sz="1800" dirty="0" smtClean="0"/>
            <a:t>Location coordinates in longitude and latitude</a:t>
          </a:r>
        </a:p>
      </dgm:t>
    </dgm:pt>
    <dgm:pt modelId="{F569BECA-BA1C-4C40-875B-712F7A86376F}" type="parTrans" cxnId="{E0F0A2D0-BB2E-4DC0-84B4-747BCEFEEA08}">
      <dgm:prSet/>
      <dgm:spPr/>
      <dgm:t>
        <a:bodyPr/>
        <a:lstStyle/>
        <a:p>
          <a:endParaRPr lang="en-US"/>
        </a:p>
      </dgm:t>
    </dgm:pt>
    <dgm:pt modelId="{4FB813B0-7843-48EA-BCAE-C990504F24DD}" type="sibTrans" cxnId="{E0F0A2D0-BB2E-4DC0-84B4-747BCEFEEA08}">
      <dgm:prSet/>
      <dgm:spPr/>
      <dgm:t>
        <a:bodyPr/>
        <a:lstStyle/>
        <a:p>
          <a:endParaRPr lang="en-US"/>
        </a:p>
      </dgm:t>
    </dgm:pt>
    <dgm:pt modelId="{561C8C01-168E-4810-B00A-83B2C936D185}">
      <dgm:prSet phldrT="[Text]" custT="1"/>
      <dgm:spPr/>
      <dgm:t>
        <a:bodyPr/>
        <a:lstStyle/>
        <a:p>
          <a:r>
            <a:rPr lang="en-US" sz="1800" dirty="0" smtClean="0"/>
            <a:t>Absolute distance measured in miles</a:t>
          </a:r>
        </a:p>
      </dgm:t>
    </dgm:pt>
    <dgm:pt modelId="{73AA7CFC-FF1E-41E0-9601-E4AE1AD4A52E}" type="parTrans" cxnId="{1A6AF12A-6308-4A01-A4F5-0298704D9EAD}">
      <dgm:prSet/>
      <dgm:spPr/>
      <dgm:t>
        <a:bodyPr/>
        <a:lstStyle/>
        <a:p>
          <a:endParaRPr lang="en-US"/>
        </a:p>
      </dgm:t>
    </dgm:pt>
    <dgm:pt modelId="{14EE0822-6F69-42E4-9BB3-24B2EC1E05AA}" type="sibTrans" cxnId="{1A6AF12A-6308-4A01-A4F5-0298704D9EAD}">
      <dgm:prSet/>
      <dgm:spPr/>
      <dgm:t>
        <a:bodyPr/>
        <a:lstStyle/>
        <a:p>
          <a:endParaRPr lang="en-US"/>
        </a:p>
      </dgm:t>
    </dgm:pt>
    <dgm:pt modelId="{4413368B-ACCA-469B-9D0E-1FEFC4075FB0}" type="pres">
      <dgm:prSet presAssocID="{E12051B9-F660-41FB-9BFB-187ECABCD821}" presName="Name0" presStyleCnt="0">
        <dgm:presLayoutVars>
          <dgm:dir/>
          <dgm:animLvl val="lvl"/>
          <dgm:resizeHandles val="exact"/>
        </dgm:presLayoutVars>
      </dgm:prSet>
      <dgm:spPr/>
      <dgm:t>
        <a:bodyPr/>
        <a:lstStyle/>
        <a:p>
          <a:endParaRPr lang="en-US"/>
        </a:p>
      </dgm:t>
    </dgm:pt>
    <dgm:pt modelId="{8E1BCC0E-B989-4435-8915-645304C71A64}" type="pres">
      <dgm:prSet presAssocID="{56D25664-E470-4423-B8A9-9B6E4F3E9501}" presName="compositeNode" presStyleCnt="0">
        <dgm:presLayoutVars>
          <dgm:bulletEnabled val="1"/>
        </dgm:presLayoutVars>
      </dgm:prSet>
      <dgm:spPr/>
    </dgm:pt>
    <dgm:pt modelId="{5EE1D2E5-E13B-4FA3-A68E-FA18C8AD1A1A}" type="pres">
      <dgm:prSet presAssocID="{56D25664-E470-4423-B8A9-9B6E4F3E9501}" presName="bgRect" presStyleLbl="node1" presStyleIdx="0" presStyleCnt="3"/>
      <dgm:spPr/>
      <dgm:t>
        <a:bodyPr/>
        <a:lstStyle/>
        <a:p>
          <a:endParaRPr lang="en-US"/>
        </a:p>
      </dgm:t>
    </dgm:pt>
    <dgm:pt modelId="{1F2FC209-C6F9-4BD8-BE18-C50B50281548}" type="pres">
      <dgm:prSet presAssocID="{56D25664-E470-4423-B8A9-9B6E4F3E9501}" presName="parentNode" presStyleLbl="node1" presStyleIdx="0" presStyleCnt="3">
        <dgm:presLayoutVars>
          <dgm:chMax val="0"/>
          <dgm:bulletEnabled val="1"/>
        </dgm:presLayoutVars>
      </dgm:prSet>
      <dgm:spPr/>
      <dgm:t>
        <a:bodyPr/>
        <a:lstStyle/>
        <a:p>
          <a:endParaRPr lang="en-US"/>
        </a:p>
      </dgm:t>
    </dgm:pt>
    <dgm:pt modelId="{0F07502A-98A4-4880-9779-27EA2BEB6F02}" type="pres">
      <dgm:prSet presAssocID="{56D25664-E470-4423-B8A9-9B6E4F3E9501}" presName="childNode" presStyleLbl="node1" presStyleIdx="0" presStyleCnt="3">
        <dgm:presLayoutVars>
          <dgm:bulletEnabled val="1"/>
        </dgm:presLayoutVars>
      </dgm:prSet>
      <dgm:spPr/>
      <dgm:t>
        <a:bodyPr/>
        <a:lstStyle/>
        <a:p>
          <a:endParaRPr lang="en-US"/>
        </a:p>
      </dgm:t>
    </dgm:pt>
    <dgm:pt modelId="{13ACBB4E-2F0C-4773-92A7-F091255EA962}" type="pres">
      <dgm:prSet presAssocID="{0513D618-905F-43E6-8DF3-0764A99732D8}" presName="hSp" presStyleCnt="0"/>
      <dgm:spPr/>
    </dgm:pt>
    <dgm:pt modelId="{BAD87237-2D53-4DFC-BA2E-02EC39493885}" type="pres">
      <dgm:prSet presAssocID="{0513D618-905F-43E6-8DF3-0764A99732D8}" presName="vProcSp" presStyleCnt="0"/>
      <dgm:spPr/>
    </dgm:pt>
    <dgm:pt modelId="{221F174E-2568-4C2B-B98A-B21C733FC119}" type="pres">
      <dgm:prSet presAssocID="{0513D618-905F-43E6-8DF3-0764A99732D8}" presName="vSp1" presStyleCnt="0"/>
      <dgm:spPr/>
    </dgm:pt>
    <dgm:pt modelId="{45668240-D897-4FC1-8421-6DD785B65040}" type="pres">
      <dgm:prSet presAssocID="{0513D618-905F-43E6-8DF3-0764A99732D8}" presName="simulatedConn" presStyleLbl="solidFgAcc1" presStyleIdx="0" presStyleCnt="2"/>
      <dgm:spPr/>
    </dgm:pt>
    <dgm:pt modelId="{50ECFA14-9F36-4C35-911C-A780FF037D2C}" type="pres">
      <dgm:prSet presAssocID="{0513D618-905F-43E6-8DF3-0764A99732D8}" presName="vSp2" presStyleCnt="0"/>
      <dgm:spPr/>
    </dgm:pt>
    <dgm:pt modelId="{B0CEB5DD-B27E-454F-A39C-A559A187214D}" type="pres">
      <dgm:prSet presAssocID="{0513D618-905F-43E6-8DF3-0764A99732D8}" presName="sibTrans" presStyleCnt="0"/>
      <dgm:spPr/>
    </dgm:pt>
    <dgm:pt modelId="{4BB7D377-EFD6-4B5D-AFC7-E199B4378248}" type="pres">
      <dgm:prSet presAssocID="{E7E09A88-A855-416A-B17D-5608BAB5F968}" presName="compositeNode" presStyleCnt="0">
        <dgm:presLayoutVars>
          <dgm:bulletEnabled val="1"/>
        </dgm:presLayoutVars>
      </dgm:prSet>
      <dgm:spPr/>
    </dgm:pt>
    <dgm:pt modelId="{63E694CA-EB8A-49E7-8F7E-40E9648E8D50}" type="pres">
      <dgm:prSet presAssocID="{E7E09A88-A855-416A-B17D-5608BAB5F968}" presName="bgRect" presStyleLbl="node1" presStyleIdx="1" presStyleCnt="3"/>
      <dgm:spPr/>
      <dgm:t>
        <a:bodyPr/>
        <a:lstStyle/>
        <a:p>
          <a:endParaRPr lang="en-US"/>
        </a:p>
      </dgm:t>
    </dgm:pt>
    <dgm:pt modelId="{84855266-605F-4E2F-859A-33AF21B4CC74}" type="pres">
      <dgm:prSet presAssocID="{E7E09A88-A855-416A-B17D-5608BAB5F968}" presName="parentNode" presStyleLbl="node1" presStyleIdx="1" presStyleCnt="3">
        <dgm:presLayoutVars>
          <dgm:chMax val="0"/>
          <dgm:bulletEnabled val="1"/>
        </dgm:presLayoutVars>
      </dgm:prSet>
      <dgm:spPr/>
      <dgm:t>
        <a:bodyPr/>
        <a:lstStyle/>
        <a:p>
          <a:endParaRPr lang="en-US"/>
        </a:p>
      </dgm:t>
    </dgm:pt>
    <dgm:pt modelId="{27D5C2FA-66B3-4507-8DD9-0DFEBE9E49C4}" type="pres">
      <dgm:prSet presAssocID="{E7E09A88-A855-416A-B17D-5608BAB5F968}" presName="childNode" presStyleLbl="node1" presStyleIdx="1" presStyleCnt="3">
        <dgm:presLayoutVars>
          <dgm:bulletEnabled val="1"/>
        </dgm:presLayoutVars>
      </dgm:prSet>
      <dgm:spPr/>
      <dgm:t>
        <a:bodyPr/>
        <a:lstStyle/>
        <a:p>
          <a:endParaRPr lang="en-US"/>
        </a:p>
      </dgm:t>
    </dgm:pt>
    <dgm:pt modelId="{AE508BEB-62F7-4273-AFD9-13F02568DD39}" type="pres">
      <dgm:prSet presAssocID="{C2A5DE0A-7824-4E35-BB27-47DBE8541DB5}" presName="hSp" presStyleCnt="0"/>
      <dgm:spPr/>
    </dgm:pt>
    <dgm:pt modelId="{20A68127-C095-4D4D-B36C-96BA54B85DB0}" type="pres">
      <dgm:prSet presAssocID="{C2A5DE0A-7824-4E35-BB27-47DBE8541DB5}" presName="vProcSp" presStyleCnt="0"/>
      <dgm:spPr/>
    </dgm:pt>
    <dgm:pt modelId="{00D4E5B4-15FE-4223-8CF1-EADD9A7F1E52}" type="pres">
      <dgm:prSet presAssocID="{C2A5DE0A-7824-4E35-BB27-47DBE8541DB5}" presName="vSp1" presStyleCnt="0"/>
      <dgm:spPr/>
    </dgm:pt>
    <dgm:pt modelId="{0B1D8E78-2B68-4C5D-9329-AB01D008FC04}" type="pres">
      <dgm:prSet presAssocID="{C2A5DE0A-7824-4E35-BB27-47DBE8541DB5}" presName="simulatedConn" presStyleLbl="solidFgAcc1" presStyleIdx="1" presStyleCnt="2"/>
      <dgm:spPr/>
    </dgm:pt>
    <dgm:pt modelId="{E447F79B-3147-4AFA-97C4-CCAE6DBFF058}" type="pres">
      <dgm:prSet presAssocID="{C2A5DE0A-7824-4E35-BB27-47DBE8541DB5}" presName="vSp2" presStyleCnt="0"/>
      <dgm:spPr/>
    </dgm:pt>
    <dgm:pt modelId="{EAB02694-BB77-4688-815D-9FF6A75A2E23}" type="pres">
      <dgm:prSet presAssocID="{C2A5DE0A-7824-4E35-BB27-47DBE8541DB5}" presName="sibTrans" presStyleCnt="0"/>
      <dgm:spPr/>
    </dgm:pt>
    <dgm:pt modelId="{897A3698-2D97-4DDC-95D9-A0BDC45706A4}" type="pres">
      <dgm:prSet presAssocID="{38988576-B0AA-4C1A-9619-43A386D2A929}" presName="compositeNode" presStyleCnt="0">
        <dgm:presLayoutVars>
          <dgm:bulletEnabled val="1"/>
        </dgm:presLayoutVars>
      </dgm:prSet>
      <dgm:spPr/>
    </dgm:pt>
    <dgm:pt modelId="{89F889ED-FCCD-445E-BB3B-3F65B70521C8}" type="pres">
      <dgm:prSet presAssocID="{38988576-B0AA-4C1A-9619-43A386D2A929}" presName="bgRect" presStyleLbl="node1" presStyleIdx="2" presStyleCnt="3"/>
      <dgm:spPr/>
      <dgm:t>
        <a:bodyPr/>
        <a:lstStyle/>
        <a:p>
          <a:endParaRPr lang="en-US"/>
        </a:p>
      </dgm:t>
    </dgm:pt>
    <dgm:pt modelId="{7A9FE149-B78D-4591-8ED3-6FAE619303EF}" type="pres">
      <dgm:prSet presAssocID="{38988576-B0AA-4C1A-9619-43A386D2A929}" presName="parentNode" presStyleLbl="node1" presStyleIdx="2" presStyleCnt="3">
        <dgm:presLayoutVars>
          <dgm:chMax val="0"/>
          <dgm:bulletEnabled val="1"/>
        </dgm:presLayoutVars>
      </dgm:prSet>
      <dgm:spPr/>
      <dgm:t>
        <a:bodyPr/>
        <a:lstStyle/>
        <a:p>
          <a:endParaRPr lang="en-US"/>
        </a:p>
      </dgm:t>
    </dgm:pt>
    <dgm:pt modelId="{545B6FF8-55C8-4464-AD34-37C6C75F354E}" type="pres">
      <dgm:prSet presAssocID="{38988576-B0AA-4C1A-9619-43A386D2A929}" presName="childNode" presStyleLbl="node1" presStyleIdx="2" presStyleCnt="3">
        <dgm:presLayoutVars>
          <dgm:bulletEnabled val="1"/>
        </dgm:presLayoutVars>
      </dgm:prSet>
      <dgm:spPr/>
      <dgm:t>
        <a:bodyPr/>
        <a:lstStyle/>
        <a:p>
          <a:endParaRPr lang="en-US"/>
        </a:p>
      </dgm:t>
    </dgm:pt>
  </dgm:ptLst>
  <dgm:cxnLst>
    <dgm:cxn modelId="{7F1DF730-354B-4201-A360-499D6E15F834}" type="presOf" srcId="{38988576-B0AA-4C1A-9619-43A386D2A929}" destId="{89F889ED-FCCD-445E-BB3B-3F65B70521C8}" srcOrd="0" destOrd="0" presId="urn:microsoft.com/office/officeart/2005/8/layout/hProcess7"/>
    <dgm:cxn modelId="{C5F869C1-8FEF-4035-9EC3-FDF0092FF2C9}" srcId="{56D25664-E470-4423-B8A9-9B6E4F3E9501}" destId="{F754AD28-8B54-47D9-83F1-8D45F35B4A81}" srcOrd="0" destOrd="0" parTransId="{26AD8160-5FF5-41BE-AFAF-E29D66F0469B}" sibTransId="{BE9BECBC-F94F-4E2F-BDB2-93E8BAEBEFE7}"/>
    <dgm:cxn modelId="{9E3C32E3-5AB2-4585-B224-8434ED8DEC09}" type="presOf" srcId="{56D25664-E470-4423-B8A9-9B6E4F3E9501}" destId="{5EE1D2E5-E13B-4FA3-A68E-FA18C8AD1A1A}" srcOrd="0" destOrd="0" presId="urn:microsoft.com/office/officeart/2005/8/layout/hProcess7"/>
    <dgm:cxn modelId="{9DAB0A59-7106-40A9-8657-CEF3A7338D41}" type="presOf" srcId="{E7E09A88-A855-416A-B17D-5608BAB5F968}" destId="{84855266-605F-4E2F-859A-33AF21B4CC74}" srcOrd="1" destOrd="0" presId="urn:microsoft.com/office/officeart/2005/8/layout/hProcess7"/>
    <dgm:cxn modelId="{60F48F3E-9218-4087-8F2B-82DC9084D0DC}" type="presOf" srcId="{F754AD28-8B54-47D9-83F1-8D45F35B4A81}" destId="{0F07502A-98A4-4880-9779-27EA2BEB6F02}" srcOrd="0" destOrd="0" presId="urn:microsoft.com/office/officeart/2005/8/layout/hProcess7"/>
    <dgm:cxn modelId="{955316F3-D59D-4E22-BAC5-4B54F7BE800A}" srcId="{E12051B9-F660-41FB-9BFB-187ECABCD821}" destId="{E7E09A88-A855-416A-B17D-5608BAB5F968}" srcOrd="1" destOrd="0" parTransId="{791A9365-62E9-4724-B5DD-36351582D82E}" sibTransId="{C2A5DE0A-7824-4E35-BB27-47DBE8541DB5}"/>
    <dgm:cxn modelId="{2BA2E2B2-CBFE-4885-B979-EC94A554EA31}" type="presOf" srcId="{561C8C01-168E-4810-B00A-83B2C936D185}" destId="{545B6FF8-55C8-4464-AD34-37C6C75F354E}" srcOrd="0" destOrd="1" presId="urn:microsoft.com/office/officeart/2005/8/layout/hProcess7"/>
    <dgm:cxn modelId="{1A6AF12A-6308-4A01-A4F5-0298704D9EAD}" srcId="{38988576-B0AA-4C1A-9619-43A386D2A929}" destId="{561C8C01-168E-4810-B00A-83B2C936D185}" srcOrd="1" destOrd="0" parTransId="{73AA7CFC-FF1E-41E0-9601-E4AE1AD4A52E}" sibTransId="{14EE0822-6F69-42E4-9BB3-24B2EC1E05AA}"/>
    <dgm:cxn modelId="{358DCAF1-DA36-4716-B365-E096E8C885E4}" type="presOf" srcId="{38988576-B0AA-4C1A-9619-43A386D2A929}" destId="{7A9FE149-B78D-4591-8ED3-6FAE619303EF}" srcOrd="1" destOrd="0" presId="urn:microsoft.com/office/officeart/2005/8/layout/hProcess7"/>
    <dgm:cxn modelId="{359B345D-1425-490E-BB65-B1A59577003D}" srcId="{E12051B9-F660-41FB-9BFB-187ECABCD821}" destId="{38988576-B0AA-4C1A-9619-43A386D2A929}" srcOrd="2" destOrd="0" parTransId="{AA48F846-FDF7-46B2-8E10-A63DA435194B}" sibTransId="{34707D83-AD15-4F83-B9C6-839F2BAB8772}"/>
    <dgm:cxn modelId="{874CAB56-E993-4BA7-B073-DD6F211AB452}" srcId="{E12051B9-F660-41FB-9BFB-187ECABCD821}" destId="{56D25664-E470-4423-B8A9-9B6E4F3E9501}" srcOrd="0" destOrd="0" parTransId="{AE225F17-CB4A-4698-895E-495209A24EDD}" sibTransId="{0513D618-905F-43E6-8DF3-0764A99732D8}"/>
    <dgm:cxn modelId="{E0F0A2D0-BB2E-4DC0-84B4-747BCEFEEA08}" srcId="{38988576-B0AA-4C1A-9619-43A386D2A929}" destId="{1783039C-F21C-45A8-A1D1-7C275C084E3D}" srcOrd="0" destOrd="0" parTransId="{F569BECA-BA1C-4C40-875B-712F7A86376F}" sibTransId="{4FB813B0-7843-48EA-BCAE-C990504F24DD}"/>
    <dgm:cxn modelId="{ACA5593C-B763-42D8-85DE-03BB63099F4E}" type="presOf" srcId="{E12051B9-F660-41FB-9BFB-187ECABCD821}" destId="{4413368B-ACCA-469B-9D0E-1FEFC4075FB0}" srcOrd="0" destOrd="0" presId="urn:microsoft.com/office/officeart/2005/8/layout/hProcess7"/>
    <dgm:cxn modelId="{CC9E44C7-0F38-421D-82C4-264368D6CCA9}" type="presOf" srcId="{56D25664-E470-4423-B8A9-9B6E4F3E9501}" destId="{1F2FC209-C6F9-4BD8-BE18-C50B50281548}" srcOrd="1" destOrd="0" presId="urn:microsoft.com/office/officeart/2005/8/layout/hProcess7"/>
    <dgm:cxn modelId="{14AF25DD-77F8-43D1-8817-728A2E68A4AB}" type="presOf" srcId="{E7E09A88-A855-416A-B17D-5608BAB5F968}" destId="{63E694CA-EB8A-49E7-8F7E-40E9648E8D50}" srcOrd="0" destOrd="0" presId="urn:microsoft.com/office/officeart/2005/8/layout/hProcess7"/>
    <dgm:cxn modelId="{8D6867E1-0E76-4610-9A4F-9829CE9CCC2E}" type="presOf" srcId="{D264B8C8-0C74-4047-BC3D-D328ABB04B07}" destId="{27D5C2FA-66B3-4507-8DD9-0DFEBE9E49C4}" srcOrd="0" destOrd="0" presId="urn:microsoft.com/office/officeart/2005/8/layout/hProcess7"/>
    <dgm:cxn modelId="{4585ADD9-2B5D-4C11-B7EE-B188A813C0F5}" type="presOf" srcId="{1783039C-F21C-45A8-A1D1-7C275C084E3D}" destId="{545B6FF8-55C8-4464-AD34-37C6C75F354E}" srcOrd="0" destOrd="0" presId="urn:microsoft.com/office/officeart/2005/8/layout/hProcess7"/>
    <dgm:cxn modelId="{DB884937-1E09-49E0-BABE-97AC4679294D}" srcId="{E7E09A88-A855-416A-B17D-5608BAB5F968}" destId="{D264B8C8-0C74-4047-BC3D-D328ABB04B07}" srcOrd="0" destOrd="0" parTransId="{EFE8DCE1-CB9B-44C0-BE30-595BF1898A8E}" sibTransId="{E5F6790C-BCA3-4DEC-A52E-7D738F9F57BD}"/>
    <dgm:cxn modelId="{457789C2-9E23-4A14-AFAE-E5F069AB792F}" type="presParOf" srcId="{4413368B-ACCA-469B-9D0E-1FEFC4075FB0}" destId="{8E1BCC0E-B989-4435-8915-645304C71A64}" srcOrd="0" destOrd="0" presId="urn:microsoft.com/office/officeart/2005/8/layout/hProcess7"/>
    <dgm:cxn modelId="{6DBCEC73-A5E7-44F8-9E72-1E1AB4EF53D8}" type="presParOf" srcId="{8E1BCC0E-B989-4435-8915-645304C71A64}" destId="{5EE1D2E5-E13B-4FA3-A68E-FA18C8AD1A1A}" srcOrd="0" destOrd="0" presId="urn:microsoft.com/office/officeart/2005/8/layout/hProcess7"/>
    <dgm:cxn modelId="{B6A77D23-E7C8-4DF0-A699-5B27546B5E9D}" type="presParOf" srcId="{8E1BCC0E-B989-4435-8915-645304C71A64}" destId="{1F2FC209-C6F9-4BD8-BE18-C50B50281548}" srcOrd="1" destOrd="0" presId="urn:microsoft.com/office/officeart/2005/8/layout/hProcess7"/>
    <dgm:cxn modelId="{5C492641-5964-4617-A028-944F09EBEF5F}" type="presParOf" srcId="{8E1BCC0E-B989-4435-8915-645304C71A64}" destId="{0F07502A-98A4-4880-9779-27EA2BEB6F02}" srcOrd="2" destOrd="0" presId="urn:microsoft.com/office/officeart/2005/8/layout/hProcess7"/>
    <dgm:cxn modelId="{1CEEF5EB-2997-44F5-9995-9C4B75B75EBE}" type="presParOf" srcId="{4413368B-ACCA-469B-9D0E-1FEFC4075FB0}" destId="{13ACBB4E-2F0C-4773-92A7-F091255EA962}" srcOrd="1" destOrd="0" presId="urn:microsoft.com/office/officeart/2005/8/layout/hProcess7"/>
    <dgm:cxn modelId="{A8247BE4-F7A6-4FA9-85F6-46D1D1DADA32}" type="presParOf" srcId="{4413368B-ACCA-469B-9D0E-1FEFC4075FB0}" destId="{BAD87237-2D53-4DFC-BA2E-02EC39493885}" srcOrd="2" destOrd="0" presId="urn:microsoft.com/office/officeart/2005/8/layout/hProcess7"/>
    <dgm:cxn modelId="{D22F370B-FC43-452E-9154-D90BF41272D2}" type="presParOf" srcId="{BAD87237-2D53-4DFC-BA2E-02EC39493885}" destId="{221F174E-2568-4C2B-B98A-B21C733FC119}" srcOrd="0" destOrd="0" presId="urn:microsoft.com/office/officeart/2005/8/layout/hProcess7"/>
    <dgm:cxn modelId="{E2508AEA-8C85-434D-A66E-0EC40C2955A4}" type="presParOf" srcId="{BAD87237-2D53-4DFC-BA2E-02EC39493885}" destId="{45668240-D897-4FC1-8421-6DD785B65040}" srcOrd="1" destOrd="0" presId="urn:microsoft.com/office/officeart/2005/8/layout/hProcess7"/>
    <dgm:cxn modelId="{74C24496-30A2-48C5-BD9A-81C06B91BBF4}" type="presParOf" srcId="{BAD87237-2D53-4DFC-BA2E-02EC39493885}" destId="{50ECFA14-9F36-4C35-911C-A780FF037D2C}" srcOrd="2" destOrd="0" presId="urn:microsoft.com/office/officeart/2005/8/layout/hProcess7"/>
    <dgm:cxn modelId="{6D504B51-1F2C-4FE6-B1D3-76E5129A00FD}" type="presParOf" srcId="{4413368B-ACCA-469B-9D0E-1FEFC4075FB0}" destId="{B0CEB5DD-B27E-454F-A39C-A559A187214D}" srcOrd="3" destOrd="0" presId="urn:microsoft.com/office/officeart/2005/8/layout/hProcess7"/>
    <dgm:cxn modelId="{94CE2C75-5C17-45BF-B89F-FA11DBB1E024}" type="presParOf" srcId="{4413368B-ACCA-469B-9D0E-1FEFC4075FB0}" destId="{4BB7D377-EFD6-4B5D-AFC7-E199B4378248}" srcOrd="4" destOrd="0" presId="urn:microsoft.com/office/officeart/2005/8/layout/hProcess7"/>
    <dgm:cxn modelId="{A8081B72-DF99-48EA-AA3B-BA4C2CD0AE7F}" type="presParOf" srcId="{4BB7D377-EFD6-4B5D-AFC7-E199B4378248}" destId="{63E694CA-EB8A-49E7-8F7E-40E9648E8D50}" srcOrd="0" destOrd="0" presId="urn:microsoft.com/office/officeart/2005/8/layout/hProcess7"/>
    <dgm:cxn modelId="{B42D0AF5-C7EB-46E9-BCFC-C330E5307FF5}" type="presParOf" srcId="{4BB7D377-EFD6-4B5D-AFC7-E199B4378248}" destId="{84855266-605F-4E2F-859A-33AF21B4CC74}" srcOrd="1" destOrd="0" presId="urn:microsoft.com/office/officeart/2005/8/layout/hProcess7"/>
    <dgm:cxn modelId="{745B8A44-D351-4820-A8A1-1869077D2A1C}" type="presParOf" srcId="{4BB7D377-EFD6-4B5D-AFC7-E199B4378248}" destId="{27D5C2FA-66B3-4507-8DD9-0DFEBE9E49C4}" srcOrd="2" destOrd="0" presId="urn:microsoft.com/office/officeart/2005/8/layout/hProcess7"/>
    <dgm:cxn modelId="{D7855CE6-3681-4700-90A5-0AE78B048DB3}" type="presParOf" srcId="{4413368B-ACCA-469B-9D0E-1FEFC4075FB0}" destId="{AE508BEB-62F7-4273-AFD9-13F02568DD39}" srcOrd="5" destOrd="0" presId="urn:microsoft.com/office/officeart/2005/8/layout/hProcess7"/>
    <dgm:cxn modelId="{9C4F3C02-3DF9-4B55-A330-F3EAF1B101A2}" type="presParOf" srcId="{4413368B-ACCA-469B-9D0E-1FEFC4075FB0}" destId="{20A68127-C095-4D4D-B36C-96BA54B85DB0}" srcOrd="6" destOrd="0" presId="urn:microsoft.com/office/officeart/2005/8/layout/hProcess7"/>
    <dgm:cxn modelId="{226D561F-5471-4663-8686-05F89C335D15}" type="presParOf" srcId="{20A68127-C095-4D4D-B36C-96BA54B85DB0}" destId="{00D4E5B4-15FE-4223-8CF1-EADD9A7F1E52}" srcOrd="0" destOrd="0" presId="urn:microsoft.com/office/officeart/2005/8/layout/hProcess7"/>
    <dgm:cxn modelId="{DFBF8933-11B7-4B40-A2A8-178B5C1BB504}" type="presParOf" srcId="{20A68127-C095-4D4D-B36C-96BA54B85DB0}" destId="{0B1D8E78-2B68-4C5D-9329-AB01D008FC04}" srcOrd="1" destOrd="0" presId="urn:microsoft.com/office/officeart/2005/8/layout/hProcess7"/>
    <dgm:cxn modelId="{FB2904C6-2F3E-4F89-A4A6-3F07B54DD632}" type="presParOf" srcId="{20A68127-C095-4D4D-B36C-96BA54B85DB0}" destId="{E447F79B-3147-4AFA-97C4-CCAE6DBFF058}" srcOrd="2" destOrd="0" presId="urn:microsoft.com/office/officeart/2005/8/layout/hProcess7"/>
    <dgm:cxn modelId="{E4BD2E22-851D-409E-8343-B8BD8B1DF060}" type="presParOf" srcId="{4413368B-ACCA-469B-9D0E-1FEFC4075FB0}" destId="{EAB02694-BB77-4688-815D-9FF6A75A2E23}" srcOrd="7" destOrd="0" presId="urn:microsoft.com/office/officeart/2005/8/layout/hProcess7"/>
    <dgm:cxn modelId="{D3036904-2087-4AED-99A2-F4766679028B}" type="presParOf" srcId="{4413368B-ACCA-469B-9D0E-1FEFC4075FB0}" destId="{897A3698-2D97-4DDC-95D9-A0BDC45706A4}" srcOrd="8" destOrd="0" presId="urn:microsoft.com/office/officeart/2005/8/layout/hProcess7"/>
    <dgm:cxn modelId="{985E6237-DF0A-4112-A058-6A61E76AE315}" type="presParOf" srcId="{897A3698-2D97-4DDC-95D9-A0BDC45706A4}" destId="{89F889ED-FCCD-445E-BB3B-3F65B70521C8}" srcOrd="0" destOrd="0" presId="urn:microsoft.com/office/officeart/2005/8/layout/hProcess7"/>
    <dgm:cxn modelId="{99356751-287C-49AC-9508-424771C50B9B}" type="presParOf" srcId="{897A3698-2D97-4DDC-95D9-A0BDC45706A4}" destId="{7A9FE149-B78D-4591-8ED3-6FAE619303EF}" srcOrd="1" destOrd="0" presId="urn:microsoft.com/office/officeart/2005/8/layout/hProcess7"/>
    <dgm:cxn modelId="{99DBEA1B-CC4E-4E12-AEBD-292DC7F1F723}" type="presParOf" srcId="{897A3698-2D97-4DDC-95D9-A0BDC45706A4}" destId="{545B6FF8-55C8-4464-AD34-37C6C75F354E}" srcOrd="2" destOrd="0" presId="urn:microsoft.com/office/officeart/2005/8/layout/hProcess7"/>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4.xml><?xml version="1.0" encoding="utf-8"?>
<dgm:dataModel xmlns:dgm="http://schemas.openxmlformats.org/drawingml/2006/diagram" xmlns:a="http://schemas.openxmlformats.org/drawingml/2006/main">
  <dgm:ptLst>
    <dgm:pt modelId="{E12051B9-F660-41FB-9BFB-187ECABCD821}" type="doc">
      <dgm:prSet loTypeId="urn:microsoft.com/office/officeart/2005/8/layout/hProcess7" loCatId="list" qsTypeId="urn:microsoft.com/office/officeart/2005/8/quickstyle/simple1" qsCatId="simple" csTypeId="urn:microsoft.com/office/officeart/2005/8/colors/colorful1" csCatId="colorful" phldr="1"/>
      <dgm:spPr/>
      <dgm:t>
        <a:bodyPr/>
        <a:lstStyle/>
        <a:p>
          <a:endParaRPr lang="en-US"/>
        </a:p>
      </dgm:t>
    </dgm:pt>
    <dgm:pt modelId="{56D25664-E470-4423-B8A9-9B6E4F3E9501}">
      <dgm:prSet phldrT="[Text]" custT="1"/>
      <dgm:spPr/>
      <dgm:t>
        <a:bodyPr/>
        <a:lstStyle/>
        <a:p>
          <a:r>
            <a:rPr lang="en-US" sz="1800" b="1" u="sng" dirty="0" smtClean="0"/>
            <a:t>Construct</a:t>
          </a:r>
          <a:endParaRPr lang="en-US" sz="1800" b="1" u="sng" dirty="0"/>
        </a:p>
      </dgm:t>
    </dgm:pt>
    <dgm:pt modelId="{AE225F17-CB4A-4698-895E-495209A24EDD}" type="parTrans" cxnId="{874CAB56-E993-4BA7-B073-DD6F211AB452}">
      <dgm:prSet/>
      <dgm:spPr/>
      <dgm:t>
        <a:bodyPr/>
        <a:lstStyle/>
        <a:p>
          <a:endParaRPr lang="en-US"/>
        </a:p>
      </dgm:t>
    </dgm:pt>
    <dgm:pt modelId="{0513D618-905F-43E6-8DF3-0764A99732D8}" type="sibTrans" cxnId="{874CAB56-E993-4BA7-B073-DD6F211AB452}">
      <dgm:prSet/>
      <dgm:spPr/>
      <dgm:t>
        <a:bodyPr/>
        <a:lstStyle/>
        <a:p>
          <a:endParaRPr lang="en-US"/>
        </a:p>
      </dgm:t>
    </dgm:pt>
    <dgm:pt modelId="{F754AD28-8B54-47D9-83F1-8D45F35B4A81}">
      <dgm:prSet phldrT="[Text]" custT="1"/>
      <dgm:spPr/>
      <dgm:t>
        <a:bodyPr/>
        <a:lstStyle/>
        <a:p>
          <a:r>
            <a:rPr lang="en-US" sz="3200" dirty="0" smtClean="0"/>
            <a:t>Technology Category</a:t>
          </a:r>
          <a:endParaRPr lang="en-US" sz="3200" dirty="0"/>
        </a:p>
      </dgm:t>
    </dgm:pt>
    <dgm:pt modelId="{26AD8160-5FF5-41BE-AFAF-E29D66F0469B}" type="parTrans" cxnId="{C5F869C1-8FEF-4035-9EC3-FDF0092FF2C9}">
      <dgm:prSet/>
      <dgm:spPr/>
      <dgm:t>
        <a:bodyPr/>
        <a:lstStyle/>
        <a:p>
          <a:endParaRPr lang="en-US"/>
        </a:p>
      </dgm:t>
    </dgm:pt>
    <dgm:pt modelId="{BE9BECBC-F94F-4E2F-BDB2-93E8BAEBEFE7}" type="sibTrans" cxnId="{C5F869C1-8FEF-4035-9EC3-FDF0092FF2C9}">
      <dgm:prSet/>
      <dgm:spPr/>
      <dgm:t>
        <a:bodyPr/>
        <a:lstStyle/>
        <a:p>
          <a:endParaRPr lang="en-US"/>
        </a:p>
      </dgm:t>
    </dgm:pt>
    <dgm:pt modelId="{E7E09A88-A855-416A-B17D-5608BAB5F968}">
      <dgm:prSet phldrT="[Text]" custT="1"/>
      <dgm:spPr/>
      <dgm:t>
        <a:bodyPr/>
        <a:lstStyle/>
        <a:p>
          <a:r>
            <a:rPr lang="en-US" sz="1800" b="1" u="sng" dirty="0" smtClean="0"/>
            <a:t>Operationalization</a:t>
          </a:r>
          <a:endParaRPr lang="en-US" sz="1800" b="1" u="sng" dirty="0"/>
        </a:p>
      </dgm:t>
    </dgm:pt>
    <dgm:pt modelId="{791A9365-62E9-4724-B5DD-36351582D82E}" type="parTrans" cxnId="{955316F3-D59D-4E22-BAC5-4B54F7BE800A}">
      <dgm:prSet/>
      <dgm:spPr/>
      <dgm:t>
        <a:bodyPr/>
        <a:lstStyle/>
        <a:p>
          <a:endParaRPr lang="en-US"/>
        </a:p>
      </dgm:t>
    </dgm:pt>
    <dgm:pt modelId="{C2A5DE0A-7824-4E35-BB27-47DBE8541DB5}" type="sibTrans" cxnId="{955316F3-D59D-4E22-BAC5-4B54F7BE800A}">
      <dgm:prSet/>
      <dgm:spPr/>
      <dgm:t>
        <a:bodyPr/>
        <a:lstStyle/>
        <a:p>
          <a:endParaRPr lang="en-US"/>
        </a:p>
      </dgm:t>
    </dgm:pt>
    <dgm:pt modelId="{D264B8C8-0C74-4047-BC3D-D328ABB04B07}">
      <dgm:prSet phldrT="[Text]" custT="1"/>
      <dgm:spPr/>
      <dgm:t>
        <a:bodyPr/>
        <a:lstStyle/>
        <a:p>
          <a:r>
            <a:rPr lang="en-US" sz="1800" dirty="0" smtClean="0"/>
            <a:t>The predominant context of likely intended applications for any technologies derived from the federally-funded R&amp;D project.</a:t>
          </a:r>
          <a:endParaRPr lang="en-US" sz="1800" dirty="0"/>
        </a:p>
      </dgm:t>
    </dgm:pt>
    <dgm:pt modelId="{EFE8DCE1-CB9B-44C0-BE30-595BF1898A8E}" type="parTrans" cxnId="{DB884937-1E09-49E0-BABE-97AC4679294D}">
      <dgm:prSet/>
      <dgm:spPr/>
      <dgm:t>
        <a:bodyPr/>
        <a:lstStyle/>
        <a:p>
          <a:endParaRPr lang="en-US"/>
        </a:p>
      </dgm:t>
    </dgm:pt>
    <dgm:pt modelId="{E5F6790C-BCA3-4DEC-A52E-7D738F9F57BD}" type="sibTrans" cxnId="{DB884937-1E09-49E0-BABE-97AC4679294D}">
      <dgm:prSet/>
      <dgm:spPr/>
      <dgm:t>
        <a:bodyPr/>
        <a:lstStyle/>
        <a:p>
          <a:endParaRPr lang="en-US"/>
        </a:p>
      </dgm:t>
    </dgm:pt>
    <dgm:pt modelId="{38988576-B0AA-4C1A-9619-43A386D2A929}">
      <dgm:prSet phldrT="[Text]" custT="1"/>
      <dgm:spPr/>
      <dgm:t>
        <a:bodyPr/>
        <a:lstStyle/>
        <a:p>
          <a:r>
            <a:rPr lang="en-US" sz="1800" b="1" u="sng" dirty="0" smtClean="0"/>
            <a:t>Indicators</a:t>
          </a:r>
          <a:endParaRPr lang="en-US" sz="1800" b="1" u="sng" dirty="0"/>
        </a:p>
      </dgm:t>
    </dgm:pt>
    <dgm:pt modelId="{AA48F846-FDF7-46B2-8E10-A63DA435194B}" type="parTrans" cxnId="{359B345D-1425-490E-BB65-B1A59577003D}">
      <dgm:prSet/>
      <dgm:spPr/>
      <dgm:t>
        <a:bodyPr/>
        <a:lstStyle/>
        <a:p>
          <a:endParaRPr lang="en-US"/>
        </a:p>
      </dgm:t>
    </dgm:pt>
    <dgm:pt modelId="{34707D83-AD15-4F83-B9C6-839F2BAB8772}" type="sibTrans" cxnId="{359B345D-1425-490E-BB65-B1A59577003D}">
      <dgm:prSet/>
      <dgm:spPr/>
      <dgm:t>
        <a:bodyPr/>
        <a:lstStyle/>
        <a:p>
          <a:endParaRPr lang="en-US"/>
        </a:p>
      </dgm:t>
    </dgm:pt>
    <dgm:pt modelId="{1783039C-F21C-45A8-A1D1-7C275C084E3D}">
      <dgm:prSet phldrT="[Text]" custT="1"/>
      <dgm:spPr/>
      <dgm:t>
        <a:bodyPr/>
        <a:lstStyle/>
        <a:p>
          <a:r>
            <a:rPr lang="en-US" sz="1800" dirty="0" smtClean="0"/>
            <a:t>R&amp;D project reports</a:t>
          </a:r>
          <a:endParaRPr lang="en-US" sz="1800" dirty="0"/>
        </a:p>
      </dgm:t>
    </dgm:pt>
    <dgm:pt modelId="{F569BECA-BA1C-4C40-875B-712F7A86376F}" type="parTrans" cxnId="{E0F0A2D0-BB2E-4DC0-84B4-747BCEFEEA08}">
      <dgm:prSet/>
      <dgm:spPr/>
      <dgm:t>
        <a:bodyPr/>
        <a:lstStyle/>
        <a:p>
          <a:endParaRPr lang="en-US"/>
        </a:p>
      </dgm:t>
    </dgm:pt>
    <dgm:pt modelId="{4FB813B0-7843-48EA-BCAE-C990504F24DD}" type="sibTrans" cxnId="{E0F0A2D0-BB2E-4DC0-84B4-747BCEFEEA08}">
      <dgm:prSet/>
      <dgm:spPr/>
      <dgm:t>
        <a:bodyPr/>
        <a:lstStyle/>
        <a:p>
          <a:endParaRPr lang="en-US"/>
        </a:p>
      </dgm:t>
    </dgm:pt>
    <dgm:pt modelId="{51D06665-6AE9-4C70-9F48-E4ECE1C95B61}">
      <dgm:prSet phldrT="[Text]" custT="1"/>
      <dgm:spPr/>
      <dgm:t>
        <a:bodyPr/>
        <a:lstStyle/>
        <a:p>
          <a:r>
            <a:rPr lang="en-US" sz="1800" dirty="0" smtClean="0"/>
            <a:t>R&amp;D project abstracts</a:t>
          </a:r>
          <a:endParaRPr lang="en-US" sz="1800" dirty="0"/>
        </a:p>
      </dgm:t>
    </dgm:pt>
    <dgm:pt modelId="{BC6658AF-E715-4815-AC1B-0DD51898A3B7}" type="parTrans" cxnId="{A25E250F-43F0-473D-B6E3-78140108F712}">
      <dgm:prSet/>
      <dgm:spPr/>
      <dgm:t>
        <a:bodyPr/>
        <a:lstStyle/>
        <a:p>
          <a:endParaRPr lang="en-US"/>
        </a:p>
      </dgm:t>
    </dgm:pt>
    <dgm:pt modelId="{09D78DBC-6656-4AAA-9691-009DC940D8C3}" type="sibTrans" cxnId="{A25E250F-43F0-473D-B6E3-78140108F712}">
      <dgm:prSet/>
      <dgm:spPr/>
      <dgm:t>
        <a:bodyPr/>
        <a:lstStyle/>
        <a:p>
          <a:endParaRPr lang="en-US"/>
        </a:p>
      </dgm:t>
    </dgm:pt>
    <dgm:pt modelId="{DD997FBC-D2D8-4C0D-98E4-80694A0045F8}">
      <dgm:prSet phldrT="[Text]" custT="1"/>
      <dgm:spPr/>
      <dgm:t>
        <a:bodyPr/>
        <a:lstStyle/>
        <a:p>
          <a:r>
            <a:rPr lang="en-US" sz="1800" dirty="0" smtClean="0"/>
            <a:t>U.S. patents</a:t>
          </a:r>
        </a:p>
        <a:p>
          <a:r>
            <a:rPr lang="en-US" sz="1800" dirty="0" smtClean="0"/>
            <a:t>Disallowed U.S. patent applications</a:t>
          </a:r>
        </a:p>
        <a:p>
          <a:r>
            <a:rPr lang="en-US" sz="1800" dirty="0" smtClean="0"/>
            <a:t>Published peer-reviewed journal articles</a:t>
          </a:r>
          <a:endParaRPr lang="en-US" sz="1800" dirty="0"/>
        </a:p>
      </dgm:t>
    </dgm:pt>
    <dgm:pt modelId="{C4BBD506-F56F-4E1C-A610-07E8EE6019F4}" type="parTrans" cxnId="{4623893F-B5C2-4DE3-976B-3E2B74DA0ED5}">
      <dgm:prSet/>
      <dgm:spPr/>
      <dgm:t>
        <a:bodyPr/>
        <a:lstStyle/>
        <a:p>
          <a:endParaRPr lang="en-US"/>
        </a:p>
      </dgm:t>
    </dgm:pt>
    <dgm:pt modelId="{5420ECF1-F985-43FE-91D8-068F6173A0AB}" type="sibTrans" cxnId="{4623893F-B5C2-4DE3-976B-3E2B74DA0ED5}">
      <dgm:prSet/>
      <dgm:spPr/>
      <dgm:t>
        <a:bodyPr/>
        <a:lstStyle/>
        <a:p>
          <a:endParaRPr lang="en-US"/>
        </a:p>
      </dgm:t>
    </dgm:pt>
    <dgm:pt modelId="{4413368B-ACCA-469B-9D0E-1FEFC4075FB0}" type="pres">
      <dgm:prSet presAssocID="{E12051B9-F660-41FB-9BFB-187ECABCD821}" presName="Name0" presStyleCnt="0">
        <dgm:presLayoutVars>
          <dgm:dir/>
          <dgm:animLvl val="lvl"/>
          <dgm:resizeHandles val="exact"/>
        </dgm:presLayoutVars>
      </dgm:prSet>
      <dgm:spPr/>
      <dgm:t>
        <a:bodyPr/>
        <a:lstStyle/>
        <a:p>
          <a:endParaRPr lang="en-US"/>
        </a:p>
      </dgm:t>
    </dgm:pt>
    <dgm:pt modelId="{8E1BCC0E-B989-4435-8915-645304C71A64}" type="pres">
      <dgm:prSet presAssocID="{56D25664-E470-4423-B8A9-9B6E4F3E9501}" presName="compositeNode" presStyleCnt="0">
        <dgm:presLayoutVars>
          <dgm:bulletEnabled val="1"/>
        </dgm:presLayoutVars>
      </dgm:prSet>
      <dgm:spPr/>
    </dgm:pt>
    <dgm:pt modelId="{5EE1D2E5-E13B-4FA3-A68E-FA18C8AD1A1A}" type="pres">
      <dgm:prSet presAssocID="{56D25664-E470-4423-B8A9-9B6E4F3E9501}" presName="bgRect" presStyleLbl="node1" presStyleIdx="0" presStyleCnt="3"/>
      <dgm:spPr/>
      <dgm:t>
        <a:bodyPr/>
        <a:lstStyle/>
        <a:p>
          <a:endParaRPr lang="en-US"/>
        </a:p>
      </dgm:t>
    </dgm:pt>
    <dgm:pt modelId="{1F2FC209-C6F9-4BD8-BE18-C50B50281548}" type="pres">
      <dgm:prSet presAssocID="{56D25664-E470-4423-B8A9-9B6E4F3E9501}" presName="parentNode" presStyleLbl="node1" presStyleIdx="0" presStyleCnt="3">
        <dgm:presLayoutVars>
          <dgm:chMax val="0"/>
          <dgm:bulletEnabled val="1"/>
        </dgm:presLayoutVars>
      </dgm:prSet>
      <dgm:spPr/>
      <dgm:t>
        <a:bodyPr/>
        <a:lstStyle/>
        <a:p>
          <a:endParaRPr lang="en-US"/>
        </a:p>
      </dgm:t>
    </dgm:pt>
    <dgm:pt modelId="{0F07502A-98A4-4880-9779-27EA2BEB6F02}" type="pres">
      <dgm:prSet presAssocID="{56D25664-E470-4423-B8A9-9B6E4F3E9501}" presName="childNode" presStyleLbl="node1" presStyleIdx="0" presStyleCnt="3">
        <dgm:presLayoutVars>
          <dgm:bulletEnabled val="1"/>
        </dgm:presLayoutVars>
      </dgm:prSet>
      <dgm:spPr/>
      <dgm:t>
        <a:bodyPr/>
        <a:lstStyle/>
        <a:p>
          <a:endParaRPr lang="en-US"/>
        </a:p>
      </dgm:t>
    </dgm:pt>
    <dgm:pt modelId="{13ACBB4E-2F0C-4773-92A7-F091255EA962}" type="pres">
      <dgm:prSet presAssocID="{0513D618-905F-43E6-8DF3-0764A99732D8}" presName="hSp" presStyleCnt="0"/>
      <dgm:spPr/>
    </dgm:pt>
    <dgm:pt modelId="{BAD87237-2D53-4DFC-BA2E-02EC39493885}" type="pres">
      <dgm:prSet presAssocID="{0513D618-905F-43E6-8DF3-0764A99732D8}" presName="vProcSp" presStyleCnt="0"/>
      <dgm:spPr/>
    </dgm:pt>
    <dgm:pt modelId="{221F174E-2568-4C2B-B98A-B21C733FC119}" type="pres">
      <dgm:prSet presAssocID="{0513D618-905F-43E6-8DF3-0764A99732D8}" presName="vSp1" presStyleCnt="0"/>
      <dgm:spPr/>
    </dgm:pt>
    <dgm:pt modelId="{45668240-D897-4FC1-8421-6DD785B65040}" type="pres">
      <dgm:prSet presAssocID="{0513D618-905F-43E6-8DF3-0764A99732D8}" presName="simulatedConn" presStyleLbl="solidFgAcc1" presStyleIdx="0" presStyleCnt="2"/>
      <dgm:spPr/>
    </dgm:pt>
    <dgm:pt modelId="{50ECFA14-9F36-4C35-911C-A780FF037D2C}" type="pres">
      <dgm:prSet presAssocID="{0513D618-905F-43E6-8DF3-0764A99732D8}" presName="vSp2" presStyleCnt="0"/>
      <dgm:spPr/>
    </dgm:pt>
    <dgm:pt modelId="{B0CEB5DD-B27E-454F-A39C-A559A187214D}" type="pres">
      <dgm:prSet presAssocID="{0513D618-905F-43E6-8DF3-0764A99732D8}" presName="sibTrans" presStyleCnt="0"/>
      <dgm:spPr/>
    </dgm:pt>
    <dgm:pt modelId="{4BB7D377-EFD6-4B5D-AFC7-E199B4378248}" type="pres">
      <dgm:prSet presAssocID="{E7E09A88-A855-416A-B17D-5608BAB5F968}" presName="compositeNode" presStyleCnt="0">
        <dgm:presLayoutVars>
          <dgm:bulletEnabled val="1"/>
        </dgm:presLayoutVars>
      </dgm:prSet>
      <dgm:spPr/>
    </dgm:pt>
    <dgm:pt modelId="{63E694CA-EB8A-49E7-8F7E-40E9648E8D50}" type="pres">
      <dgm:prSet presAssocID="{E7E09A88-A855-416A-B17D-5608BAB5F968}" presName="bgRect" presStyleLbl="node1" presStyleIdx="1" presStyleCnt="3"/>
      <dgm:spPr/>
      <dgm:t>
        <a:bodyPr/>
        <a:lstStyle/>
        <a:p>
          <a:endParaRPr lang="en-US"/>
        </a:p>
      </dgm:t>
    </dgm:pt>
    <dgm:pt modelId="{84855266-605F-4E2F-859A-33AF21B4CC74}" type="pres">
      <dgm:prSet presAssocID="{E7E09A88-A855-416A-B17D-5608BAB5F968}" presName="parentNode" presStyleLbl="node1" presStyleIdx="1" presStyleCnt="3">
        <dgm:presLayoutVars>
          <dgm:chMax val="0"/>
          <dgm:bulletEnabled val="1"/>
        </dgm:presLayoutVars>
      </dgm:prSet>
      <dgm:spPr/>
      <dgm:t>
        <a:bodyPr/>
        <a:lstStyle/>
        <a:p>
          <a:endParaRPr lang="en-US"/>
        </a:p>
      </dgm:t>
    </dgm:pt>
    <dgm:pt modelId="{27D5C2FA-66B3-4507-8DD9-0DFEBE9E49C4}" type="pres">
      <dgm:prSet presAssocID="{E7E09A88-A855-416A-B17D-5608BAB5F968}" presName="childNode" presStyleLbl="node1" presStyleIdx="1" presStyleCnt="3">
        <dgm:presLayoutVars>
          <dgm:bulletEnabled val="1"/>
        </dgm:presLayoutVars>
      </dgm:prSet>
      <dgm:spPr/>
      <dgm:t>
        <a:bodyPr/>
        <a:lstStyle/>
        <a:p>
          <a:endParaRPr lang="en-US"/>
        </a:p>
      </dgm:t>
    </dgm:pt>
    <dgm:pt modelId="{AE508BEB-62F7-4273-AFD9-13F02568DD39}" type="pres">
      <dgm:prSet presAssocID="{C2A5DE0A-7824-4E35-BB27-47DBE8541DB5}" presName="hSp" presStyleCnt="0"/>
      <dgm:spPr/>
    </dgm:pt>
    <dgm:pt modelId="{20A68127-C095-4D4D-B36C-96BA54B85DB0}" type="pres">
      <dgm:prSet presAssocID="{C2A5DE0A-7824-4E35-BB27-47DBE8541DB5}" presName="vProcSp" presStyleCnt="0"/>
      <dgm:spPr/>
    </dgm:pt>
    <dgm:pt modelId="{00D4E5B4-15FE-4223-8CF1-EADD9A7F1E52}" type="pres">
      <dgm:prSet presAssocID="{C2A5DE0A-7824-4E35-BB27-47DBE8541DB5}" presName="vSp1" presStyleCnt="0"/>
      <dgm:spPr/>
    </dgm:pt>
    <dgm:pt modelId="{0B1D8E78-2B68-4C5D-9329-AB01D008FC04}" type="pres">
      <dgm:prSet presAssocID="{C2A5DE0A-7824-4E35-BB27-47DBE8541DB5}" presName="simulatedConn" presStyleLbl="solidFgAcc1" presStyleIdx="1" presStyleCnt="2"/>
      <dgm:spPr/>
    </dgm:pt>
    <dgm:pt modelId="{E447F79B-3147-4AFA-97C4-CCAE6DBFF058}" type="pres">
      <dgm:prSet presAssocID="{C2A5DE0A-7824-4E35-BB27-47DBE8541DB5}" presName="vSp2" presStyleCnt="0"/>
      <dgm:spPr/>
    </dgm:pt>
    <dgm:pt modelId="{EAB02694-BB77-4688-815D-9FF6A75A2E23}" type="pres">
      <dgm:prSet presAssocID="{C2A5DE0A-7824-4E35-BB27-47DBE8541DB5}" presName="sibTrans" presStyleCnt="0"/>
      <dgm:spPr/>
    </dgm:pt>
    <dgm:pt modelId="{897A3698-2D97-4DDC-95D9-A0BDC45706A4}" type="pres">
      <dgm:prSet presAssocID="{38988576-B0AA-4C1A-9619-43A386D2A929}" presName="compositeNode" presStyleCnt="0">
        <dgm:presLayoutVars>
          <dgm:bulletEnabled val="1"/>
        </dgm:presLayoutVars>
      </dgm:prSet>
      <dgm:spPr/>
    </dgm:pt>
    <dgm:pt modelId="{89F889ED-FCCD-445E-BB3B-3F65B70521C8}" type="pres">
      <dgm:prSet presAssocID="{38988576-B0AA-4C1A-9619-43A386D2A929}" presName="bgRect" presStyleLbl="node1" presStyleIdx="2" presStyleCnt="3"/>
      <dgm:spPr/>
      <dgm:t>
        <a:bodyPr/>
        <a:lstStyle/>
        <a:p>
          <a:endParaRPr lang="en-US"/>
        </a:p>
      </dgm:t>
    </dgm:pt>
    <dgm:pt modelId="{7A9FE149-B78D-4591-8ED3-6FAE619303EF}" type="pres">
      <dgm:prSet presAssocID="{38988576-B0AA-4C1A-9619-43A386D2A929}" presName="parentNode" presStyleLbl="node1" presStyleIdx="2" presStyleCnt="3">
        <dgm:presLayoutVars>
          <dgm:chMax val="0"/>
          <dgm:bulletEnabled val="1"/>
        </dgm:presLayoutVars>
      </dgm:prSet>
      <dgm:spPr/>
      <dgm:t>
        <a:bodyPr/>
        <a:lstStyle/>
        <a:p>
          <a:endParaRPr lang="en-US"/>
        </a:p>
      </dgm:t>
    </dgm:pt>
    <dgm:pt modelId="{545B6FF8-55C8-4464-AD34-37C6C75F354E}" type="pres">
      <dgm:prSet presAssocID="{38988576-B0AA-4C1A-9619-43A386D2A929}" presName="childNode" presStyleLbl="node1" presStyleIdx="2" presStyleCnt="3">
        <dgm:presLayoutVars>
          <dgm:bulletEnabled val="1"/>
        </dgm:presLayoutVars>
      </dgm:prSet>
      <dgm:spPr/>
      <dgm:t>
        <a:bodyPr/>
        <a:lstStyle/>
        <a:p>
          <a:endParaRPr lang="en-US"/>
        </a:p>
      </dgm:t>
    </dgm:pt>
  </dgm:ptLst>
  <dgm:cxnLst>
    <dgm:cxn modelId="{874CAB56-E993-4BA7-B073-DD6F211AB452}" srcId="{E12051B9-F660-41FB-9BFB-187ECABCD821}" destId="{56D25664-E470-4423-B8A9-9B6E4F3E9501}" srcOrd="0" destOrd="0" parTransId="{AE225F17-CB4A-4698-895E-495209A24EDD}" sibTransId="{0513D618-905F-43E6-8DF3-0764A99732D8}"/>
    <dgm:cxn modelId="{C5F869C1-8FEF-4035-9EC3-FDF0092FF2C9}" srcId="{56D25664-E470-4423-B8A9-9B6E4F3E9501}" destId="{F754AD28-8B54-47D9-83F1-8D45F35B4A81}" srcOrd="0" destOrd="0" parTransId="{26AD8160-5FF5-41BE-AFAF-E29D66F0469B}" sibTransId="{BE9BECBC-F94F-4E2F-BDB2-93E8BAEBEFE7}"/>
    <dgm:cxn modelId="{FE12BE98-CCBE-4A82-8585-BE4A7568C706}" type="presOf" srcId="{1783039C-F21C-45A8-A1D1-7C275C084E3D}" destId="{545B6FF8-55C8-4464-AD34-37C6C75F354E}" srcOrd="0" destOrd="1" presId="urn:microsoft.com/office/officeart/2005/8/layout/hProcess7"/>
    <dgm:cxn modelId="{70DDEFF0-11F3-48A5-A2CB-4EE1646F344F}" type="presOf" srcId="{56D25664-E470-4423-B8A9-9B6E4F3E9501}" destId="{1F2FC209-C6F9-4BD8-BE18-C50B50281548}" srcOrd="1" destOrd="0" presId="urn:microsoft.com/office/officeart/2005/8/layout/hProcess7"/>
    <dgm:cxn modelId="{E79721F4-8BDF-44EC-9B5D-872CEFDCC491}" type="presOf" srcId="{56D25664-E470-4423-B8A9-9B6E4F3E9501}" destId="{5EE1D2E5-E13B-4FA3-A68E-FA18C8AD1A1A}" srcOrd="0" destOrd="0" presId="urn:microsoft.com/office/officeart/2005/8/layout/hProcess7"/>
    <dgm:cxn modelId="{A25E250F-43F0-473D-B6E3-78140108F712}" srcId="{38988576-B0AA-4C1A-9619-43A386D2A929}" destId="{51D06665-6AE9-4C70-9F48-E4ECE1C95B61}" srcOrd="0" destOrd="0" parTransId="{BC6658AF-E715-4815-AC1B-0DD51898A3B7}" sibTransId="{09D78DBC-6656-4AAA-9691-009DC940D8C3}"/>
    <dgm:cxn modelId="{7E165397-8C6A-4F6D-8937-C310E7118DA7}" type="presOf" srcId="{51D06665-6AE9-4C70-9F48-E4ECE1C95B61}" destId="{545B6FF8-55C8-4464-AD34-37C6C75F354E}" srcOrd="0" destOrd="0" presId="urn:microsoft.com/office/officeart/2005/8/layout/hProcess7"/>
    <dgm:cxn modelId="{359B345D-1425-490E-BB65-B1A59577003D}" srcId="{E12051B9-F660-41FB-9BFB-187ECABCD821}" destId="{38988576-B0AA-4C1A-9619-43A386D2A929}" srcOrd="2" destOrd="0" parTransId="{AA48F846-FDF7-46B2-8E10-A63DA435194B}" sibTransId="{34707D83-AD15-4F83-B9C6-839F2BAB8772}"/>
    <dgm:cxn modelId="{4623893F-B5C2-4DE3-976B-3E2B74DA0ED5}" srcId="{38988576-B0AA-4C1A-9619-43A386D2A929}" destId="{DD997FBC-D2D8-4C0D-98E4-80694A0045F8}" srcOrd="2" destOrd="0" parTransId="{C4BBD506-F56F-4E1C-A610-07E8EE6019F4}" sibTransId="{5420ECF1-F985-43FE-91D8-068F6173A0AB}"/>
    <dgm:cxn modelId="{9C98170D-AF19-4117-AD82-86ADDE12E4A9}" type="presOf" srcId="{E7E09A88-A855-416A-B17D-5608BAB5F968}" destId="{63E694CA-EB8A-49E7-8F7E-40E9648E8D50}" srcOrd="0" destOrd="0" presId="urn:microsoft.com/office/officeart/2005/8/layout/hProcess7"/>
    <dgm:cxn modelId="{6A3CAE46-39E4-4421-9B6A-DC443892C0FA}" type="presOf" srcId="{DD997FBC-D2D8-4C0D-98E4-80694A0045F8}" destId="{545B6FF8-55C8-4464-AD34-37C6C75F354E}" srcOrd="0" destOrd="2" presId="urn:microsoft.com/office/officeart/2005/8/layout/hProcess7"/>
    <dgm:cxn modelId="{973240D5-622D-4970-BB39-D3C5388FB291}" type="presOf" srcId="{38988576-B0AA-4C1A-9619-43A386D2A929}" destId="{89F889ED-FCCD-445E-BB3B-3F65B70521C8}" srcOrd="0" destOrd="0" presId="urn:microsoft.com/office/officeart/2005/8/layout/hProcess7"/>
    <dgm:cxn modelId="{764B1EFF-1DFA-4302-B8D0-DC215AB0D6A0}" type="presOf" srcId="{E7E09A88-A855-416A-B17D-5608BAB5F968}" destId="{84855266-605F-4E2F-859A-33AF21B4CC74}" srcOrd="1" destOrd="0" presId="urn:microsoft.com/office/officeart/2005/8/layout/hProcess7"/>
    <dgm:cxn modelId="{4B4C06A0-C32E-434D-B3B3-EAB4BB69A611}" type="presOf" srcId="{D264B8C8-0C74-4047-BC3D-D328ABB04B07}" destId="{27D5C2FA-66B3-4507-8DD9-0DFEBE9E49C4}" srcOrd="0" destOrd="0" presId="urn:microsoft.com/office/officeart/2005/8/layout/hProcess7"/>
    <dgm:cxn modelId="{955316F3-D59D-4E22-BAC5-4B54F7BE800A}" srcId="{E12051B9-F660-41FB-9BFB-187ECABCD821}" destId="{E7E09A88-A855-416A-B17D-5608BAB5F968}" srcOrd="1" destOrd="0" parTransId="{791A9365-62E9-4724-B5DD-36351582D82E}" sibTransId="{C2A5DE0A-7824-4E35-BB27-47DBE8541DB5}"/>
    <dgm:cxn modelId="{AB47E2BE-B7EE-4576-A693-7F548D657229}" type="presOf" srcId="{E12051B9-F660-41FB-9BFB-187ECABCD821}" destId="{4413368B-ACCA-469B-9D0E-1FEFC4075FB0}" srcOrd="0" destOrd="0" presId="urn:microsoft.com/office/officeart/2005/8/layout/hProcess7"/>
    <dgm:cxn modelId="{E87B6432-2C22-475E-BC65-A92B3DA9E82B}" type="presOf" srcId="{F754AD28-8B54-47D9-83F1-8D45F35B4A81}" destId="{0F07502A-98A4-4880-9779-27EA2BEB6F02}" srcOrd="0" destOrd="0" presId="urn:microsoft.com/office/officeart/2005/8/layout/hProcess7"/>
    <dgm:cxn modelId="{DB884937-1E09-49E0-BABE-97AC4679294D}" srcId="{E7E09A88-A855-416A-B17D-5608BAB5F968}" destId="{D264B8C8-0C74-4047-BC3D-D328ABB04B07}" srcOrd="0" destOrd="0" parTransId="{EFE8DCE1-CB9B-44C0-BE30-595BF1898A8E}" sibTransId="{E5F6790C-BCA3-4DEC-A52E-7D738F9F57BD}"/>
    <dgm:cxn modelId="{349E7F23-155D-43A4-9D2C-D50B0C159B22}" type="presOf" srcId="{38988576-B0AA-4C1A-9619-43A386D2A929}" destId="{7A9FE149-B78D-4591-8ED3-6FAE619303EF}" srcOrd="1" destOrd="0" presId="urn:microsoft.com/office/officeart/2005/8/layout/hProcess7"/>
    <dgm:cxn modelId="{E0F0A2D0-BB2E-4DC0-84B4-747BCEFEEA08}" srcId="{38988576-B0AA-4C1A-9619-43A386D2A929}" destId="{1783039C-F21C-45A8-A1D1-7C275C084E3D}" srcOrd="1" destOrd="0" parTransId="{F569BECA-BA1C-4C40-875B-712F7A86376F}" sibTransId="{4FB813B0-7843-48EA-BCAE-C990504F24DD}"/>
    <dgm:cxn modelId="{B0856066-BECB-491B-98A8-2CE7CA09F75D}" type="presParOf" srcId="{4413368B-ACCA-469B-9D0E-1FEFC4075FB0}" destId="{8E1BCC0E-B989-4435-8915-645304C71A64}" srcOrd="0" destOrd="0" presId="urn:microsoft.com/office/officeart/2005/8/layout/hProcess7"/>
    <dgm:cxn modelId="{9B8592EC-B536-412D-B9E5-021368580D40}" type="presParOf" srcId="{8E1BCC0E-B989-4435-8915-645304C71A64}" destId="{5EE1D2E5-E13B-4FA3-A68E-FA18C8AD1A1A}" srcOrd="0" destOrd="0" presId="urn:microsoft.com/office/officeart/2005/8/layout/hProcess7"/>
    <dgm:cxn modelId="{8143204B-4871-4A7F-B9B7-0DF4952E8040}" type="presParOf" srcId="{8E1BCC0E-B989-4435-8915-645304C71A64}" destId="{1F2FC209-C6F9-4BD8-BE18-C50B50281548}" srcOrd="1" destOrd="0" presId="urn:microsoft.com/office/officeart/2005/8/layout/hProcess7"/>
    <dgm:cxn modelId="{00EF10B9-7BDB-4554-ACC3-99A89B2029CD}" type="presParOf" srcId="{8E1BCC0E-B989-4435-8915-645304C71A64}" destId="{0F07502A-98A4-4880-9779-27EA2BEB6F02}" srcOrd="2" destOrd="0" presId="urn:microsoft.com/office/officeart/2005/8/layout/hProcess7"/>
    <dgm:cxn modelId="{B47AEBAA-8198-45DC-B41A-CE3DE6BC64A8}" type="presParOf" srcId="{4413368B-ACCA-469B-9D0E-1FEFC4075FB0}" destId="{13ACBB4E-2F0C-4773-92A7-F091255EA962}" srcOrd="1" destOrd="0" presId="urn:microsoft.com/office/officeart/2005/8/layout/hProcess7"/>
    <dgm:cxn modelId="{137F13F8-1763-4F94-AAD8-641201FAC483}" type="presParOf" srcId="{4413368B-ACCA-469B-9D0E-1FEFC4075FB0}" destId="{BAD87237-2D53-4DFC-BA2E-02EC39493885}" srcOrd="2" destOrd="0" presId="urn:microsoft.com/office/officeart/2005/8/layout/hProcess7"/>
    <dgm:cxn modelId="{F84CB581-B00D-45F9-AF90-5398273AF536}" type="presParOf" srcId="{BAD87237-2D53-4DFC-BA2E-02EC39493885}" destId="{221F174E-2568-4C2B-B98A-B21C733FC119}" srcOrd="0" destOrd="0" presId="urn:microsoft.com/office/officeart/2005/8/layout/hProcess7"/>
    <dgm:cxn modelId="{AF429A41-4899-4366-8E77-8E6734EBFFFA}" type="presParOf" srcId="{BAD87237-2D53-4DFC-BA2E-02EC39493885}" destId="{45668240-D897-4FC1-8421-6DD785B65040}" srcOrd="1" destOrd="0" presId="urn:microsoft.com/office/officeart/2005/8/layout/hProcess7"/>
    <dgm:cxn modelId="{1D726E15-3B85-4823-86C7-D152E1C9AE46}" type="presParOf" srcId="{BAD87237-2D53-4DFC-BA2E-02EC39493885}" destId="{50ECFA14-9F36-4C35-911C-A780FF037D2C}" srcOrd="2" destOrd="0" presId="urn:microsoft.com/office/officeart/2005/8/layout/hProcess7"/>
    <dgm:cxn modelId="{8956ADB4-7B8E-4E6F-BD22-BC09D1505D18}" type="presParOf" srcId="{4413368B-ACCA-469B-9D0E-1FEFC4075FB0}" destId="{B0CEB5DD-B27E-454F-A39C-A559A187214D}" srcOrd="3" destOrd="0" presId="urn:microsoft.com/office/officeart/2005/8/layout/hProcess7"/>
    <dgm:cxn modelId="{3EF4EA84-0473-4B16-8E07-CDEE0DB7339F}" type="presParOf" srcId="{4413368B-ACCA-469B-9D0E-1FEFC4075FB0}" destId="{4BB7D377-EFD6-4B5D-AFC7-E199B4378248}" srcOrd="4" destOrd="0" presId="urn:microsoft.com/office/officeart/2005/8/layout/hProcess7"/>
    <dgm:cxn modelId="{172E2754-646D-4DE8-AB7F-D293B655145F}" type="presParOf" srcId="{4BB7D377-EFD6-4B5D-AFC7-E199B4378248}" destId="{63E694CA-EB8A-49E7-8F7E-40E9648E8D50}" srcOrd="0" destOrd="0" presId="urn:microsoft.com/office/officeart/2005/8/layout/hProcess7"/>
    <dgm:cxn modelId="{BB136921-3F90-4644-8B2A-85C80995C89D}" type="presParOf" srcId="{4BB7D377-EFD6-4B5D-AFC7-E199B4378248}" destId="{84855266-605F-4E2F-859A-33AF21B4CC74}" srcOrd="1" destOrd="0" presId="urn:microsoft.com/office/officeart/2005/8/layout/hProcess7"/>
    <dgm:cxn modelId="{314ABB07-FD71-4320-A567-47A5B156F486}" type="presParOf" srcId="{4BB7D377-EFD6-4B5D-AFC7-E199B4378248}" destId="{27D5C2FA-66B3-4507-8DD9-0DFEBE9E49C4}" srcOrd="2" destOrd="0" presId="urn:microsoft.com/office/officeart/2005/8/layout/hProcess7"/>
    <dgm:cxn modelId="{D6559445-7F9E-4F75-A95B-876D17E644B5}" type="presParOf" srcId="{4413368B-ACCA-469B-9D0E-1FEFC4075FB0}" destId="{AE508BEB-62F7-4273-AFD9-13F02568DD39}" srcOrd="5" destOrd="0" presId="urn:microsoft.com/office/officeart/2005/8/layout/hProcess7"/>
    <dgm:cxn modelId="{B292A2DC-097D-4F01-BBB0-3DCEFA1ECC2C}" type="presParOf" srcId="{4413368B-ACCA-469B-9D0E-1FEFC4075FB0}" destId="{20A68127-C095-4D4D-B36C-96BA54B85DB0}" srcOrd="6" destOrd="0" presId="urn:microsoft.com/office/officeart/2005/8/layout/hProcess7"/>
    <dgm:cxn modelId="{13994071-809B-45AF-8105-26B736DF95F5}" type="presParOf" srcId="{20A68127-C095-4D4D-B36C-96BA54B85DB0}" destId="{00D4E5B4-15FE-4223-8CF1-EADD9A7F1E52}" srcOrd="0" destOrd="0" presId="urn:microsoft.com/office/officeart/2005/8/layout/hProcess7"/>
    <dgm:cxn modelId="{65992E08-AC05-432A-88C1-85C1852B31DC}" type="presParOf" srcId="{20A68127-C095-4D4D-B36C-96BA54B85DB0}" destId="{0B1D8E78-2B68-4C5D-9329-AB01D008FC04}" srcOrd="1" destOrd="0" presId="urn:microsoft.com/office/officeart/2005/8/layout/hProcess7"/>
    <dgm:cxn modelId="{54126D07-5B88-4A59-B792-FD85F88778C2}" type="presParOf" srcId="{20A68127-C095-4D4D-B36C-96BA54B85DB0}" destId="{E447F79B-3147-4AFA-97C4-CCAE6DBFF058}" srcOrd="2" destOrd="0" presId="urn:microsoft.com/office/officeart/2005/8/layout/hProcess7"/>
    <dgm:cxn modelId="{1D525E19-F6D0-42D2-A81C-49531B3EB410}" type="presParOf" srcId="{4413368B-ACCA-469B-9D0E-1FEFC4075FB0}" destId="{EAB02694-BB77-4688-815D-9FF6A75A2E23}" srcOrd="7" destOrd="0" presId="urn:microsoft.com/office/officeart/2005/8/layout/hProcess7"/>
    <dgm:cxn modelId="{43B85E6B-9F94-459E-8425-31014B8D0F29}" type="presParOf" srcId="{4413368B-ACCA-469B-9D0E-1FEFC4075FB0}" destId="{897A3698-2D97-4DDC-95D9-A0BDC45706A4}" srcOrd="8" destOrd="0" presId="urn:microsoft.com/office/officeart/2005/8/layout/hProcess7"/>
    <dgm:cxn modelId="{DB6E53BE-31E7-4368-BF73-CB8F747A505A}" type="presParOf" srcId="{897A3698-2D97-4DDC-95D9-A0BDC45706A4}" destId="{89F889ED-FCCD-445E-BB3B-3F65B70521C8}" srcOrd="0" destOrd="0" presId="urn:microsoft.com/office/officeart/2005/8/layout/hProcess7"/>
    <dgm:cxn modelId="{80C1C3FE-0CDA-480A-81EB-2D7CDFCC8B98}" type="presParOf" srcId="{897A3698-2D97-4DDC-95D9-A0BDC45706A4}" destId="{7A9FE149-B78D-4591-8ED3-6FAE619303EF}" srcOrd="1" destOrd="0" presId="urn:microsoft.com/office/officeart/2005/8/layout/hProcess7"/>
    <dgm:cxn modelId="{292FE493-B57D-404A-978C-E89DB21504BA}" type="presParOf" srcId="{897A3698-2D97-4DDC-95D9-A0BDC45706A4}" destId="{545B6FF8-55C8-4464-AD34-37C6C75F354E}" srcOrd="2" destOrd="0" presId="urn:microsoft.com/office/officeart/2005/8/layout/hProcess7"/>
  </dgm:cxnLst>
  <dgm:bg/>
  <dgm:whole/>
  <dgm:extLst>
    <a:ext uri="http://schemas.microsoft.com/office/drawing/2008/diagram">
      <dsp:dataModelExt xmlns:dsp="http://schemas.microsoft.com/office/drawing/2008/diagram" relId="rId11" minVer="http://schemas.openxmlformats.org/drawingml/2006/diagram"/>
    </a:ext>
  </dgm:extLst>
</dgm:dataModel>
</file>

<file path=ppt/diagrams/data15.xml><?xml version="1.0" encoding="utf-8"?>
<dgm:dataModel xmlns:dgm="http://schemas.openxmlformats.org/drawingml/2006/diagram" xmlns:a="http://schemas.openxmlformats.org/drawingml/2006/main">
  <dgm:ptLst>
    <dgm:pt modelId="{E12051B9-F660-41FB-9BFB-187ECABCD821}" type="doc">
      <dgm:prSet loTypeId="urn:microsoft.com/office/officeart/2005/8/layout/hProcess7" loCatId="list" qsTypeId="urn:microsoft.com/office/officeart/2005/8/quickstyle/simple1" qsCatId="simple" csTypeId="urn:microsoft.com/office/officeart/2005/8/colors/colorful1" csCatId="colorful" phldr="1"/>
      <dgm:spPr/>
      <dgm:t>
        <a:bodyPr/>
        <a:lstStyle/>
        <a:p>
          <a:endParaRPr lang="en-US"/>
        </a:p>
      </dgm:t>
    </dgm:pt>
    <dgm:pt modelId="{56D25664-E470-4423-B8A9-9B6E4F3E9501}">
      <dgm:prSet phldrT="[Text]" custT="1"/>
      <dgm:spPr/>
      <dgm:t>
        <a:bodyPr/>
        <a:lstStyle/>
        <a:p>
          <a:r>
            <a:rPr lang="en-US" sz="1800" b="1" u="sng" dirty="0" smtClean="0"/>
            <a:t>Construct</a:t>
          </a:r>
          <a:endParaRPr lang="en-US" sz="1800" b="1" u="sng" dirty="0"/>
        </a:p>
      </dgm:t>
    </dgm:pt>
    <dgm:pt modelId="{AE225F17-CB4A-4698-895E-495209A24EDD}" type="parTrans" cxnId="{874CAB56-E993-4BA7-B073-DD6F211AB452}">
      <dgm:prSet/>
      <dgm:spPr/>
      <dgm:t>
        <a:bodyPr/>
        <a:lstStyle/>
        <a:p>
          <a:endParaRPr lang="en-US"/>
        </a:p>
      </dgm:t>
    </dgm:pt>
    <dgm:pt modelId="{0513D618-905F-43E6-8DF3-0764A99732D8}" type="sibTrans" cxnId="{874CAB56-E993-4BA7-B073-DD6F211AB452}">
      <dgm:prSet/>
      <dgm:spPr/>
      <dgm:t>
        <a:bodyPr/>
        <a:lstStyle/>
        <a:p>
          <a:endParaRPr lang="en-US"/>
        </a:p>
      </dgm:t>
    </dgm:pt>
    <dgm:pt modelId="{F754AD28-8B54-47D9-83F1-8D45F35B4A81}">
      <dgm:prSet phldrT="[Text]" custT="1"/>
      <dgm:spPr/>
      <dgm:t>
        <a:bodyPr/>
        <a:lstStyle/>
        <a:p>
          <a:r>
            <a:rPr lang="en-US" sz="3200" dirty="0" smtClean="0"/>
            <a:t>Technology Embodiment</a:t>
          </a:r>
          <a:endParaRPr lang="en-US" sz="3200" dirty="0"/>
        </a:p>
      </dgm:t>
    </dgm:pt>
    <dgm:pt modelId="{26AD8160-5FF5-41BE-AFAF-E29D66F0469B}" type="parTrans" cxnId="{C5F869C1-8FEF-4035-9EC3-FDF0092FF2C9}">
      <dgm:prSet/>
      <dgm:spPr/>
      <dgm:t>
        <a:bodyPr/>
        <a:lstStyle/>
        <a:p>
          <a:endParaRPr lang="en-US"/>
        </a:p>
      </dgm:t>
    </dgm:pt>
    <dgm:pt modelId="{BE9BECBC-F94F-4E2F-BDB2-93E8BAEBEFE7}" type="sibTrans" cxnId="{C5F869C1-8FEF-4035-9EC3-FDF0092FF2C9}">
      <dgm:prSet/>
      <dgm:spPr/>
      <dgm:t>
        <a:bodyPr/>
        <a:lstStyle/>
        <a:p>
          <a:endParaRPr lang="en-US"/>
        </a:p>
      </dgm:t>
    </dgm:pt>
    <dgm:pt modelId="{E7E09A88-A855-416A-B17D-5608BAB5F968}">
      <dgm:prSet phldrT="[Text]" custT="1"/>
      <dgm:spPr/>
      <dgm:t>
        <a:bodyPr/>
        <a:lstStyle/>
        <a:p>
          <a:r>
            <a:rPr lang="en-US" sz="1800" b="1" u="sng" dirty="0" smtClean="0"/>
            <a:t>Operationalization</a:t>
          </a:r>
          <a:endParaRPr lang="en-US" sz="1800" b="1" u="sng" dirty="0"/>
        </a:p>
      </dgm:t>
    </dgm:pt>
    <dgm:pt modelId="{791A9365-62E9-4724-B5DD-36351582D82E}" type="parTrans" cxnId="{955316F3-D59D-4E22-BAC5-4B54F7BE800A}">
      <dgm:prSet/>
      <dgm:spPr/>
      <dgm:t>
        <a:bodyPr/>
        <a:lstStyle/>
        <a:p>
          <a:endParaRPr lang="en-US"/>
        </a:p>
      </dgm:t>
    </dgm:pt>
    <dgm:pt modelId="{C2A5DE0A-7824-4E35-BB27-47DBE8541DB5}" type="sibTrans" cxnId="{955316F3-D59D-4E22-BAC5-4B54F7BE800A}">
      <dgm:prSet/>
      <dgm:spPr/>
      <dgm:t>
        <a:bodyPr/>
        <a:lstStyle/>
        <a:p>
          <a:endParaRPr lang="en-US"/>
        </a:p>
      </dgm:t>
    </dgm:pt>
    <dgm:pt modelId="{D264B8C8-0C74-4047-BC3D-D328ABB04B07}">
      <dgm:prSet phldrT="[Text]" custT="1"/>
      <dgm:spPr/>
      <dgm:t>
        <a:bodyPr/>
        <a:lstStyle/>
        <a:p>
          <a:r>
            <a:rPr lang="en-US" sz="1800" dirty="0" smtClean="0"/>
            <a:t>The tangible forms that </a:t>
          </a:r>
          <a:r>
            <a:rPr lang="en-US" sz="1800" dirty="0" smtClean="0"/>
            <a:t>document the </a:t>
          </a:r>
          <a:r>
            <a:rPr lang="en-US" sz="1800" dirty="0" smtClean="0"/>
            <a:t>details of the technology and enable its use.</a:t>
          </a:r>
          <a:endParaRPr lang="en-US" sz="1800" dirty="0"/>
        </a:p>
      </dgm:t>
    </dgm:pt>
    <dgm:pt modelId="{EFE8DCE1-CB9B-44C0-BE30-595BF1898A8E}" type="parTrans" cxnId="{DB884937-1E09-49E0-BABE-97AC4679294D}">
      <dgm:prSet/>
      <dgm:spPr/>
      <dgm:t>
        <a:bodyPr/>
        <a:lstStyle/>
        <a:p>
          <a:endParaRPr lang="en-US"/>
        </a:p>
      </dgm:t>
    </dgm:pt>
    <dgm:pt modelId="{E5F6790C-BCA3-4DEC-A52E-7D738F9F57BD}" type="sibTrans" cxnId="{DB884937-1E09-49E0-BABE-97AC4679294D}">
      <dgm:prSet/>
      <dgm:spPr/>
      <dgm:t>
        <a:bodyPr/>
        <a:lstStyle/>
        <a:p>
          <a:endParaRPr lang="en-US"/>
        </a:p>
      </dgm:t>
    </dgm:pt>
    <dgm:pt modelId="{38988576-B0AA-4C1A-9619-43A386D2A929}">
      <dgm:prSet phldrT="[Text]" custT="1"/>
      <dgm:spPr/>
      <dgm:t>
        <a:bodyPr/>
        <a:lstStyle/>
        <a:p>
          <a:r>
            <a:rPr lang="en-US" sz="1800" b="1" u="sng" dirty="0" smtClean="0"/>
            <a:t>Indicators</a:t>
          </a:r>
          <a:endParaRPr lang="en-US" sz="1800" b="1" u="sng" dirty="0"/>
        </a:p>
      </dgm:t>
    </dgm:pt>
    <dgm:pt modelId="{AA48F846-FDF7-46B2-8E10-A63DA435194B}" type="parTrans" cxnId="{359B345D-1425-490E-BB65-B1A59577003D}">
      <dgm:prSet/>
      <dgm:spPr/>
      <dgm:t>
        <a:bodyPr/>
        <a:lstStyle/>
        <a:p>
          <a:endParaRPr lang="en-US"/>
        </a:p>
      </dgm:t>
    </dgm:pt>
    <dgm:pt modelId="{34707D83-AD15-4F83-B9C6-839F2BAB8772}" type="sibTrans" cxnId="{359B345D-1425-490E-BB65-B1A59577003D}">
      <dgm:prSet/>
      <dgm:spPr/>
      <dgm:t>
        <a:bodyPr/>
        <a:lstStyle/>
        <a:p>
          <a:endParaRPr lang="en-US"/>
        </a:p>
      </dgm:t>
    </dgm:pt>
    <dgm:pt modelId="{1783039C-F21C-45A8-A1D1-7C275C084E3D}">
      <dgm:prSet phldrT="[Text]" custT="1"/>
      <dgm:spPr/>
      <dgm:t>
        <a:bodyPr/>
        <a:lstStyle/>
        <a:p>
          <a:r>
            <a:rPr lang="en-US" sz="1800" dirty="0" smtClean="0"/>
            <a:t>R&amp;D project reports</a:t>
          </a:r>
        </a:p>
      </dgm:t>
    </dgm:pt>
    <dgm:pt modelId="{F569BECA-BA1C-4C40-875B-712F7A86376F}" type="parTrans" cxnId="{E0F0A2D0-BB2E-4DC0-84B4-747BCEFEEA08}">
      <dgm:prSet/>
      <dgm:spPr/>
      <dgm:t>
        <a:bodyPr/>
        <a:lstStyle/>
        <a:p>
          <a:endParaRPr lang="en-US"/>
        </a:p>
      </dgm:t>
    </dgm:pt>
    <dgm:pt modelId="{4FB813B0-7843-48EA-BCAE-C990504F24DD}" type="sibTrans" cxnId="{E0F0A2D0-BB2E-4DC0-84B4-747BCEFEEA08}">
      <dgm:prSet/>
      <dgm:spPr/>
      <dgm:t>
        <a:bodyPr/>
        <a:lstStyle/>
        <a:p>
          <a:endParaRPr lang="en-US"/>
        </a:p>
      </dgm:t>
    </dgm:pt>
    <dgm:pt modelId="{561C8C01-168E-4810-B00A-83B2C936D185}">
      <dgm:prSet phldrT="[Text]" custT="1"/>
      <dgm:spPr/>
      <dgm:t>
        <a:bodyPr/>
        <a:lstStyle/>
        <a:p>
          <a:r>
            <a:rPr lang="en-US" sz="1800" dirty="0" smtClean="0"/>
            <a:t>Published peer-reviewed journal articles</a:t>
          </a:r>
        </a:p>
      </dgm:t>
    </dgm:pt>
    <dgm:pt modelId="{73AA7CFC-FF1E-41E0-9601-E4AE1AD4A52E}" type="parTrans" cxnId="{1A6AF12A-6308-4A01-A4F5-0298704D9EAD}">
      <dgm:prSet/>
      <dgm:spPr/>
      <dgm:t>
        <a:bodyPr/>
        <a:lstStyle/>
        <a:p>
          <a:endParaRPr lang="en-US"/>
        </a:p>
      </dgm:t>
    </dgm:pt>
    <dgm:pt modelId="{14EE0822-6F69-42E4-9BB3-24B2EC1E05AA}" type="sibTrans" cxnId="{1A6AF12A-6308-4A01-A4F5-0298704D9EAD}">
      <dgm:prSet/>
      <dgm:spPr/>
      <dgm:t>
        <a:bodyPr/>
        <a:lstStyle/>
        <a:p>
          <a:endParaRPr lang="en-US"/>
        </a:p>
      </dgm:t>
    </dgm:pt>
    <dgm:pt modelId="{356B2B2C-7D9C-49B1-BFC5-C7B496EC2A8E}">
      <dgm:prSet phldrT="[Text]" custT="1"/>
      <dgm:spPr/>
      <dgm:t>
        <a:bodyPr/>
        <a:lstStyle/>
        <a:p>
          <a:r>
            <a:rPr lang="en-US" sz="1800" dirty="0" smtClean="0"/>
            <a:t>Disallowed U.S. patent applications</a:t>
          </a:r>
        </a:p>
      </dgm:t>
    </dgm:pt>
    <dgm:pt modelId="{576D0B3E-6C9D-4D30-BDB9-FFC3AF79576B}" type="parTrans" cxnId="{BACE745C-9724-43E7-88CE-F179AF0B53AD}">
      <dgm:prSet/>
      <dgm:spPr/>
      <dgm:t>
        <a:bodyPr/>
        <a:lstStyle/>
        <a:p>
          <a:endParaRPr lang="en-US"/>
        </a:p>
      </dgm:t>
    </dgm:pt>
    <dgm:pt modelId="{E9601192-81A1-400E-9056-B488191B5FB8}" type="sibTrans" cxnId="{BACE745C-9724-43E7-88CE-F179AF0B53AD}">
      <dgm:prSet/>
      <dgm:spPr/>
      <dgm:t>
        <a:bodyPr/>
        <a:lstStyle/>
        <a:p>
          <a:endParaRPr lang="en-US"/>
        </a:p>
      </dgm:t>
    </dgm:pt>
    <dgm:pt modelId="{DEE63533-BD4D-4B79-B68E-B4A70374CE7F}">
      <dgm:prSet phldrT="[Text]" custT="1"/>
      <dgm:spPr/>
      <dgm:t>
        <a:bodyPr/>
        <a:lstStyle/>
        <a:p>
          <a:r>
            <a:rPr lang="en-US" sz="1800" dirty="0" smtClean="0"/>
            <a:t>Allowed U.S. patents</a:t>
          </a:r>
        </a:p>
      </dgm:t>
    </dgm:pt>
    <dgm:pt modelId="{653D28B0-A48B-4486-81B6-3B100BBD0284}" type="parTrans" cxnId="{6B527E2D-B6DB-4F0B-B2B7-74AF3ECE0A1D}">
      <dgm:prSet/>
      <dgm:spPr/>
      <dgm:t>
        <a:bodyPr/>
        <a:lstStyle/>
        <a:p>
          <a:endParaRPr lang="en-US"/>
        </a:p>
      </dgm:t>
    </dgm:pt>
    <dgm:pt modelId="{11C883F7-AA4C-4FFC-B5AA-1A9C161E0A1F}" type="sibTrans" cxnId="{6B527E2D-B6DB-4F0B-B2B7-74AF3ECE0A1D}">
      <dgm:prSet/>
      <dgm:spPr/>
      <dgm:t>
        <a:bodyPr/>
        <a:lstStyle/>
        <a:p>
          <a:endParaRPr lang="en-US"/>
        </a:p>
      </dgm:t>
    </dgm:pt>
    <dgm:pt modelId="{4413368B-ACCA-469B-9D0E-1FEFC4075FB0}" type="pres">
      <dgm:prSet presAssocID="{E12051B9-F660-41FB-9BFB-187ECABCD821}" presName="Name0" presStyleCnt="0">
        <dgm:presLayoutVars>
          <dgm:dir/>
          <dgm:animLvl val="lvl"/>
          <dgm:resizeHandles val="exact"/>
        </dgm:presLayoutVars>
      </dgm:prSet>
      <dgm:spPr/>
      <dgm:t>
        <a:bodyPr/>
        <a:lstStyle/>
        <a:p>
          <a:endParaRPr lang="en-US"/>
        </a:p>
      </dgm:t>
    </dgm:pt>
    <dgm:pt modelId="{8E1BCC0E-B989-4435-8915-645304C71A64}" type="pres">
      <dgm:prSet presAssocID="{56D25664-E470-4423-B8A9-9B6E4F3E9501}" presName="compositeNode" presStyleCnt="0">
        <dgm:presLayoutVars>
          <dgm:bulletEnabled val="1"/>
        </dgm:presLayoutVars>
      </dgm:prSet>
      <dgm:spPr/>
    </dgm:pt>
    <dgm:pt modelId="{5EE1D2E5-E13B-4FA3-A68E-FA18C8AD1A1A}" type="pres">
      <dgm:prSet presAssocID="{56D25664-E470-4423-B8A9-9B6E4F3E9501}" presName="bgRect" presStyleLbl="node1" presStyleIdx="0" presStyleCnt="3"/>
      <dgm:spPr/>
      <dgm:t>
        <a:bodyPr/>
        <a:lstStyle/>
        <a:p>
          <a:endParaRPr lang="en-US"/>
        </a:p>
      </dgm:t>
    </dgm:pt>
    <dgm:pt modelId="{1F2FC209-C6F9-4BD8-BE18-C50B50281548}" type="pres">
      <dgm:prSet presAssocID="{56D25664-E470-4423-B8A9-9B6E4F3E9501}" presName="parentNode" presStyleLbl="node1" presStyleIdx="0" presStyleCnt="3">
        <dgm:presLayoutVars>
          <dgm:chMax val="0"/>
          <dgm:bulletEnabled val="1"/>
        </dgm:presLayoutVars>
      </dgm:prSet>
      <dgm:spPr/>
      <dgm:t>
        <a:bodyPr/>
        <a:lstStyle/>
        <a:p>
          <a:endParaRPr lang="en-US"/>
        </a:p>
      </dgm:t>
    </dgm:pt>
    <dgm:pt modelId="{0F07502A-98A4-4880-9779-27EA2BEB6F02}" type="pres">
      <dgm:prSet presAssocID="{56D25664-E470-4423-B8A9-9B6E4F3E9501}" presName="childNode" presStyleLbl="node1" presStyleIdx="0" presStyleCnt="3">
        <dgm:presLayoutVars>
          <dgm:bulletEnabled val="1"/>
        </dgm:presLayoutVars>
      </dgm:prSet>
      <dgm:spPr/>
      <dgm:t>
        <a:bodyPr/>
        <a:lstStyle/>
        <a:p>
          <a:endParaRPr lang="en-US"/>
        </a:p>
      </dgm:t>
    </dgm:pt>
    <dgm:pt modelId="{13ACBB4E-2F0C-4773-92A7-F091255EA962}" type="pres">
      <dgm:prSet presAssocID="{0513D618-905F-43E6-8DF3-0764A99732D8}" presName="hSp" presStyleCnt="0"/>
      <dgm:spPr/>
    </dgm:pt>
    <dgm:pt modelId="{BAD87237-2D53-4DFC-BA2E-02EC39493885}" type="pres">
      <dgm:prSet presAssocID="{0513D618-905F-43E6-8DF3-0764A99732D8}" presName="vProcSp" presStyleCnt="0"/>
      <dgm:spPr/>
    </dgm:pt>
    <dgm:pt modelId="{221F174E-2568-4C2B-B98A-B21C733FC119}" type="pres">
      <dgm:prSet presAssocID="{0513D618-905F-43E6-8DF3-0764A99732D8}" presName="vSp1" presStyleCnt="0"/>
      <dgm:spPr/>
    </dgm:pt>
    <dgm:pt modelId="{45668240-D897-4FC1-8421-6DD785B65040}" type="pres">
      <dgm:prSet presAssocID="{0513D618-905F-43E6-8DF3-0764A99732D8}" presName="simulatedConn" presStyleLbl="solidFgAcc1" presStyleIdx="0" presStyleCnt="2"/>
      <dgm:spPr/>
    </dgm:pt>
    <dgm:pt modelId="{50ECFA14-9F36-4C35-911C-A780FF037D2C}" type="pres">
      <dgm:prSet presAssocID="{0513D618-905F-43E6-8DF3-0764A99732D8}" presName="vSp2" presStyleCnt="0"/>
      <dgm:spPr/>
    </dgm:pt>
    <dgm:pt modelId="{B0CEB5DD-B27E-454F-A39C-A559A187214D}" type="pres">
      <dgm:prSet presAssocID="{0513D618-905F-43E6-8DF3-0764A99732D8}" presName="sibTrans" presStyleCnt="0"/>
      <dgm:spPr/>
    </dgm:pt>
    <dgm:pt modelId="{4BB7D377-EFD6-4B5D-AFC7-E199B4378248}" type="pres">
      <dgm:prSet presAssocID="{E7E09A88-A855-416A-B17D-5608BAB5F968}" presName="compositeNode" presStyleCnt="0">
        <dgm:presLayoutVars>
          <dgm:bulletEnabled val="1"/>
        </dgm:presLayoutVars>
      </dgm:prSet>
      <dgm:spPr/>
    </dgm:pt>
    <dgm:pt modelId="{63E694CA-EB8A-49E7-8F7E-40E9648E8D50}" type="pres">
      <dgm:prSet presAssocID="{E7E09A88-A855-416A-B17D-5608BAB5F968}" presName="bgRect" presStyleLbl="node1" presStyleIdx="1" presStyleCnt="3"/>
      <dgm:spPr/>
      <dgm:t>
        <a:bodyPr/>
        <a:lstStyle/>
        <a:p>
          <a:endParaRPr lang="en-US"/>
        </a:p>
      </dgm:t>
    </dgm:pt>
    <dgm:pt modelId="{84855266-605F-4E2F-859A-33AF21B4CC74}" type="pres">
      <dgm:prSet presAssocID="{E7E09A88-A855-416A-B17D-5608BAB5F968}" presName="parentNode" presStyleLbl="node1" presStyleIdx="1" presStyleCnt="3">
        <dgm:presLayoutVars>
          <dgm:chMax val="0"/>
          <dgm:bulletEnabled val="1"/>
        </dgm:presLayoutVars>
      </dgm:prSet>
      <dgm:spPr/>
      <dgm:t>
        <a:bodyPr/>
        <a:lstStyle/>
        <a:p>
          <a:endParaRPr lang="en-US"/>
        </a:p>
      </dgm:t>
    </dgm:pt>
    <dgm:pt modelId="{27D5C2FA-66B3-4507-8DD9-0DFEBE9E49C4}" type="pres">
      <dgm:prSet presAssocID="{E7E09A88-A855-416A-B17D-5608BAB5F968}" presName="childNode" presStyleLbl="node1" presStyleIdx="1" presStyleCnt="3">
        <dgm:presLayoutVars>
          <dgm:bulletEnabled val="1"/>
        </dgm:presLayoutVars>
      </dgm:prSet>
      <dgm:spPr/>
      <dgm:t>
        <a:bodyPr/>
        <a:lstStyle/>
        <a:p>
          <a:endParaRPr lang="en-US"/>
        </a:p>
      </dgm:t>
    </dgm:pt>
    <dgm:pt modelId="{AE508BEB-62F7-4273-AFD9-13F02568DD39}" type="pres">
      <dgm:prSet presAssocID="{C2A5DE0A-7824-4E35-BB27-47DBE8541DB5}" presName="hSp" presStyleCnt="0"/>
      <dgm:spPr/>
    </dgm:pt>
    <dgm:pt modelId="{20A68127-C095-4D4D-B36C-96BA54B85DB0}" type="pres">
      <dgm:prSet presAssocID="{C2A5DE0A-7824-4E35-BB27-47DBE8541DB5}" presName="vProcSp" presStyleCnt="0"/>
      <dgm:spPr/>
    </dgm:pt>
    <dgm:pt modelId="{00D4E5B4-15FE-4223-8CF1-EADD9A7F1E52}" type="pres">
      <dgm:prSet presAssocID="{C2A5DE0A-7824-4E35-BB27-47DBE8541DB5}" presName="vSp1" presStyleCnt="0"/>
      <dgm:spPr/>
    </dgm:pt>
    <dgm:pt modelId="{0B1D8E78-2B68-4C5D-9329-AB01D008FC04}" type="pres">
      <dgm:prSet presAssocID="{C2A5DE0A-7824-4E35-BB27-47DBE8541DB5}" presName="simulatedConn" presStyleLbl="solidFgAcc1" presStyleIdx="1" presStyleCnt="2"/>
      <dgm:spPr/>
    </dgm:pt>
    <dgm:pt modelId="{E447F79B-3147-4AFA-97C4-CCAE6DBFF058}" type="pres">
      <dgm:prSet presAssocID="{C2A5DE0A-7824-4E35-BB27-47DBE8541DB5}" presName="vSp2" presStyleCnt="0"/>
      <dgm:spPr/>
    </dgm:pt>
    <dgm:pt modelId="{EAB02694-BB77-4688-815D-9FF6A75A2E23}" type="pres">
      <dgm:prSet presAssocID="{C2A5DE0A-7824-4E35-BB27-47DBE8541DB5}" presName="sibTrans" presStyleCnt="0"/>
      <dgm:spPr/>
    </dgm:pt>
    <dgm:pt modelId="{897A3698-2D97-4DDC-95D9-A0BDC45706A4}" type="pres">
      <dgm:prSet presAssocID="{38988576-B0AA-4C1A-9619-43A386D2A929}" presName="compositeNode" presStyleCnt="0">
        <dgm:presLayoutVars>
          <dgm:bulletEnabled val="1"/>
        </dgm:presLayoutVars>
      </dgm:prSet>
      <dgm:spPr/>
    </dgm:pt>
    <dgm:pt modelId="{89F889ED-FCCD-445E-BB3B-3F65B70521C8}" type="pres">
      <dgm:prSet presAssocID="{38988576-B0AA-4C1A-9619-43A386D2A929}" presName="bgRect" presStyleLbl="node1" presStyleIdx="2" presStyleCnt="3"/>
      <dgm:spPr/>
      <dgm:t>
        <a:bodyPr/>
        <a:lstStyle/>
        <a:p>
          <a:endParaRPr lang="en-US"/>
        </a:p>
      </dgm:t>
    </dgm:pt>
    <dgm:pt modelId="{7A9FE149-B78D-4591-8ED3-6FAE619303EF}" type="pres">
      <dgm:prSet presAssocID="{38988576-B0AA-4C1A-9619-43A386D2A929}" presName="parentNode" presStyleLbl="node1" presStyleIdx="2" presStyleCnt="3">
        <dgm:presLayoutVars>
          <dgm:chMax val="0"/>
          <dgm:bulletEnabled val="1"/>
        </dgm:presLayoutVars>
      </dgm:prSet>
      <dgm:spPr/>
      <dgm:t>
        <a:bodyPr/>
        <a:lstStyle/>
        <a:p>
          <a:endParaRPr lang="en-US"/>
        </a:p>
      </dgm:t>
    </dgm:pt>
    <dgm:pt modelId="{545B6FF8-55C8-4464-AD34-37C6C75F354E}" type="pres">
      <dgm:prSet presAssocID="{38988576-B0AA-4C1A-9619-43A386D2A929}" presName="childNode" presStyleLbl="node1" presStyleIdx="2" presStyleCnt="3">
        <dgm:presLayoutVars>
          <dgm:bulletEnabled val="1"/>
        </dgm:presLayoutVars>
      </dgm:prSet>
      <dgm:spPr/>
      <dgm:t>
        <a:bodyPr/>
        <a:lstStyle/>
        <a:p>
          <a:endParaRPr lang="en-US"/>
        </a:p>
      </dgm:t>
    </dgm:pt>
  </dgm:ptLst>
  <dgm:cxnLst>
    <dgm:cxn modelId="{298CEF8D-B8A5-4885-819C-A62FF706C4FD}" type="presOf" srcId="{56D25664-E470-4423-B8A9-9B6E4F3E9501}" destId="{5EE1D2E5-E13B-4FA3-A68E-FA18C8AD1A1A}" srcOrd="0" destOrd="0" presId="urn:microsoft.com/office/officeart/2005/8/layout/hProcess7"/>
    <dgm:cxn modelId="{10E5BDD1-503D-4B65-9B61-7F1A1896E82B}" type="presOf" srcId="{F754AD28-8B54-47D9-83F1-8D45F35B4A81}" destId="{0F07502A-98A4-4880-9779-27EA2BEB6F02}" srcOrd="0" destOrd="0" presId="urn:microsoft.com/office/officeart/2005/8/layout/hProcess7"/>
    <dgm:cxn modelId="{E0F0A2D0-BB2E-4DC0-84B4-747BCEFEEA08}" srcId="{38988576-B0AA-4C1A-9619-43A386D2A929}" destId="{1783039C-F21C-45A8-A1D1-7C275C084E3D}" srcOrd="0" destOrd="0" parTransId="{F569BECA-BA1C-4C40-875B-712F7A86376F}" sibTransId="{4FB813B0-7843-48EA-BCAE-C990504F24DD}"/>
    <dgm:cxn modelId="{BACE745C-9724-43E7-88CE-F179AF0B53AD}" srcId="{38988576-B0AA-4C1A-9619-43A386D2A929}" destId="{356B2B2C-7D9C-49B1-BFC5-C7B496EC2A8E}" srcOrd="2" destOrd="0" parTransId="{576D0B3E-6C9D-4D30-BDB9-FFC3AF79576B}" sibTransId="{E9601192-81A1-400E-9056-B488191B5FB8}"/>
    <dgm:cxn modelId="{B66F50F0-8FEB-41D8-9C05-82D54E3D951F}" type="presOf" srcId="{E7E09A88-A855-416A-B17D-5608BAB5F968}" destId="{63E694CA-EB8A-49E7-8F7E-40E9648E8D50}" srcOrd="0" destOrd="0" presId="urn:microsoft.com/office/officeart/2005/8/layout/hProcess7"/>
    <dgm:cxn modelId="{874CAB56-E993-4BA7-B073-DD6F211AB452}" srcId="{E12051B9-F660-41FB-9BFB-187ECABCD821}" destId="{56D25664-E470-4423-B8A9-9B6E4F3E9501}" srcOrd="0" destOrd="0" parTransId="{AE225F17-CB4A-4698-895E-495209A24EDD}" sibTransId="{0513D618-905F-43E6-8DF3-0764A99732D8}"/>
    <dgm:cxn modelId="{1A6AF12A-6308-4A01-A4F5-0298704D9EAD}" srcId="{38988576-B0AA-4C1A-9619-43A386D2A929}" destId="{561C8C01-168E-4810-B00A-83B2C936D185}" srcOrd="1" destOrd="0" parTransId="{73AA7CFC-FF1E-41E0-9601-E4AE1AD4A52E}" sibTransId="{14EE0822-6F69-42E4-9BB3-24B2EC1E05AA}"/>
    <dgm:cxn modelId="{8DE3A4E7-9716-4BBD-9E5A-54D9DB82AEF6}" type="presOf" srcId="{561C8C01-168E-4810-B00A-83B2C936D185}" destId="{545B6FF8-55C8-4464-AD34-37C6C75F354E}" srcOrd="0" destOrd="1" presId="urn:microsoft.com/office/officeart/2005/8/layout/hProcess7"/>
    <dgm:cxn modelId="{4D181CFC-73B4-4A60-8E63-573B3F33627F}" type="presOf" srcId="{38988576-B0AA-4C1A-9619-43A386D2A929}" destId="{89F889ED-FCCD-445E-BB3B-3F65B70521C8}" srcOrd="0" destOrd="0" presId="urn:microsoft.com/office/officeart/2005/8/layout/hProcess7"/>
    <dgm:cxn modelId="{BE205754-F7E6-4FEE-B828-4523416EEA2A}" type="presOf" srcId="{56D25664-E470-4423-B8A9-9B6E4F3E9501}" destId="{1F2FC209-C6F9-4BD8-BE18-C50B50281548}" srcOrd="1" destOrd="0" presId="urn:microsoft.com/office/officeart/2005/8/layout/hProcess7"/>
    <dgm:cxn modelId="{C9F9FCE3-F594-40BB-A6A7-9A51601590A0}" type="presOf" srcId="{E12051B9-F660-41FB-9BFB-187ECABCD821}" destId="{4413368B-ACCA-469B-9D0E-1FEFC4075FB0}" srcOrd="0" destOrd="0" presId="urn:microsoft.com/office/officeart/2005/8/layout/hProcess7"/>
    <dgm:cxn modelId="{E3C0C693-FBE4-4933-9AAF-BBFF7FD56F57}" type="presOf" srcId="{D264B8C8-0C74-4047-BC3D-D328ABB04B07}" destId="{27D5C2FA-66B3-4507-8DD9-0DFEBE9E49C4}" srcOrd="0" destOrd="0" presId="urn:microsoft.com/office/officeart/2005/8/layout/hProcess7"/>
    <dgm:cxn modelId="{953A2C7E-EEA8-4049-A35F-052E20640C8B}" type="presOf" srcId="{356B2B2C-7D9C-49B1-BFC5-C7B496EC2A8E}" destId="{545B6FF8-55C8-4464-AD34-37C6C75F354E}" srcOrd="0" destOrd="2" presId="urn:microsoft.com/office/officeart/2005/8/layout/hProcess7"/>
    <dgm:cxn modelId="{DB884937-1E09-49E0-BABE-97AC4679294D}" srcId="{E7E09A88-A855-416A-B17D-5608BAB5F968}" destId="{D264B8C8-0C74-4047-BC3D-D328ABB04B07}" srcOrd="0" destOrd="0" parTransId="{EFE8DCE1-CB9B-44C0-BE30-595BF1898A8E}" sibTransId="{E5F6790C-BCA3-4DEC-A52E-7D738F9F57BD}"/>
    <dgm:cxn modelId="{359B345D-1425-490E-BB65-B1A59577003D}" srcId="{E12051B9-F660-41FB-9BFB-187ECABCD821}" destId="{38988576-B0AA-4C1A-9619-43A386D2A929}" srcOrd="2" destOrd="0" parTransId="{AA48F846-FDF7-46B2-8E10-A63DA435194B}" sibTransId="{34707D83-AD15-4F83-B9C6-839F2BAB8772}"/>
    <dgm:cxn modelId="{C5F869C1-8FEF-4035-9EC3-FDF0092FF2C9}" srcId="{56D25664-E470-4423-B8A9-9B6E4F3E9501}" destId="{F754AD28-8B54-47D9-83F1-8D45F35B4A81}" srcOrd="0" destOrd="0" parTransId="{26AD8160-5FF5-41BE-AFAF-E29D66F0469B}" sibTransId="{BE9BECBC-F94F-4E2F-BDB2-93E8BAEBEFE7}"/>
    <dgm:cxn modelId="{0B11B754-B959-4B78-BAEF-D9371A33F7CA}" type="presOf" srcId="{38988576-B0AA-4C1A-9619-43A386D2A929}" destId="{7A9FE149-B78D-4591-8ED3-6FAE619303EF}" srcOrd="1" destOrd="0" presId="urn:microsoft.com/office/officeart/2005/8/layout/hProcess7"/>
    <dgm:cxn modelId="{BCC5D41E-E147-4754-96C7-DDA7B952D731}" type="presOf" srcId="{E7E09A88-A855-416A-B17D-5608BAB5F968}" destId="{84855266-605F-4E2F-859A-33AF21B4CC74}" srcOrd="1" destOrd="0" presId="urn:microsoft.com/office/officeart/2005/8/layout/hProcess7"/>
    <dgm:cxn modelId="{6B527E2D-B6DB-4F0B-B2B7-74AF3ECE0A1D}" srcId="{38988576-B0AA-4C1A-9619-43A386D2A929}" destId="{DEE63533-BD4D-4B79-B68E-B4A70374CE7F}" srcOrd="3" destOrd="0" parTransId="{653D28B0-A48B-4486-81B6-3B100BBD0284}" sibTransId="{11C883F7-AA4C-4FFC-B5AA-1A9C161E0A1F}"/>
    <dgm:cxn modelId="{65A3A2F1-3F04-4AC2-BCCA-BCDBD7580291}" type="presOf" srcId="{1783039C-F21C-45A8-A1D1-7C275C084E3D}" destId="{545B6FF8-55C8-4464-AD34-37C6C75F354E}" srcOrd="0" destOrd="0" presId="urn:microsoft.com/office/officeart/2005/8/layout/hProcess7"/>
    <dgm:cxn modelId="{020D161F-5869-4011-A055-3F9992C260AA}" type="presOf" srcId="{DEE63533-BD4D-4B79-B68E-B4A70374CE7F}" destId="{545B6FF8-55C8-4464-AD34-37C6C75F354E}" srcOrd="0" destOrd="3" presId="urn:microsoft.com/office/officeart/2005/8/layout/hProcess7"/>
    <dgm:cxn modelId="{955316F3-D59D-4E22-BAC5-4B54F7BE800A}" srcId="{E12051B9-F660-41FB-9BFB-187ECABCD821}" destId="{E7E09A88-A855-416A-B17D-5608BAB5F968}" srcOrd="1" destOrd="0" parTransId="{791A9365-62E9-4724-B5DD-36351582D82E}" sibTransId="{C2A5DE0A-7824-4E35-BB27-47DBE8541DB5}"/>
    <dgm:cxn modelId="{047E75F5-14DF-4E03-B345-44A376AB4053}" type="presParOf" srcId="{4413368B-ACCA-469B-9D0E-1FEFC4075FB0}" destId="{8E1BCC0E-B989-4435-8915-645304C71A64}" srcOrd="0" destOrd="0" presId="urn:microsoft.com/office/officeart/2005/8/layout/hProcess7"/>
    <dgm:cxn modelId="{84496708-397A-45A1-8666-F66D96567879}" type="presParOf" srcId="{8E1BCC0E-B989-4435-8915-645304C71A64}" destId="{5EE1D2E5-E13B-4FA3-A68E-FA18C8AD1A1A}" srcOrd="0" destOrd="0" presId="urn:microsoft.com/office/officeart/2005/8/layout/hProcess7"/>
    <dgm:cxn modelId="{D5DA8B7E-474D-4ECA-AFB2-C17EB9629821}" type="presParOf" srcId="{8E1BCC0E-B989-4435-8915-645304C71A64}" destId="{1F2FC209-C6F9-4BD8-BE18-C50B50281548}" srcOrd="1" destOrd="0" presId="urn:microsoft.com/office/officeart/2005/8/layout/hProcess7"/>
    <dgm:cxn modelId="{5881470E-71CC-4FE5-8B81-5387C17DE8B7}" type="presParOf" srcId="{8E1BCC0E-B989-4435-8915-645304C71A64}" destId="{0F07502A-98A4-4880-9779-27EA2BEB6F02}" srcOrd="2" destOrd="0" presId="urn:microsoft.com/office/officeart/2005/8/layout/hProcess7"/>
    <dgm:cxn modelId="{19F48893-B87F-477D-9114-16E7270DAC21}" type="presParOf" srcId="{4413368B-ACCA-469B-9D0E-1FEFC4075FB0}" destId="{13ACBB4E-2F0C-4773-92A7-F091255EA962}" srcOrd="1" destOrd="0" presId="urn:microsoft.com/office/officeart/2005/8/layout/hProcess7"/>
    <dgm:cxn modelId="{CFE85534-9B3E-4887-A6B9-C9D7B7B97A63}" type="presParOf" srcId="{4413368B-ACCA-469B-9D0E-1FEFC4075FB0}" destId="{BAD87237-2D53-4DFC-BA2E-02EC39493885}" srcOrd="2" destOrd="0" presId="urn:microsoft.com/office/officeart/2005/8/layout/hProcess7"/>
    <dgm:cxn modelId="{0E9BA635-4163-4A07-B8D4-9CD95D1B25C8}" type="presParOf" srcId="{BAD87237-2D53-4DFC-BA2E-02EC39493885}" destId="{221F174E-2568-4C2B-B98A-B21C733FC119}" srcOrd="0" destOrd="0" presId="urn:microsoft.com/office/officeart/2005/8/layout/hProcess7"/>
    <dgm:cxn modelId="{E3B7D8E0-7C86-4F14-83BF-6E3DC413556E}" type="presParOf" srcId="{BAD87237-2D53-4DFC-BA2E-02EC39493885}" destId="{45668240-D897-4FC1-8421-6DD785B65040}" srcOrd="1" destOrd="0" presId="urn:microsoft.com/office/officeart/2005/8/layout/hProcess7"/>
    <dgm:cxn modelId="{23F1BEAE-707B-40FD-9DAE-731C98BFA817}" type="presParOf" srcId="{BAD87237-2D53-4DFC-BA2E-02EC39493885}" destId="{50ECFA14-9F36-4C35-911C-A780FF037D2C}" srcOrd="2" destOrd="0" presId="urn:microsoft.com/office/officeart/2005/8/layout/hProcess7"/>
    <dgm:cxn modelId="{0F770AF4-0C4D-4B72-BFFC-BB8A73182AE1}" type="presParOf" srcId="{4413368B-ACCA-469B-9D0E-1FEFC4075FB0}" destId="{B0CEB5DD-B27E-454F-A39C-A559A187214D}" srcOrd="3" destOrd="0" presId="urn:microsoft.com/office/officeart/2005/8/layout/hProcess7"/>
    <dgm:cxn modelId="{026F994F-34D6-47E6-B891-A3003771F34D}" type="presParOf" srcId="{4413368B-ACCA-469B-9D0E-1FEFC4075FB0}" destId="{4BB7D377-EFD6-4B5D-AFC7-E199B4378248}" srcOrd="4" destOrd="0" presId="urn:microsoft.com/office/officeart/2005/8/layout/hProcess7"/>
    <dgm:cxn modelId="{6C124ADD-BED6-4166-89B2-369A88BA2FD0}" type="presParOf" srcId="{4BB7D377-EFD6-4B5D-AFC7-E199B4378248}" destId="{63E694CA-EB8A-49E7-8F7E-40E9648E8D50}" srcOrd="0" destOrd="0" presId="urn:microsoft.com/office/officeart/2005/8/layout/hProcess7"/>
    <dgm:cxn modelId="{7864850B-2041-4D5C-9750-5978EEC7C2DB}" type="presParOf" srcId="{4BB7D377-EFD6-4B5D-AFC7-E199B4378248}" destId="{84855266-605F-4E2F-859A-33AF21B4CC74}" srcOrd="1" destOrd="0" presId="urn:microsoft.com/office/officeart/2005/8/layout/hProcess7"/>
    <dgm:cxn modelId="{C7182FA5-E998-4E39-8BEE-6DCCAC729E0A}" type="presParOf" srcId="{4BB7D377-EFD6-4B5D-AFC7-E199B4378248}" destId="{27D5C2FA-66B3-4507-8DD9-0DFEBE9E49C4}" srcOrd="2" destOrd="0" presId="urn:microsoft.com/office/officeart/2005/8/layout/hProcess7"/>
    <dgm:cxn modelId="{7DAD92AB-4255-4613-9208-7F2517E61230}" type="presParOf" srcId="{4413368B-ACCA-469B-9D0E-1FEFC4075FB0}" destId="{AE508BEB-62F7-4273-AFD9-13F02568DD39}" srcOrd="5" destOrd="0" presId="urn:microsoft.com/office/officeart/2005/8/layout/hProcess7"/>
    <dgm:cxn modelId="{74FA5D76-09A6-4F96-A0AE-9F878160B2A2}" type="presParOf" srcId="{4413368B-ACCA-469B-9D0E-1FEFC4075FB0}" destId="{20A68127-C095-4D4D-B36C-96BA54B85DB0}" srcOrd="6" destOrd="0" presId="urn:microsoft.com/office/officeart/2005/8/layout/hProcess7"/>
    <dgm:cxn modelId="{A46C92F7-C2D2-4086-A8F8-FA792EB0492A}" type="presParOf" srcId="{20A68127-C095-4D4D-B36C-96BA54B85DB0}" destId="{00D4E5B4-15FE-4223-8CF1-EADD9A7F1E52}" srcOrd="0" destOrd="0" presId="urn:microsoft.com/office/officeart/2005/8/layout/hProcess7"/>
    <dgm:cxn modelId="{E6BA3992-E6AC-4E4C-98DF-8DCA4A27679A}" type="presParOf" srcId="{20A68127-C095-4D4D-B36C-96BA54B85DB0}" destId="{0B1D8E78-2B68-4C5D-9329-AB01D008FC04}" srcOrd="1" destOrd="0" presId="urn:microsoft.com/office/officeart/2005/8/layout/hProcess7"/>
    <dgm:cxn modelId="{7DA1A96F-F0C1-483B-9AFB-B006689E6441}" type="presParOf" srcId="{20A68127-C095-4D4D-B36C-96BA54B85DB0}" destId="{E447F79B-3147-4AFA-97C4-CCAE6DBFF058}" srcOrd="2" destOrd="0" presId="urn:microsoft.com/office/officeart/2005/8/layout/hProcess7"/>
    <dgm:cxn modelId="{C887B82D-41D4-46F3-8E05-39148A37DC08}" type="presParOf" srcId="{4413368B-ACCA-469B-9D0E-1FEFC4075FB0}" destId="{EAB02694-BB77-4688-815D-9FF6A75A2E23}" srcOrd="7" destOrd="0" presId="urn:microsoft.com/office/officeart/2005/8/layout/hProcess7"/>
    <dgm:cxn modelId="{8646409F-70F8-46A2-93C3-919D9B5357B8}" type="presParOf" srcId="{4413368B-ACCA-469B-9D0E-1FEFC4075FB0}" destId="{897A3698-2D97-4DDC-95D9-A0BDC45706A4}" srcOrd="8" destOrd="0" presId="urn:microsoft.com/office/officeart/2005/8/layout/hProcess7"/>
    <dgm:cxn modelId="{C39FA0A0-A8DE-401F-938B-F37252B60B29}" type="presParOf" srcId="{897A3698-2D97-4DDC-95D9-A0BDC45706A4}" destId="{89F889ED-FCCD-445E-BB3B-3F65B70521C8}" srcOrd="0" destOrd="0" presId="urn:microsoft.com/office/officeart/2005/8/layout/hProcess7"/>
    <dgm:cxn modelId="{4D665EB1-5EBC-498B-9AA3-270ED234793C}" type="presParOf" srcId="{897A3698-2D97-4DDC-95D9-A0BDC45706A4}" destId="{7A9FE149-B78D-4591-8ED3-6FAE619303EF}" srcOrd="1" destOrd="0" presId="urn:microsoft.com/office/officeart/2005/8/layout/hProcess7"/>
    <dgm:cxn modelId="{5EF2FE7C-EE0E-4B1E-84BA-ECF5B52EE3A6}" type="presParOf" srcId="{897A3698-2D97-4DDC-95D9-A0BDC45706A4}" destId="{545B6FF8-55C8-4464-AD34-37C6C75F354E}" srcOrd="2" destOrd="0" presId="urn:microsoft.com/office/officeart/2005/8/layout/hProcess7"/>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6.xml><?xml version="1.0" encoding="utf-8"?>
<dgm:dataModel xmlns:dgm="http://schemas.openxmlformats.org/drawingml/2006/diagram" xmlns:a="http://schemas.openxmlformats.org/drawingml/2006/main">
  <dgm:ptLst>
    <dgm:pt modelId="{E12051B9-F660-41FB-9BFB-187ECABCD821}" type="doc">
      <dgm:prSet loTypeId="urn:microsoft.com/office/officeart/2005/8/layout/hProcess7" loCatId="list" qsTypeId="urn:microsoft.com/office/officeart/2005/8/quickstyle/simple1" qsCatId="simple" csTypeId="urn:microsoft.com/office/officeart/2005/8/colors/colorful1" csCatId="colorful" phldr="1"/>
      <dgm:spPr/>
      <dgm:t>
        <a:bodyPr/>
        <a:lstStyle/>
        <a:p>
          <a:endParaRPr lang="en-US"/>
        </a:p>
      </dgm:t>
    </dgm:pt>
    <dgm:pt modelId="{56D25664-E470-4423-B8A9-9B6E4F3E9501}">
      <dgm:prSet phldrT="[Text]" custT="1"/>
      <dgm:spPr/>
      <dgm:t>
        <a:bodyPr/>
        <a:lstStyle/>
        <a:p>
          <a:r>
            <a:rPr lang="en-US" sz="1800" b="1" u="sng" dirty="0" smtClean="0"/>
            <a:t>Construct</a:t>
          </a:r>
          <a:endParaRPr lang="en-US" sz="1800" b="1" u="sng" dirty="0"/>
        </a:p>
      </dgm:t>
    </dgm:pt>
    <dgm:pt modelId="{AE225F17-CB4A-4698-895E-495209A24EDD}" type="parTrans" cxnId="{874CAB56-E993-4BA7-B073-DD6F211AB452}">
      <dgm:prSet/>
      <dgm:spPr/>
      <dgm:t>
        <a:bodyPr/>
        <a:lstStyle/>
        <a:p>
          <a:endParaRPr lang="en-US"/>
        </a:p>
      </dgm:t>
    </dgm:pt>
    <dgm:pt modelId="{0513D618-905F-43E6-8DF3-0764A99732D8}" type="sibTrans" cxnId="{874CAB56-E993-4BA7-B073-DD6F211AB452}">
      <dgm:prSet/>
      <dgm:spPr/>
      <dgm:t>
        <a:bodyPr/>
        <a:lstStyle/>
        <a:p>
          <a:endParaRPr lang="en-US"/>
        </a:p>
      </dgm:t>
    </dgm:pt>
    <dgm:pt modelId="{F754AD28-8B54-47D9-83F1-8D45F35B4A81}">
      <dgm:prSet phldrT="[Text]" custT="1"/>
      <dgm:spPr/>
      <dgm:t>
        <a:bodyPr/>
        <a:lstStyle/>
        <a:p>
          <a:r>
            <a:rPr lang="en-US" sz="3200" dirty="0" smtClean="0"/>
            <a:t>Institution Size</a:t>
          </a:r>
          <a:endParaRPr lang="en-US" sz="3200" dirty="0"/>
        </a:p>
      </dgm:t>
    </dgm:pt>
    <dgm:pt modelId="{26AD8160-5FF5-41BE-AFAF-E29D66F0469B}" type="parTrans" cxnId="{C5F869C1-8FEF-4035-9EC3-FDF0092FF2C9}">
      <dgm:prSet/>
      <dgm:spPr/>
      <dgm:t>
        <a:bodyPr/>
        <a:lstStyle/>
        <a:p>
          <a:endParaRPr lang="en-US"/>
        </a:p>
      </dgm:t>
    </dgm:pt>
    <dgm:pt modelId="{BE9BECBC-F94F-4E2F-BDB2-93E8BAEBEFE7}" type="sibTrans" cxnId="{C5F869C1-8FEF-4035-9EC3-FDF0092FF2C9}">
      <dgm:prSet/>
      <dgm:spPr/>
      <dgm:t>
        <a:bodyPr/>
        <a:lstStyle/>
        <a:p>
          <a:endParaRPr lang="en-US"/>
        </a:p>
      </dgm:t>
    </dgm:pt>
    <dgm:pt modelId="{E7E09A88-A855-416A-B17D-5608BAB5F968}">
      <dgm:prSet phldrT="[Text]" custT="1"/>
      <dgm:spPr/>
      <dgm:t>
        <a:bodyPr/>
        <a:lstStyle/>
        <a:p>
          <a:r>
            <a:rPr lang="en-US" sz="1800" b="1" u="sng" dirty="0" smtClean="0"/>
            <a:t>Operationalization</a:t>
          </a:r>
          <a:endParaRPr lang="en-US" sz="1800" b="1" u="sng" dirty="0"/>
        </a:p>
      </dgm:t>
    </dgm:pt>
    <dgm:pt modelId="{791A9365-62E9-4724-B5DD-36351582D82E}" type="parTrans" cxnId="{955316F3-D59D-4E22-BAC5-4B54F7BE800A}">
      <dgm:prSet/>
      <dgm:spPr/>
      <dgm:t>
        <a:bodyPr/>
        <a:lstStyle/>
        <a:p>
          <a:endParaRPr lang="en-US"/>
        </a:p>
      </dgm:t>
    </dgm:pt>
    <dgm:pt modelId="{C2A5DE0A-7824-4E35-BB27-47DBE8541DB5}" type="sibTrans" cxnId="{955316F3-D59D-4E22-BAC5-4B54F7BE800A}">
      <dgm:prSet/>
      <dgm:spPr/>
      <dgm:t>
        <a:bodyPr/>
        <a:lstStyle/>
        <a:p>
          <a:endParaRPr lang="en-US"/>
        </a:p>
      </dgm:t>
    </dgm:pt>
    <dgm:pt modelId="{D264B8C8-0C74-4047-BC3D-D328ABB04B07}">
      <dgm:prSet phldrT="[Text]" custT="1"/>
      <dgm:spPr/>
      <dgm:t>
        <a:bodyPr/>
        <a:lstStyle/>
        <a:p>
          <a:r>
            <a:rPr lang="en-US" sz="1800" dirty="0" smtClean="0"/>
            <a:t>The total amount of R&amp;D expenditures in calendar year 2010 for the institution listed as the primary award recipient.</a:t>
          </a:r>
          <a:endParaRPr lang="en-US" sz="1800" dirty="0"/>
        </a:p>
      </dgm:t>
    </dgm:pt>
    <dgm:pt modelId="{EFE8DCE1-CB9B-44C0-BE30-595BF1898A8E}" type="parTrans" cxnId="{DB884937-1E09-49E0-BABE-97AC4679294D}">
      <dgm:prSet/>
      <dgm:spPr/>
      <dgm:t>
        <a:bodyPr/>
        <a:lstStyle/>
        <a:p>
          <a:endParaRPr lang="en-US"/>
        </a:p>
      </dgm:t>
    </dgm:pt>
    <dgm:pt modelId="{E5F6790C-BCA3-4DEC-A52E-7D738F9F57BD}" type="sibTrans" cxnId="{DB884937-1E09-49E0-BABE-97AC4679294D}">
      <dgm:prSet/>
      <dgm:spPr/>
      <dgm:t>
        <a:bodyPr/>
        <a:lstStyle/>
        <a:p>
          <a:endParaRPr lang="en-US"/>
        </a:p>
      </dgm:t>
    </dgm:pt>
    <dgm:pt modelId="{38988576-B0AA-4C1A-9619-43A386D2A929}">
      <dgm:prSet phldrT="[Text]" custT="1"/>
      <dgm:spPr/>
      <dgm:t>
        <a:bodyPr/>
        <a:lstStyle/>
        <a:p>
          <a:r>
            <a:rPr lang="en-US" sz="1800" b="1" u="sng" dirty="0" smtClean="0"/>
            <a:t>Indicators</a:t>
          </a:r>
          <a:endParaRPr lang="en-US" sz="1800" b="1" u="sng" dirty="0"/>
        </a:p>
      </dgm:t>
    </dgm:pt>
    <dgm:pt modelId="{AA48F846-FDF7-46B2-8E10-A63DA435194B}" type="parTrans" cxnId="{359B345D-1425-490E-BB65-B1A59577003D}">
      <dgm:prSet/>
      <dgm:spPr/>
      <dgm:t>
        <a:bodyPr/>
        <a:lstStyle/>
        <a:p>
          <a:endParaRPr lang="en-US"/>
        </a:p>
      </dgm:t>
    </dgm:pt>
    <dgm:pt modelId="{34707D83-AD15-4F83-B9C6-839F2BAB8772}" type="sibTrans" cxnId="{359B345D-1425-490E-BB65-B1A59577003D}">
      <dgm:prSet/>
      <dgm:spPr/>
      <dgm:t>
        <a:bodyPr/>
        <a:lstStyle/>
        <a:p>
          <a:endParaRPr lang="en-US"/>
        </a:p>
      </dgm:t>
    </dgm:pt>
    <dgm:pt modelId="{51D06665-6AE9-4C70-9F48-E4ECE1C95B61}">
      <dgm:prSet phldrT="[Text]" custT="1"/>
      <dgm:spPr/>
      <dgm:t>
        <a:bodyPr/>
        <a:lstStyle/>
        <a:p>
          <a:r>
            <a:rPr lang="en-US" sz="1800" dirty="0" smtClean="0"/>
            <a:t>NSF rankings by total R&amp;D expenditures</a:t>
          </a:r>
          <a:endParaRPr lang="en-US" sz="1800" dirty="0"/>
        </a:p>
      </dgm:t>
    </dgm:pt>
    <dgm:pt modelId="{BC6658AF-E715-4815-AC1B-0DD51898A3B7}" type="parTrans" cxnId="{A25E250F-43F0-473D-B6E3-78140108F712}">
      <dgm:prSet/>
      <dgm:spPr/>
      <dgm:t>
        <a:bodyPr/>
        <a:lstStyle/>
        <a:p>
          <a:endParaRPr lang="en-US"/>
        </a:p>
      </dgm:t>
    </dgm:pt>
    <dgm:pt modelId="{09D78DBC-6656-4AAA-9691-009DC940D8C3}" type="sibTrans" cxnId="{A25E250F-43F0-473D-B6E3-78140108F712}">
      <dgm:prSet/>
      <dgm:spPr/>
      <dgm:t>
        <a:bodyPr/>
        <a:lstStyle/>
        <a:p>
          <a:endParaRPr lang="en-US"/>
        </a:p>
      </dgm:t>
    </dgm:pt>
    <dgm:pt modelId="{4413368B-ACCA-469B-9D0E-1FEFC4075FB0}" type="pres">
      <dgm:prSet presAssocID="{E12051B9-F660-41FB-9BFB-187ECABCD821}" presName="Name0" presStyleCnt="0">
        <dgm:presLayoutVars>
          <dgm:dir/>
          <dgm:animLvl val="lvl"/>
          <dgm:resizeHandles val="exact"/>
        </dgm:presLayoutVars>
      </dgm:prSet>
      <dgm:spPr/>
      <dgm:t>
        <a:bodyPr/>
        <a:lstStyle/>
        <a:p>
          <a:endParaRPr lang="en-US"/>
        </a:p>
      </dgm:t>
    </dgm:pt>
    <dgm:pt modelId="{8E1BCC0E-B989-4435-8915-645304C71A64}" type="pres">
      <dgm:prSet presAssocID="{56D25664-E470-4423-B8A9-9B6E4F3E9501}" presName="compositeNode" presStyleCnt="0">
        <dgm:presLayoutVars>
          <dgm:bulletEnabled val="1"/>
        </dgm:presLayoutVars>
      </dgm:prSet>
      <dgm:spPr/>
    </dgm:pt>
    <dgm:pt modelId="{5EE1D2E5-E13B-4FA3-A68E-FA18C8AD1A1A}" type="pres">
      <dgm:prSet presAssocID="{56D25664-E470-4423-B8A9-9B6E4F3E9501}" presName="bgRect" presStyleLbl="node1" presStyleIdx="0" presStyleCnt="3"/>
      <dgm:spPr/>
      <dgm:t>
        <a:bodyPr/>
        <a:lstStyle/>
        <a:p>
          <a:endParaRPr lang="en-US"/>
        </a:p>
      </dgm:t>
    </dgm:pt>
    <dgm:pt modelId="{1F2FC209-C6F9-4BD8-BE18-C50B50281548}" type="pres">
      <dgm:prSet presAssocID="{56D25664-E470-4423-B8A9-9B6E4F3E9501}" presName="parentNode" presStyleLbl="node1" presStyleIdx="0" presStyleCnt="3">
        <dgm:presLayoutVars>
          <dgm:chMax val="0"/>
          <dgm:bulletEnabled val="1"/>
        </dgm:presLayoutVars>
      </dgm:prSet>
      <dgm:spPr/>
      <dgm:t>
        <a:bodyPr/>
        <a:lstStyle/>
        <a:p>
          <a:endParaRPr lang="en-US"/>
        </a:p>
      </dgm:t>
    </dgm:pt>
    <dgm:pt modelId="{0F07502A-98A4-4880-9779-27EA2BEB6F02}" type="pres">
      <dgm:prSet presAssocID="{56D25664-E470-4423-B8A9-9B6E4F3E9501}" presName="childNode" presStyleLbl="node1" presStyleIdx="0" presStyleCnt="3">
        <dgm:presLayoutVars>
          <dgm:bulletEnabled val="1"/>
        </dgm:presLayoutVars>
      </dgm:prSet>
      <dgm:spPr/>
      <dgm:t>
        <a:bodyPr/>
        <a:lstStyle/>
        <a:p>
          <a:endParaRPr lang="en-US"/>
        </a:p>
      </dgm:t>
    </dgm:pt>
    <dgm:pt modelId="{13ACBB4E-2F0C-4773-92A7-F091255EA962}" type="pres">
      <dgm:prSet presAssocID="{0513D618-905F-43E6-8DF3-0764A99732D8}" presName="hSp" presStyleCnt="0"/>
      <dgm:spPr/>
    </dgm:pt>
    <dgm:pt modelId="{BAD87237-2D53-4DFC-BA2E-02EC39493885}" type="pres">
      <dgm:prSet presAssocID="{0513D618-905F-43E6-8DF3-0764A99732D8}" presName="vProcSp" presStyleCnt="0"/>
      <dgm:spPr/>
    </dgm:pt>
    <dgm:pt modelId="{221F174E-2568-4C2B-B98A-B21C733FC119}" type="pres">
      <dgm:prSet presAssocID="{0513D618-905F-43E6-8DF3-0764A99732D8}" presName="vSp1" presStyleCnt="0"/>
      <dgm:spPr/>
    </dgm:pt>
    <dgm:pt modelId="{45668240-D897-4FC1-8421-6DD785B65040}" type="pres">
      <dgm:prSet presAssocID="{0513D618-905F-43E6-8DF3-0764A99732D8}" presName="simulatedConn" presStyleLbl="solidFgAcc1" presStyleIdx="0" presStyleCnt="2"/>
      <dgm:spPr/>
    </dgm:pt>
    <dgm:pt modelId="{50ECFA14-9F36-4C35-911C-A780FF037D2C}" type="pres">
      <dgm:prSet presAssocID="{0513D618-905F-43E6-8DF3-0764A99732D8}" presName="vSp2" presStyleCnt="0"/>
      <dgm:spPr/>
    </dgm:pt>
    <dgm:pt modelId="{B0CEB5DD-B27E-454F-A39C-A559A187214D}" type="pres">
      <dgm:prSet presAssocID="{0513D618-905F-43E6-8DF3-0764A99732D8}" presName="sibTrans" presStyleCnt="0"/>
      <dgm:spPr/>
    </dgm:pt>
    <dgm:pt modelId="{4BB7D377-EFD6-4B5D-AFC7-E199B4378248}" type="pres">
      <dgm:prSet presAssocID="{E7E09A88-A855-416A-B17D-5608BAB5F968}" presName="compositeNode" presStyleCnt="0">
        <dgm:presLayoutVars>
          <dgm:bulletEnabled val="1"/>
        </dgm:presLayoutVars>
      </dgm:prSet>
      <dgm:spPr/>
    </dgm:pt>
    <dgm:pt modelId="{63E694CA-EB8A-49E7-8F7E-40E9648E8D50}" type="pres">
      <dgm:prSet presAssocID="{E7E09A88-A855-416A-B17D-5608BAB5F968}" presName="bgRect" presStyleLbl="node1" presStyleIdx="1" presStyleCnt="3"/>
      <dgm:spPr/>
      <dgm:t>
        <a:bodyPr/>
        <a:lstStyle/>
        <a:p>
          <a:endParaRPr lang="en-US"/>
        </a:p>
      </dgm:t>
    </dgm:pt>
    <dgm:pt modelId="{84855266-605F-4E2F-859A-33AF21B4CC74}" type="pres">
      <dgm:prSet presAssocID="{E7E09A88-A855-416A-B17D-5608BAB5F968}" presName="parentNode" presStyleLbl="node1" presStyleIdx="1" presStyleCnt="3">
        <dgm:presLayoutVars>
          <dgm:chMax val="0"/>
          <dgm:bulletEnabled val="1"/>
        </dgm:presLayoutVars>
      </dgm:prSet>
      <dgm:spPr/>
      <dgm:t>
        <a:bodyPr/>
        <a:lstStyle/>
        <a:p>
          <a:endParaRPr lang="en-US"/>
        </a:p>
      </dgm:t>
    </dgm:pt>
    <dgm:pt modelId="{27D5C2FA-66B3-4507-8DD9-0DFEBE9E49C4}" type="pres">
      <dgm:prSet presAssocID="{E7E09A88-A855-416A-B17D-5608BAB5F968}" presName="childNode" presStyleLbl="node1" presStyleIdx="1" presStyleCnt="3">
        <dgm:presLayoutVars>
          <dgm:bulletEnabled val="1"/>
        </dgm:presLayoutVars>
      </dgm:prSet>
      <dgm:spPr/>
      <dgm:t>
        <a:bodyPr/>
        <a:lstStyle/>
        <a:p>
          <a:endParaRPr lang="en-US"/>
        </a:p>
      </dgm:t>
    </dgm:pt>
    <dgm:pt modelId="{AE508BEB-62F7-4273-AFD9-13F02568DD39}" type="pres">
      <dgm:prSet presAssocID="{C2A5DE0A-7824-4E35-BB27-47DBE8541DB5}" presName="hSp" presStyleCnt="0"/>
      <dgm:spPr/>
    </dgm:pt>
    <dgm:pt modelId="{20A68127-C095-4D4D-B36C-96BA54B85DB0}" type="pres">
      <dgm:prSet presAssocID="{C2A5DE0A-7824-4E35-BB27-47DBE8541DB5}" presName="vProcSp" presStyleCnt="0"/>
      <dgm:spPr/>
    </dgm:pt>
    <dgm:pt modelId="{00D4E5B4-15FE-4223-8CF1-EADD9A7F1E52}" type="pres">
      <dgm:prSet presAssocID="{C2A5DE0A-7824-4E35-BB27-47DBE8541DB5}" presName="vSp1" presStyleCnt="0"/>
      <dgm:spPr/>
    </dgm:pt>
    <dgm:pt modelId="{0B1D8E78-2B68-4C5D-9329-AB01D008FC04}" type="pres">
      <dgm:prSet presAssocID="{C2A5DE0A-7824-4E35-BB27-47DBE8541DB5}" presName="simulatedConn" presStyleLbl="solidFgAcc1" presStyleIdx="1" presStyleCnt="2"/>
      <dgm:spPr/>
    </dgm:pt>
    <dgm:pt modelId="{E447F79B-3147-4AFA-97C4-CCAE6DBFF058}" type="pres">
      <dgm:prSet presAssocID="{C2A5DE0A-7824-4E35-BB27-47DBE8541DB5}" presName="vSp2" presStyleCnt="0"/>
      <dgm:spPr/>
    </dgm:pt>
    <dgm:pt modelId="{EAB02694-BB77-4688-815D-9FF6A75A2E23}" type="pres">
      <dgm:prSet presAssocID="{C2A5DE0A-7824-4E35-BB27-47DBE8541DB5}" presName="sibTrans" presStyleCnt="0"/>
      <dgm:spPr/>
    </dgm:pt>
    <dgm:pt modelId="{897A3698-2D97-4DDC-95D9-A0BDC45706A4}" type="pres">
      <dgm:prSet presAssocID="{38988576-B0AA-4C1A-9619-43A386D2A929}" presName="compositeNode" presStyleCnt="0">
        <dgm:presLayoutVars>
          <dgm:bulletEnabled val="1"/>
        </dgm:presLayoutVars>
      </dgm:prSet>
      <dgm:spPr/>
    </dgm:pt>
    <dgm:pt modelId="{89F889ED-FCCD-445E-BB3B-3F65B70521C8}" type="pres">
      <dgm:prSet presAssocID="{38988576-B0AA-4C1A-9619-43A386D2A929}" presName="bgRect" presStyleLbl="node1" presStyleIdx="2" presStyleCnt="3"/>
      <dgm:spPr/>
      <dgm:t>
        <a:bodyPr/>
        <a:lstStyle/>
        <a:p>
          <a:endParaRPr lang="en-US"/>
        </a:p>
      </dgm:t>
    </dgm:pt>
    <dgm:pt modelId="{7A9FE149-B78D-4591-8ED3-6FAE619303EF}" type="pres">
      <dgm:prSet presAssocID="{38988576-B0AA-4C1A-9619-43A386D2A929}" presName="parentNode" presStyleLbl="node1" presStyleIdx="2" presStyleCnt="3">
        <dgm:presLayoutVars>
          <dgm:chMax val="0"/>
          <dgm:bulletEnabled val="1"/>
        </dgm:presLayoutVars>
      </dgm:prSet>
      <dgm:spPr/>
      <dgm:t>
        <a:bodyPr/>
        <a:lstStyle/>
        <a:p>
          <a:endParaRPr lang="en-US"/>
        </a:p>
      </dgm:t>
    </dgm:pt>
    <dgm:pt modelId="{545B6FF8-55C8-4464-AD34-37C6C75F354E}" type="pres">
      <dgm:prSet presAssocID="{38988576-B0AA-4C1A-9619-43A386D2A929}" presName="childNode" presStyleLbl="node1" presStyleIdx="2" presStyleCnt="3">
        <dgm:presLayoutVars>
          <dgm:bulletEnabled val="1"/>
        </dgm:presLayoutVars>
      </dgm:prSet>
      <dgm:spPr/>
      <dgm:t>
        <a:bodyPr/>
        <a:lstStyle/>
        <a:p>
          <a:endParaRPr lang="en-US"/>
        </a:p>
      </dgm:t>
    </dgm:pt>
  </dgm:ptLst>
  <dgm:cxnLst>
    <dgm:cxn modelId="{874CAB56-E993-4BA7-B073-DD6F211AB452}" srcId="{E12051B9-F660-41FB-9BFB-187ECABCD821}" destId="{56D25664-E470-4423-B8A9-9B6E4F3E9501}" srcOrd="0" destOrd="0" parTransId="{AE225F17-CB4A-4698-895E-495209A24EDD}" sibTransId="{0513D618-905F-43E6-8DF3-0764A99732D8}"/>
    <dgm:cxn modelId="{C5F869C1-8FEF-4035-9EC3-FDF0092FF2C9}" srcId="{56D25664-E470-4423-B8A9-9B6E4F3E9501}" destId="{F754AD28-8B54-47D9-83F1-8D45F35B4A81}" srcOrd="0" destOrd="0" parTransId="{26AD8160-5FF5-41BE-AFAF-E29D66F0469B}" sibTransId="{BE9BECBC-F94F-4E2F-BDB2-93E8BAEBEFE7}"/>
    <dgm:cxn modelId="{A25E250F-43F0-473D-B6E3-78140108F712}" srcId="{38988576-B0AA-4C1A-9619-43A386D2A929}" destId="{51D06665-6AE9-4C70-9F48-E4ECE1C95B61}" srcOrd="0" destOrd="0" parTransId="{BC6658AF-E715-4815-AC1B-0DD51898A3B7}" sibTransId="{09D78DBC-6656-4AAA-9691-009DC940D8C3}"/>
    <dgm:cxn modelId="{359B345D-1425-490E-BB65-B1A59577003D}" srcId="{E12051B9-F660-41FB-9BFB-187ECABCD821}" destId="{38988576-B0AA-4C1A-9619-43A386D2A929}" srcOrd="2" destOrd="0" parTransId="{AA48F846-FDF7-46B2-8E10-A63DA435194B}" sibTransId="{34707D83-AD15-4F83-B9C6-839F2BAB8772}"/>
    <dgm:cxn modelId="{7E13BE27-EC82-4296-BA31-33362F9EE968}" type="presOf" srcId="{D264B8C8-0C74-4047-BC3D-D328ABB04B07}" destId="{27D5C2FA-66B3-4507-8DD9-0DFEBE9E49C4}" srcOrd="0" destOrd="0" presId="urn:microsoft.com/office/officeart/2005/8/layout/hProcess7"/>
    <dgm:cxn modelId="{F4E8FD56-8A34-4AB5-B627-E22283C68788}" type="presOf" srcId="{56D25664-E470-4423-B8A9-9B6E4F3E9501}" destId="{5EE1D2E5-E13B-4FA3-A68E-FA18C8AD1A1A}" srcOrd="0" destOrd="0" presId="urn:microsoft.com/office/officeart/2005/8/layout/hProcess7"/>
    <dgm:cxn modelId="{053D08DC-65BC-4A7C-907A-C2E33B46D76A}" type="presOf" srcId="{F754AD28-8B54-47D9-83F1-8D45F35B4A81}" destId="{0F07502A-98A4-4880-9779-27EA2BEB6F02}" srcOrd="0" destOrd="0" presId="urn:microsoft.com/office/officeart/2005/8/layout/hProcess7"/>
    <dgm:cxn modelId="{0E97845F-D49C-4120-9B6F-213CAD853D58}" type="presOf" srcId="{E7E09A88-A855-416A-B17D-5608BAB5F968}" destId="{63E694CA-EB8A-49E7-8F7E-40E9648E8D50}" srcOrd="0" destOrd="0" presId="urn:microsoft.com/office/officeart/2005/8/layout/hProcess7"/>
    <dgm:cxn modelId="{2863AF7E-5FBC-44D8-93E2-215AD71F79F5}" type="presOf" srcId="{E7E09A88-A855-416A-B17D-5608BAB5F968}" destId="{84855266-605F-4E2F-859A-33AF21B4CC74}" srcOrd="1" destOrd="0" presId="urn:microsoft.com/office/officeart/2005/8/layout/hProcess7"/>
    <dgm:cxn modelId="{955316F3-D59D-4E22-BAC5-4B54F7BE800A}" srcId="{E12051B9-F660-41FB-9BFB-187ECABCD821}" destId="{E7E09A88-A855-416A-B17D-5608BAB5F968}" srcOrd="1" destOrd="0" parTransId="{791A9365-62E9-4724-B5DD-36351582D82E}" sibTransId="{C2A5DE0A-7824-4E35-BB27-47DBE8541DB5}"/>
    <dgm:cxn modelId="{EC8699E5-DD84-4231-A8C2-B1578DBCA50D}" type="presOf" srcId="{38988576-B0AA-4C1A-9619-43A386D2A929}" destId="{7A9FE149-B78D-4591-8ED3-6FAE619303EF}" srcOrd="1" destOrd="0" presId="urn:microsoft.com/office/officeart/2005/8/layout/hProcess7"/>
    <dgm:cxn modelId="{7BC15925-B5D6-4143-A01F-8F69A1011AFB}" type="presOf" srcId="{E12051B9-F660-41FB-9BFB-187ECABCD821}" destId="{4413368B-ACCA-469B-9D0E-1FEFC4075FB0}" srcOrd="0" destOrd="0" presId="urn:microsoft.com/office/officeart/2005/8/layout/hProcess7"/>
    <dgm:cxn modelId="{DB884937-1E09-49E0-BABE-97AC4679294D}" srcId="{E7E09A88-A855-416A-B17D-5608BAB5F968}" destId="{D264B8C8-0C74-4047-BC3D-D328ABB04B07}" srcOrd="0" destOrd="0" parTransId="{EFE8DCE1-CB9B-44C0-BE30-595BF1898A8E}" sibTransId="{E5F6790C-BCA3-4DEC-A52E-7D738F9F57BD}"/>
    <dgm:cxn modelId="{CA2734DF-F729-423F-B3EE-2FFCEECD106A}" type="presOf" srcId="{38988576-B0AA-4C1A-9619-43A386D2A929}" destId="{89F889ED-FCCD-445E-BB3B-3F65B70521C8}" srcOrd="0" destOrd="0" presId="urn:microsoft.com/office/officeart/2005/8/layout/hProcess7"/>
    <dgm:cxn modelId="{A5CF2A37-1C8C-485A-833F-70A2959AAD34}" type="presOf" srcId="{56D25664-E470-4423-B8A9-9B6E4F3E9501}" destId="{1F2FC209-C6F9-4BD8-BE18-C50B50281548}" srcOrd="1" destOrd="0" presId="urn:microsoft.com/office/officeart/2005/8/layout/hProcess7"/>
    <dgm:cxn modelId="{749DCEC2-CF7F-4D63-A814-617022683023}" type="presOf" srcId="{51D06665-6AE9-4C70-9F48-E4ECE1C95B61}" destId="{545B6FF8-55C8-4464-AD34-37C6C75F354E}" srcOrd="0" destOrd="0" presId="urn:microsoft.com/office/officeart/2005/8/layout/hProcess7"/>
    <dgm:cxn modelId="{C3DC9E58-2D0C-400D-AF3E-CDA734F36B1F}" type="presParOf" srcId="{4413368B-ACCA-469B-9D0E-1FEFC4075FB0}" destId="{8E1BCC0E-B989-4435-8915-645304C71A64}" srcOrd="0" destOrd="0" presId="urn:microsoft.com/office/officeart/2005/8/layout/hProcess7"/>
    <dgm:cxn modelId="{DB58DF71-C6DD-406B-BF95-DD0C28E90A86}" type="presParOf" srcId="{8E1BCC0E-B989-4435-8915-645304C71A64}" destId="{5EE1D2E5-E13B-4FA3-A68E-FA18C8AD1A1A}" srcOrd="0" destOrd="0" presId="urn:microsoft.com/office/officeart/2005/8/layout/hProcess7"/>
    <dgm:cxn modelId="{1F79D22C-73EE-493E-878A-44392B146107}" type="presParOf" srcId="{8E1BCC0E-B989-4435-8915-645304C71A64}" destId="{1F2FC209-C6F9-4BD8-BE18-C50B50281548}" srcOrd="1" destOrd="0" presId="urn:microsoft.com/office/officeart/2005/8/layout/hProcess7"/>
    <dgm:cxn modelId="{F3976FD2-BA70-44E4-9B77-BF7040D65425}" type="presParOf" srcId="{8E1BCC0E-B989-4435-8915-645304C71A64}" destId="{0F07502A-98A4-4880-9779-27EA2BEB6F02}" srcOrd="2" destOrd="0" presId="urn:microsoft.com/office/officeart/2005/8/layout/hProcess7"/>
    <dgm:cxn modelId="{28DF47CA-1201-4FF8-B5A3-E6FD53D77960}" type="presParOf" srcId="{4413368B-ACCA-469B-9D0E-1FEFC4075FB0}" destId="{13ACBB4E-2F0C-4773-92A7-F091255EA962}" srcOrd="1" destOrd="0" presId="urn:microsoft.com/office/officeart/2005/8/layout/hProcess7"/>
    <dgm:cxn modelId="{9814B184-1782-49F6-BD63-99BC3CA5662A}" type="presParOf" srcId="{4413368B-ACCA-469B-9D0E-1FEFC4075FB0}" destId="{BAD87237-2D53-4DFC-BA2E-02EC39493885}" srcOrd="2" destOrd="0" presId="urn:microsoft.com/office/officeart/2005/8/layout/hProcess7"/>
    <dgm:cxn modelId="{9A189BF3-13EE-44F7-BF17-BB40A5EE7382}" type="presParOf" srcId="{BAD87237-2D53-4DFC-BA2E-02EC39493885}" destId="{221F174E-2568-4C2B-B98A-B21C733FC119}" srcOrd="0" destOrd="0" presId="urn:microsoft.com/office/officeart/2005/8/layout/hProcess7"/>
    <dgm:cxn modelId="{D53208DA-0B93-402C-B688-2409A18C7908}" type="presParOf" srcId="{BAD87237-2D53-4DFC-BA2E-02EC39493885}" destId="{45668240-D897-4FC1-8421-6DD785B65040}" srcOrd="1" destOrd="0" presId="urn:microsoft.com/office/officeart/2005/8/layout/hProcess7"/>
    <dgm:cxn modelId="{32DB8BA0-E908-46C3-A90E-0C926D639B8A}" type="presParOf" srcId="{BAD87237-2D53-4DFC-BA2E-02EC39493885}" destId="{50ECFA14-9F36-4C35-911C-A780FF037D2C}" srcOrd="2" destOrd="0" presId="urn:microsoft.com/office/officeart/2005/8/layout/hProcess7"/>
    <dgm:cxn modelId="{7C0A7C95-E1A9-4519-BBE9-F78ED9E5738A}" type="presParOf" srcId="{4413368B-ACCA-469B-9D0E-1FEFC4075FB0}" destId="{B0CEB5DD-B27E-454F-A39C-A559A187214D}" srcOrd="3" destOrd="0" presId="urn:microsoft.com/office/officeart/2005/8/layout/hProcess7"/>
    <dgm:cxn modelId="{B00A2DD9-D8BE-4ABA-AC11-A1970535E345}" type="presParOf" srcId="{4413368B-ACCA-469B-9D0E-1FEFC4075FB0}" destId="{4BB7D377-EFD6-4B5D-AFC7-E199B4378248}" srcOrd="4" destOrd="0" presId="urn:microsoft.com/office/officeart/2005/8/layout/hProcess7"/>
    <dgm:cxn modelId="{16AC73B1-D8AB-43E3-9FF8-D5ECC1F31D2A}" type="presParOf" srcId="{4BB7D377-EFD6-4B5D-AFC7-E199B4378248}" destId="{63E694CA-EB8A-49E7-8F7E-40E9648E8D50}" srcOrd="0" destOrd="0" presId="urn:microsoft.com/office/officeart/2005/8/layout/hProcess7"/>
    <dgm:cxn modelId="{31FCF834-25F1-43AE-A18E-A5011D1DD563}" type="presParOf" srcId="{4BB7D377-EFD6-4B5D-AFC7-E199B4378248}" destId="{84855266-605F-4E2F-859A-33AF21B4CC74}" srcOrd="1" destOrd="0" presId="urn:microsoft.com/office/officeart/2005/8/layout/hProcess7"/>
    <dgm:cxn modelId="{52330435-A79D-4D23-8950-14EB6A8BB5FA}" type="presParOf" srcId="{4BB7D377-EFD6-4B5D-AFC7-E199B4378248}" destId="{27D5C2FA-66B3-4507-8DD9-0DFEBE9E49C4}" srcOrd="2" destOrd="0" presId="urn:microsoft.com/office/officeart/2005/8/layout/hProcess7"/>
    <dgm:cxn modelId="{0F328EA1-0C98-4211-87C6-DF6A46364B27}" type="presParOf" srcId="{4413368B-ACCA-469B-9D0E-1FEFC4075FB0}" destId="{AE508BEB-62F7-4273-AFD9-13F02568DD39}" srcOrd="5" destOrd="0" presId="urn:microsoft.com/office/officeart/2005/8/layout/hProcess7"/>
    <dgm:cxn modelId="{F095690B-216F-4A18-80D6-A5E0C8EDC503}" type="presParOf" srcId="{4413368B-ACCA-469B-9D0E-1FEFC4075FB0}" destId="{20A68127-C095-4D4D-B36C-96BA54B85DB0}" srcOrd="6" destOrd="0" presId="urn:microsoft.com/office/officeart/2005/8/layout/hProcess7"/>
    <dgm:cxn modelId="{3568E216-2535-4DAE-8268-D7D58215FF6C}" type="presParOf" srcId="{20A68127-C095-4D4D-B36C-96BA54B85DB0}" destId="{00D4E5B4-15FE-4223-8CF1-EADD9A7F1E52}" srcOrd="0" destOrd="0" presId="urn:microsoft.com/office/officeart/2005/8/layout/hProcess7"/>
    <dgm:cxn modelId="{4279F8BA-5C8D-4E13-974F-7BBC47CFE02C}" type="presParOf" srcId="{20A68127-C095-4D4D-B36C-96BA54B85DB0}" destId="{0B1D8E78-2B68-4C5D-9329-AB01D008FC04}" srcOrd="1" destOrd="0" presId="urn:microsoft.com/office/officeart/2005/8/layout/hProcess7"/>
    <dgm:cxn modelId="{847D7D67-DBAC-4AC3-BE14-49ED8EE61830}" type="presParOf" srcId="{20A68127-C095-4D4D-B36C-96BA54B85DB0}" destId="{E447F79B-3147-4AFA-97C4-CCAE6DBFF058}" srcOrd="2" destOrd="0" presId="urn:microsoft.com/office/officeart/2005/8/layout/hProcess7"/>
    <dgm:cxn modelId="{BAE5BC7F-3680-4D11-BAB1-524DD93707AD}" type="presParOf" srcId="{4413368B-ACCA-469B-9D0E-1FEFC4075FB0}" destId="{EAB02694-BB77-4688-815D-9FF6A75A2E23}" srcOrd="7" destOrd="0" presId="urn:microsoft.com/office/officeart/2005/8/layout/hProcess7"/>
    <dgm:cxn modelId="{F545783E-2585-4019-9189-5975B836D72E}" type="presParOf" srcId="{4413368B-ACCA-469B-9D0E-1FEFC4075FB0}" destId="{897A3698-2D97-4DDC-95D9-A0BDC45706A4}" srcOrd="8" destOrd="0" presId="urn:microsoft.com/office/officeart/2005/8/layout/hProcess7"/>
    <dgm:cxn modelId="{0DBF018A-267E-46CC-9ADB-C926C1A61060}" type="presParOf" srcId="{897A3698-2D97-4DDC-95D9-A0BDC45706A4}" destId="{89F889ED-FCCD-445E-BB3B-3F65B70521C8}" srcOrd="0" destOrd="0" presId="urn:microsoft.com/office/officeart/2005/8/layout/hProcess7"/>
    <dgm:cxn modelId="{A5BEEF96-8244-4D2F-9520-B24DEAF0270A}" type="presParOf" srcId="{897A3698-2D97-4DDC-95D9-A0BDC45706A4}" destId="{7A9FE149-B78D-4591-8ED3-6FAE619303EF}" srcOrd="1" destOrd="0" presId="urn:microsoft.com/office/officeart/2005/8/layout/hProcess7"/>
    <dgm:cxn modelId="{21F78402-0BCA-49F9-A205-5DB45F24E4DE}" type="presParOf" srcId="{897A3698-2D97-4DDC-95D9-A0BDC45706A4}" destId="{545B6FF8-55C8-4464-AD34-37C6C75F354E}" srcOrd="2" destOrd="0" presId="urn:microsoft.com/office/officeart/2005/8/layout/hProcess7"/>
  </dgm:cxnLst>
  <dgm:bg/>
  <dgm:whole/>
  <dgm:extLst>
    <a:ext uri="http://schemas.microsoft.com/office/drawing/2008/diagram">
      <dsp:dataModelExt xmlns:dsp="http://schemas.microsoft.com/office/drawing/2008/diagram" relId="rId11"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90DF574F-C00C-419E-B294-5B62392995ED}">
      <dsp:nvSpPr>
        <dsp:cNvPr id="0" name=""/>
        <dsp:cNvSpPr/>
      </dsp:nvSpPr>
      <dsp:spPr>
        <a:xfrm rot="10800000">
          <a:off x="1585054" y="52"/>
          <a:ext cx="5776722" cy="520062"/>
        </a:xfrm>
        <a:prstGeom prst="homePlate">
          <a:avLst/>
        </a:prstGeom>
        <a:solidFill>
          <a:schemeClr val="accent2">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229333" tIns="91440" rIns="170688" bIns="91440" numCol="1" spcCol="1270" anchor="ctr" anchorCtr="0">
          <a:noAutofit/>
        </a:bodyPr>
        <a:lstStyle/>
        <a:p>
          <a:pPr lvl="0" algn="l" defTabSz="1066800">
            <a:lnSpc>
              <a:spcPct val="90000"/>
            </a:lnSpc>
            <a:spcBef>
              <a:spcPct val="0"/>
            </a:spcBef>
            <a:spcAft>
              <a:spcPct val="35000"/>
            </a:spcAft>
          </a:pPr>
          <a:r>
            <a:rPr lang="en-US" sz="2400" kern="1200" dirty="0" smtClean="0"/>
            <a:t>Significance and Importance</a:t>
          </a:r>
          <a:endParaRPr lang="en-US" sz="2400" kern="1200" dirty="0"/>
        </a:p>
      </dsp:txBody>
      <dsp:txXfrm rot="10800000">
        <a:off x="1715069" y="52"/>
        <a:ext cx="5646707" cy="520062"/>
      </dsp:txXfrm>
    </dsp:sp>
    <dsp:sp modelId="{6965332F-1952-481F-843C-8D6A4017949F}">
      <dsp:nvSpPr>
        <dsp:cNvPr id="0" name=""/>
        <dsp:cNvSpPr/>
      </dsp:nvSpPr>
      <dsp:spPr>
        <a:xfrm>
          <a:off x="1325023" y="52"/>
          <a:ext cx="520062" cy="520062"/>
        </a:xfrm>
        <a:prstGeom prst="ellipse">
          <a:avLst/>
        </a:prstGeom>
        <a:solidFill>
          <a:schemeClr val="accent2">
            <a:tint val="50000"/>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 modelId="{89BEEAC4-E6ED-4176-A3A0-0FC265993473}">
      <dsp:nvSpPr>
        <dsp:cNvPr id="0" name=""/>
        <dsp:cNvSpPr/>
      </dsp:nvSpPr>
      <dsp:spPr>
        <a:xfrm rot="10800000">
          <a:off x="1585054" y="675357"/>
          <a:ext cx="5776722" cy="520062"/>
        </a:xfrm>
        <a:prstGeom prst="homePlate">
          <a:avLst/>
        </a:prstGeom>
        <a:solidFill>
          <a:schemeClr val="accent3">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229333" tIns="91440" rIns="170688" bIns="91440" numCol="1" spcCol="1270" anchor="ctr" anchorCtr="0">
          <a:noAutofit/>
        </a:bodyPr>
        <a:lstStyle/>
        <a:p>
          <a:pPr lvl="0" algn="l" defTabSz="1066800">
            <a:lnSpc>
              <a:spcPct val="90000"/>
            </a:lnSpc>
            <a:spcBef>
              <a:spcPct val="0"/>
            </a:spcBef>
            <a:spcAft>
              <a:spcPct val="35000"/>
            </a:spcAft>
          </a:pPr>
          <a:r>
            <a:rPr lang="en-US" sz="2400" kern="1200" dirty="0" smtClean="0"/>
            <a:t>Literature Review</a:t>
          </a:r>
        </a:p>
      </dsp:txBody>
      <dsp:txXfrm rot="10800000">
        <a:off x="1715069" y="675357"/>
        <a:ext cx="5646707" cy="520062"/>
      </dsp:txXfrm>
    </dsp:sp>
    <dsp:sp modelId="{41043DCC-E95D-45E8-A50A-2765152EF6D5}">
      <dsp:nvSpPr>
        <dsp:cNvPr id="0" name=""/>
        <dsp:cNvSpPr/>
      </dsp:nvSpPr>
      <dsp:spPr>
        <a:xfrm>
          <a:off x="1325023" y="675357"/>
          <a:ext cx="520062" cy="520062"/>
        </a:xfrm>
        <a:prstGeom prst="ellipse">
          <a:avLst/>
        </a:prstGeom>
        <a:solidFill>
          <a:schemeClr val="accent3">
            <a:tint val="50000"/>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 modelId="{9A83C161-7CE7-4FBE-A65B-AA864FAF26B5}">
      <dsp:nvSpPr>
        <dsp:cNvPr id="0" name=""/>
        <dsp:cNvSpPr/>
      </dsp:nvSpPr>
      <dsp:spPr>
        <a:xfrm rot="10800000">
          <a:off x="1585054" y="1350663"/>
          <a:ext cx="5776722" cy="520062"/>
        </a:xfrm>
        <a:prstGeom prst="homePlate">
          <a:avLst/>
        </a:prstGeom>
        <a:solidFill>
          <a:schemeClr val="accent4">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229333" tIns="91440" rIns="170688" bIns="91440" numCol="1" spcCol="1270" anchor="ctr" anchorCtr="0">
          <a:noAutofit/>
        </a:bodyPr>
        <a:lstStyle/>
        <a:p>
          <a:pPr lvl="0" algn="l" defTabSz="1066800">
            <a:lnSpc>
              <a:spcPct val="90000"/>
            </a:lnSpc>
            <a:spcBef>
              <a:spcPct val="0"/>
            </a:spcBef>
            <a:spcAft>
              <a:spcPct val="35000"/>
            </a:spcAft>
          </a:pPr>
          <a:r>
            <a:rPr lang="en-US" sz="2400" kern="1200" dirty="0" smtClean="0"/>
            <a:t>Research Questions and Hypotheses</a:t>
          </a:r>
          <a:endParaRPr lang="en-US" sz="2400" kern="1200" dirty="0"/>
        </a:p>
      </dsp:txBody>
      <dsp:txXfrm rot="10800000">
        <a:off x="1715069" y="1350663"/>
        <a:ext cx="5646707" cy="520062"/>
      </dsp:txXfrm>
    </dsp:sp>
    <dsp:sp modelId="{36AFC75F-A2DE-4365-8B77-BD5E3C0C770E}">
      <dsp:nvSpPr>
        <dsp:cNvPr id="0" name=""/>
        <dsp:cNvSpPr/>
      </dsp:nvSpPr>
      <dsp:spPr>
        <a:xfrm>
          <a:off x="1325023" y="1350663"/>
          <a:ext cx="520062" cy="520062"/>
        </a:xfrm>
        <a:prstGeom prst="ellipse">
          <a:avLst/>
        </a:prstGeom>
        <a:solidFill>
          <a:schemeClr val="accent4">
            <a:tint val="50000"/>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 modelId="{2612E7C1-5E4D-4B07-A5A4-1C7C1EF6A566}">
      <dsp:nvSpPr>
        <dsp:cNvPr id="0" name=""/>
        <dsp:cNvSpPr/>
      </dsp:nvSpPr>
      <dsp:spPr>
        <a:xfrm rot="10800000">
          <a:off x="1585054" y="2025968"/>
          <a:ext cx="5776722" cy="520062"/>
        </a:xfrm>
        <a:prstGeom prst="homePlate">
          <a:avLst/>
        </a:prstGeom>
        <a:solidFill>
          <a:schemeClr val="accent5">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229333" tIns="91440" rIns="170688" bIns="91440" numCol="1" spcCol="1270" anchor="ctr" anchorCtr="0">
          <a:noAutofit/>
        </a:bodyPr>
        <a:lstStyle/>
        <a:p>
          <a:pPr lvl="0" algn="l" defTabSz="1066800">
            <a:lnSpc>
              <a:spcPct val="90000"/>
            </a:lnSpc>
            <a:spcBef>
              <a:spcPct val="0"/>
            </a:spcBef>
            <a:spcAft>
              <a:spcPct val="35000"/>
            </a:spcAft>
          </a:pPr>
          <a:r>
            <a:rPr lang="en-US" sz="2400" kern="1200" dirty="0" smtClean="0"/>
            <a:t>Methodology and Data</a:t>
          </a:r>
        </a:p>
      </dsp:txBody>
      <dsp:txXfrm rot="10800000">
        <a:off x="1715069" y="2025968"/>
        <a:ext cx="5646707" cy="520062"/>
      </dsp:txXfrm>
    </dsp:sp>
    <dsp:sp modelId="{5B18C8C6-A1CA-45A7-9C87-F683F0C663F3}">
      <dsp:nvSpPr>
        <dsp:cNvPr id="0" name=""/>
        <dsp:cNvSpPr/>
      </dsp:nvSpPr>
      <dsp:spPr>
        <a:xfrm>
          <a:off x="1325023" y="2025968"/>
          <a:ext cx="520062" cy="520062"/>
        </a:xfrm>
        <a:prstGeom prst="ellipse">
          <a:avLst/>
        </a:prstGeom>
        <a:solidFill>
          <a:schemeClr val="accent5">
            <a:tint val="50000"/>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 modelId="{E74D4CFD-B51F-4EF3-BA49-144E2D33D50E}">
      <dsp:nvSpPr>
        <dsp:cNvPr id="0" name=""/>
        <dsp:cNvSpPr/>
      </dsp:nvSpPr>
      <dsp:spPr>
        <a:xfrm rot="10800000">
          <a:off x="1585054" y="2701274"/>
          <a:ext cx="5776722" cy="520062"/>
        </a:xfrm>
        <a:prstGeom prst="homePlate">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229333" tIns="91440" rIns="170688" bIns="91440" numCol="1" spcCol="1270" anchor="ctr" anchorCtr="0">
          <a:noAutofit/>
        </a:bodyPr>
        <a:lstStyle/>
        <a:p>
          <a:pPr lvl="0" algn="l" defTabSz="1066800">
            <a:lnSpc>
              <a:spcPct val="90000"/>
            </a:lnSpc>
            <a:spcBef>
              <a:spcPct val="0"/>
            </a:spcBef>
            <a:spcAft>
              <a:spcPct val="35000"/>
            </a:spcAft>
          </a:pPr>
          <a:r>
            <a:rPr lang="en-US" sz="2400" kern="1200" dirty="0" smtClean="0"/>
            <a:t>Analysis and Expected Results</a:t>
          </a:r>
        </a:p>
      </dsp:txBody>
      <dsp:txXfrm rot="10800000">
        <a:off x="1715069" y="2701274"/>
        <a:ext cx="5646707" cy="520062"/>
      </dsp:txXfrm>
    </dsp:sp>
    <dsp:sp modelId="{F713E425-6E59-482E-AFB2-1B507E620CC6}">
      <dsp:nvSpPr>
        <dsp:cNvPr id="0" name=""/>
        <dsp:cNvSpPr/>
      </dsp:nvSpPr>
      <dsp:spPr>
        <a:xfrm>
          <a:off x="1325023" y="2701274"/>
          <a:ext cx="520062" cy="520062"/>
        </a:xfrm>
        <a:prstGeom prst="ellipse">
          <a:avLst/>
        </a:prstGeom>
        <a:solidFill>
          <a:schemeClr val="accent6">
            <a:tint val="50000"/>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 modelId="{6AA00FE8-242B-4888-A53F-D09E1E67898D}">
      <dsp:nvSpPr>
        <dsp:cNvPr id="0" name=""/>
        <dsp:cNvSpPr/>
      </dsp:nvSpPr>
      <dsp:spPr>
        <a:xfrm rot="10800000">
          <a:off x="1585054" y="3376579"/>
          <a:ext cx="5776722" cy="520062"/>
        </a:xfrm>
        <a:prstGeom prst="homePlate">
          <a:avLst/>
        </a:prstGeom>
        <a:solidFill>
          <a:schemeClr val="accent2">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229333" tIns="91440" rIns="170688" bIns="91440" numCol="1" spcCol="1270" anchor="ctr" anchorCtr="0">
          <a:noAutofit/>
        </a:bodyPr>
        <a:lstStyle/>
        <a:p>
          <a:pPr lvl="0" algn="l" defTabSz="1066800">
            <a:lnSpc>
              <a:spcPct val="90000"/>
            </a:lnSpc>
            <a:spcBef>
              <a:spcPct val="0"/>
            </a:spcBef>
            <a:spcAft>
              <a:spcPct val="35000"/>
            </a:spcAft>
          </a:pPr>
          <a:r>
            <a:rPr lang="en-US" sz="2400" kern="1200" dirty="0" smtClean="0"/>
            <a:t>Limitations and Future Study</a:t>
          </a:r>
        </a:p>
      </dsp:txBody>
      <dsp:txXfrm rot="10800000">
        <a:off x="1715069" y="3376579"/>
        <a:ext cx="5646707" cy="520062"/>
      </dsp:txXfrm>
    </dsp:sp>
    <dsp:sp modelId="{DAE632EB-9F97-4011-9001-B1C353BB1361}">
      <dsp:nvSpPr>
        <dsp:cNvPr id="0" name=""/>
        <dsp:cNvSpPr/>
      </dsp:nvSpPr>
      <dsp:spPr>
        <a:xfrm>
          <a:off x="1325023" y="3376579"/>
          <a:ext cx="520062" cy="520062"/>
        </a:xfrm>
        <a:prstGeom prst="ellipse">
          <a:avLst/>
        </a:prstGeom>
        <a:solidFill>
          <a:schemeClr val="accent2">
            <a:tint val="50000"/>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 modelId="{1EAD7040-8FDD-4828-AED6-4F3F2F03D583}">
      <dsp:nvSpPr>
        <dsp:cNvPr id="0" name=""/>
        <dsp:cNvSpPr/>
      </dsp:nvSpPr>
      <dsp:spPr>
        <a:xfrm rot="10800000">
          <a:off x="1585054" y="4051884"/>
          <a:ext cx="5776722" cy="520062"/>
        </a:xfrm>
        <a:prstGeom prst="homePlate">
          <a:avLst/>
        </a:prstGeom>
        <a:solidFill>
          <a:schemeClr val="accent3">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229333" tIns="91440" rIns="170688" bIns="91440" numCol="1" spcCol="1270" anchor="ctr" anchorCtr="0">
          <a:noAutofit/>
        </a:bodyPr>
        <a:lstStyle/>
        <a:p>
          <a:pPr lvl="0" algn="l" defTabSz="1066800">
            <a:lnSpc>
              <a:spcPct val="90000"/>
            </a:lnSpc>
            <a:spcBef>
              <a:spcPct val="0"/>
            </a:spcBef>
            <a:spcAft>
              <a:spcPct val="35000"/>
            </a:spcAft>
          </a:pPr>
          <a:r>
            <a:rPr lang="en-US" sz="2400" kern="1200" dirty="0" smtClean="0"/>
            <a:t>Open Discussion</a:t>
          </a:r>
        </a:p>
      </dsp:txBody>
      <dsp:txXfrm rot="10800000">
        <a:off x="1715069" y="4051884"/>
        <a:ext cx="5646707" cy="520062"/>
      </dsp:txXfrm>
    </dsp:sp>
    <dsp:sp modelId="{F5FF08DC-DB0C-4B35-B1F2-CF437C4987AF}">
      <dsp:nvSpPr>
        <dsp:cNvPr id="0" name=""/>
        <dsp:cNvSpPr/>
      </dsp:nvSpPr>
      <dsp:spPr>
        <a:xfrm>
          <a:off x="1325023" y="4051884"/>
          <a:ext cx="520062" cy="520062"/>
        </a:xfrm>
        <a:prstGeom prst="ellipse">
          <a:avLst/>
        </a:prstGeom>
        <a:solidFill>
          <a:schemeClr val="accent3">
            <a:tint val="50000"/>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Tree>
</dsp:drawing>
</file>

<file path=ppt/diagrams/drawing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5EE1D2E5-E13B-4FA3-A68E-FA18C8AD1A1A}">
      <dsp:nvSpPr>
        <dsp:cNvPr id="0" name=""/>
        <dsp:cNvSpPr/>
      </dsp:nvSpPr>
      <dsp:spPr>
        <a:xfrm>
          <a:off x="678" y="0"/>
          <a:ext cx="2918489" cy="2167728"/>
        </a:xfrm>
        <a:prstGeom prst="roundRect">
          <a:avLst>
            <a:gd name="adj" fmla="val 5000"/>
          </a:avLst>
        </a:prstGeom>
        <a:solidFill>
          <a:schemeClr val="accent2">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0" tIns="68580" rIns="88900" bIns="0" numCol="1" spcCol="1270" anchor="t" anchorCtr="0">
          <a:noAutofit/>
        </a:bodyPr>
        <a:lstStyle/>
        <a:p>
          <a:pPr lvl="0" algn="r" defTabSz="889000">
            <a:lnSpc>
              <a:spcPct val="90000"/>
            </a:lnSpc>
            <a:spcBef>
              <a:spcPct val="0"/>
            </a:spcBef>
            <a:spcAft>
              <a:spcPct val="35000"/>
            </a:spcAft>
          </a:pPr>
          <a:r>
            <a:rPr lang="en-US" sz="2000" b="1" u="sng" kern="1200" dirty="0" smtClean="0"/>
            <a:t>Construct</a:t>
          </a:r>
          <a:endParaRPr lang="en-US" sz="2000" b="1" u="sng" kern="1200" dirty="0"/>
        </a:p>
      </dsp:txBody>
      <dsp:txXfrm rot="16200000">
        <a:off x="-596241" y="596919"/>
        <a:ext cx="1777536" cy="583697"/>
      </dsp:txXfrm>
    </dsp:sp>
    <dsp:sp modelId="{0F07502A-98A4-4880-9779-27EA2BEB6F02}">
      <dsp:nvSpPr>
        <dsp:cNvPr id="0" name=""/>
        <dsp:cNvSpPr/>
      </dsp:nvSpPr>
      <dsp:spPr>
        <a:xfrm>
          <a:off x="584376" y="0"/>
          <a:ext cx="2174274" cy="2167728"/>
        </a:xfrm>
        <a:prstGeom prst="rect">
          <a:avLst/>
        </a:prstGeom>
        <a:noFill/>
        <a:ln w="25400" cap="flat" cmpd="sng" algn="ctr">
          <a:noFill/>
          <a:prstDash val="solid"/>
        </a:ln>
        <a:effectLst/>
        <a:sp3d/>
      </dsp:spPr>
      <dsp:style>
        <a:lnRef idx="2">
          <a:scrgbClr r="0" g="0" b="0"/>
        </a:lnRef>
        <a:fillRef idx="1">
          <a:scrgbClr r="0" g="0" b="0"/>
        </a:fillRef>
        <a:effectRef idx="0">
          <a:scrgbClr r="0" g="0" b="0"/>
        </a:effectRef>
        <a:fontRef idx="minor">
          <a:schemeClr val="lt1"/>
        </a:fontRef>
      </dsp:style>
      <dsp:txBody>
        <a:bodyPr spcFirstLastPara="0" vert="horz" wrap="square" lIns="0" tIns="123444" rIns="0" bIns="0" numCol="1" spcCol="1270" anchor="t" anchorCtr="0">
          <a:noAutofit/>
        </a:bodyPr>
        <a:lstStyle/>
        <a:p>
          <a:pPr lvl="0" algn="l" defTabSz="1600200">
            <a:lnSpc>
              <a:spcPct val="90000"/>
            </a:lnSpc>
            <a:spcBef>
              <a:spcPct val="0"/>
            </a:spcBef>
            <a:spcAft>
              <a:spcPct val="35000"/>
            </a:spcAft>
          </a:pPr>
          <a:r>
            <a:rPr lang="en-US" sz="3600" kern="1200" dirty="0" smtClean="0"/>
            <a:t>Technology</a:t>
          </a:r>
          <a:endParaRPr lang="en-US" sz="3600" kern="1200" dirty="0"/>
        </a:p>
      </dsp:txBody>
      <dsp:txXfrm>
        <a:off x="584376" y="0"/>
        <a:ext cx="2174274" cy="2167728"/>
      </dsp:txXfrm>
    </dsp:sp>
    <dsp:sp modelId="{CB5EA34A-627A-4C1F-96E3-4088D2A98FDD}">
      <dsp:nvSpPr>
        <dsp:cNvPr id="0" name=""/>
        <dsp:cNvSpPr/>
      </dsp:nvSpPr>
      <dsp:spPr>
        <a:xfrm>
          <a:off x="3020731" y="0"/>
          <a:ext cx="2918489" cy="2167728"/>
        </a:xfrm>
        <a:prstGeom prst="roundRect">
          <a:avLst>
            <a:gd name="adj" fmla="val 5000"/>
          </a:avLst>
        </a:prstGeom>
        <a:solidFill>
          <a:schemeClr val="accent3">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0" tIns="68580" rIns="88900" bIns="0" numCol="1" spcCol="1270" anchor="t" anchorCtr="0">
          <a:noAutofit/>
        </a:bodyPr>
        <a:lstStyle/>
        <a:p>
          <a:pPr lvl="0" algn="r" defTabSz="889000">
            <a:lnSpc>
              <a:spcPct val="90000"/>
            </a:lnSpc>
            <a:spcBef>
              <a:spcPct val="0"/>
            </a:spcBef>
            <a:spcAft>
              <a:spcPct val="35000"/>
            </a:spcAft>
          </a:pPr>
          <a:r>
            <a:rPr lang="en-US" sz="2000" b="1" u="sng" kern="1200" dirty="0" smtClean="0"/>
            <a:t>Literature</a:t>
          </a:r>
          <a:endParaRPr lang="en-US" sz="2000" b="1" u="sng" kern="1200" dirty="0"/>
        </a:p>
      </dsp:txBody>
      <dsp:txXfrm rot="16200000">
        <a:off x="2423811" y="596919"/>
        <a:ext cx="1777536" cy="583697"/>
      </dsp:txXfrm>
    </dsp:sp>
    <dsp:sp modelId="{45668240-D897-4FC1-8421-6DD785B65040}">
      <dsp:nvSpPr>
        <dsp:cNvPr id="0" name=""/>
        <dsp:cNvSpPr/>
      </dsp:nvSpPr>
      <dsp:spPr>
        <a:xfrm rot="5400000">
          <a:off x="2876582" y="1639900"/>
          <a:ext cx="318649" cy="437773"/>
        </a:xfrm>
        <a:prstGeom prst="flowChartExtract">
          <a:avLst/>
        </a:prstGeom>
        <a:solidFill>
          <a:schemeClr val="lt1">
            <a:hueOff val="0"/>
            <a:satOff val="0"/>
            <a:lumOff val="0"/>
            <a:alphaOff val="0"/>
          </a:schemeClr>
        </a:solidFill>
        <a:ln w="25400" cap="flat" cmpd="sng" algn="ctr">
          <a:solidFill>
            <a:schemeClr val="accent2">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 modelId="{7C1FE252-E5CE-40AF-AE08-799A5F741FEE}">
      <dsp:nvSpPr>
        <dsp:cNvPr id="0" name=""/>
        <dsp:cNvSpPr/>
      </dsp:nvSpPr>
      <dsp:spPr>
        <a:xfrm>
          <a:off x="3604429" y="0"/>
          <a:ext cx="2174274" cy="2167728"/>
        </a:xfrm>
        <a:prstGeom prst="rect">
          <a:avLst/>
        </a:prstGeom>
        <a:noFill/>
        <a:ln w="25400" cap="flat" cmpd="sng" algn="ctr">
          <a:noFill/>
          <a:prstDash val="solid"/>
        </a:ln>
        <a:effectLst/>
        <a:sp3d/>
      </dsp:spPr>
      <dsp:style>
        <a:lnRef idx="2">
          <a:scrgbClr r="0" g="0" b="0"/>
        </a:lnRef>
        <a:fillRef idx="1">
          <a:scrgbClr r="0" g="0" b="0"/>
        </a:fillRef>
        <a:effectRef idx="0">
          <a:scrgbClr r="0" g="0" b="0"/>
        </a:effectRef>
        <a:fontRef idx="minor">
          <a:schemeClr val="lt1"/>
        </a:fontRef>
      </dsp:style>
      <dsp:txBody>
        <a:bodyPr spcFirstLastPara="0" vert="horz" wrap="square" lIns="0" tIns="61722" rIns="0" bIns="0" numCol="1" spcCol="1270" anchor="t" anchorCtr="0">
          <a:noAutofit/>
        </a:bodyPr>
        <a:lstStyle/>
        <a:p>
          <a:pPr lvl="0" algn="l" defTabSz="800100">
            <a:lnSpc>
              <a:spcPct val="90000"/>
            </a:lnSpc>
            <a:spcBef>
              <a:spcPct val="0"/>
            </a:spcBef>
            <a:spcAft>
              <a:spcPct val="35000"/>
            </a:spcAft>
          </a:pPr>
          <a:r>
            <a:rPr lang="en-US" sz="1800" kern="1200" dirty="0" smtClean="0"/>
            <a:t>Patent rights to an invention</a:t>
          </a:r>
          <a:endParaRPr lang="en-US" sz="1800" kern="1200" dirty="0"/>
        </a:p>
        <a:p>
          <a:pPr marL="114300" lvl="1" indent="-114300" algn="l" defTabSz="622300">
            <a:lnSpc>
              <a:spcPct val="90000"/>
            </a:lnSpc>
            <a:spcBef>
              <a:spcPct val="0"/>
            </a:spcBef>
            <a:spcAft>
              <a:spcPct val="15000"/>
            </a:spcAft>
            <a:buChar char="••"/>
          </a:pPr>
          <a:r>
            <a:rPr lang="en-US" sz="1400" kern="1200" dirty="0" err="1" smtClean="0"/>
            <a:t>Markman</a:t>
          </a:r>
          <a:r>
            <a:rPr lang="en-US" sz="1400" kern="1200" dirty="0" smtClean="0"/>
            <a:t>, </a:t>
          </a:r>
          <a:r>
            <a:rPr lang="en-US" sz="1400" kern="1200" dirty="0" err="1" smtClean="0"/>
            <a:t>Gianiodis</a:t>
          </a:r>
          <a:r>
            <a:rPr lang="en-US" sz="1400" kern="1200" dirty="0" smtClean="0"/>
            <a:t> &amp; Phan (2019)</a:t>
          </a:r>
          <a:endParaRPr lang="en-US" sz="1400" kern="1200" dirty="0"/>
        </a:p>
        <a:p>
          <a:pPr lvl="0" algn="l" defTabSz="800100">
            <a:lnSpc>
              <a:spcPct val="90000"/>
            </a:lnSpc>
            <a:spcBef>
              <a:spcPct val="0"/>
            </a:spcBef>
            <a:spcAft>
              <a:spcPct val="35000"/>
            </a:spcAft>
          </a:pPr>
          <a:r>
            <a:rPr lang="en-US" sz="1800" kern="1200" dirty="0" smtClean="0"/>
            <a:t>Academic knowledge</a:t>
          </a:r>
          <a:endParaRPr lang="en-US" sz="1800" kern="1200" dirty="0"/>
        </a:p>
        <a:p>
          <a:pPr marL="114300" lvl="1" indent="-114300" algn="l" defTabSz="622300">
            <a:lnSpc>
              <a:spcPct val="90000"/>
            </a:lnSpc>
            <a:spcBef>
              <a:spcPct val="0"/>
            </a:spcBef>
            <a:spcAft>
              <a:spcPct val="15000"/>
            </a:spcAft>
            <a:buChar char="••"/>
          </a:pPr>
          <a:r>
            <a:rPr lang="en-US" sz="1400" kern="1200" dirty="0" smtClean="0"/>
            <a:t>Gonzalez-</a:t>
          </a:r>
          <a:r>
            <a:rPr lang="en-US" sz="1400" kern="1200" dirty="0" err="1" smtClean="0"/>
            <a:t>Pernia</a:t>
          </a:r>
          <a:r>
            <a:rPr lang="en-US" sz="1400" kern="1200" dirty="0" smtClean="0"/>
            <a:t>, </a:t>
          </a:r>
          <a:r>
            <a:rPr lang="en-US" sz="1400" kern="1200" dirty="0" err="1" smtClean="0"/>
            <a:t>Kuechle</a:t>
          </a:r>
          <a:r>
            <a:rPr lang="en-US" sz="1400" kern="1200" dirty="0" smtClean="0"/>
            <a:t> &amp; Pena-</a:t>
          </a:r>
          <a:r>
            <a:rPr lang="en-US" sz="1400" kern="1200" dirty="0" err="1" smtClean="0"/>
            <a:t>Legazkue</a:t>
          </a:r>
          <a:r>
            <a:rPr lang="en-US" sz="1400" kern="1200" dirty="0" smtClean="0"/>
            <a:t> (2013)</a:t>
          </a:r>
          <a:endParaRPr lang="en-US" sz="1400" kern="1200" dirty="0"/>
        </a:p>
      </dsp:txBody>
      <dsp:txXfrm>
        <a:off x="3604429" y="0"/>
        <a:ext cx="2174274" cy="2167728"/>
      </dsp:txXfrm>
    </dsp:sp>
    <dsp:sp modelId="{BBE81636-BCDD-48A0-B978-839FA7B950F8}">
      <dsp:nvSpPr>
        <dsp:cNvPr id="0" name=""/>
        <dsp:cNvSpPr/>
      </dsp:nvSpPr>
      <dsp:spPr>
        <a:xfrm>
          <a:off x="6041952" y="0"/>
          <a:ext cx="2918489" cy="2167728"/>
        </a:xfrm>
        <a:prstGeom prst="roundRect">
          <a:avLst>
            <a:gd name="adj" fmla="val 5000"/>
          </a:avLst>
        </a:prstGeom>
        <a:solidFill>
          <a:schemeClr val="accent4">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0" tIns="68580" rIns="88900" bIns="0" numCol="1" spcCol="1270" anchor="t" anchorCtr="0">
          <a:noAutofit/>
        </a:bodyPr>
        <a:lstStyle/>
        <a:p>
          <a:pPr lvl="0" algn="r" defTabSz="889000">
            <a:lnSpc>
              <a:spcPct val="90000"/>
            </a:lnSpc>
            <a:spcBef>
              <a:spcPct val="0"/>
            </a:spcBef>
            <a:spcAft>
              <a:spcPct val="35000"/>
            </a:spcAft>
          </a:pPr>
          <a:r>
            <a:rPr lang="en-US" sz="2000" b="1" u="sng" kern="1200" dirty="0" smtClean="0"/>
            <a:t>Observations</a:t>
          </a:r>
          <a:endParaRPr lang="en-US" sz="2000" b="1" u="sng" kern="1200" dirty="0"/>
        </a:p>
      </dsp:txBody>
      <dsp:txXfrm rot="16200000">
        <a:off x="5445032" y="596919"/>
        <a:ext cx="1777536" cy="583697"/>
      </dsp:txXfrm>
    </dsp:sp>
    <dsp:sp modelId="{BAC8B8B3-49A2-4BE7-B498-654C601FE809}">
      <dsp:nvSpPr>
        <dsp:cNvPr id="0" name=""/>
        <dsp:cNvSpPr/>
      </dsp:nvSpPr>
      <dsp:spPr>
        <a:xfrm rot="5400000">
          <a:off x="5897219" y="1639900"/>
          <a:ext cx="318649" cy="437773"/>
        </a:xfrm>
        <a:prstGeom prst="flowChartExtract">
          <a:avLst/>
        </a:prstGeom>
        <a:solidFill>
          <a:schemeClr val="lt1">
            <a:hueOff val="0"/>
            <a:satOff val="0"/>
            <a:lumOff val="0"/>
            <a:alphaOff val="0"/>
          </a:schemeClr>
        </a:solidFill>
        <a:ln w="25400" cap="flat" cmpd="sng" algn="ctr">
          <a:solidFill>
            <a:schemeClr val="accent3">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 modelId="{4428B23C-049C-4D7B-92D7-DD65A1003E4E}">
      <dsp:nvSpPr>
        <dsp:cNvPr id="0" name=""/>
        <dsp:cNvSpPr/>
      </dsp:nvSpPr>
      <dsp:spPr>
        <a:xfrm>
          <a:off x="6625649" y="0"/>
          <a:ext cx="2174274" cy="2167728"/>
        </a:xfrm>
        <a:prstGeom prst="rect">
          <a:avLst/>
        </a:prstGeom>
        <a:noFill/>
        <a:ln w="25400" cap="flat" cmpd="sng" algn="ctr">
          <a:noFill/>
          <a:prstDash val="solid"/>
        </a:ln>
        <a:effectLst/>
        <a:sp3d/>
      </dsp:spPr>
      <dsp:style>
        <a:lnRef idx="2">
          <a:scrgbClr r="0" g="0" b="0"/>
        </a:lnRef>
        <a:fillRef idx="1">
          <a:scrgbClr r="0" g="0" b="0"/>
        </a:fillRef>
        <a:effectRef idx="0">
          <a:scrgbClr r="0" g="0" b="0"/>
        </a:effectRef>
        <a:fontRef idx="minor">
          <a:schemeClr val="lt1"/>
        </a:fontRef>
      </dsp:style>
      <dsp:txBody>
        <a:bodyPr spcFirstLastPara="0" vert="horz" wrap="square" lIns="0" tIns="61722" rIns="0" bIns="0" numCol="1" spcCol="1270" anchor="t" anchorCtr="0">
          <a:noAutofit/>
        </a:bodyPr>
        <a:lstStyle/>
        <a:p>
          <a:pPr lvl="0" algn="l" defTabSz="800100">
            <a:lnSpc>
              <a:spcPct val="90000"/>
            </a:lnSpc>
            <a:spcBef>
              <a:spcPct val="0"/>
            </a:spcBef>
            <a:spcAft>
              <a:spcPct val="35000"/>
            </a:spcAft>
          </a:pPr>
          <a:r>
            <a:rPr lang="en-US" sz="1800" kern="1200" dirty="0" smtClean="0"/>
            <a:t>Not all technology is patentable.</a:t>
          </a:r>
        </a:p>
        <a:p>
          <a:pPr lvl="0" algn="l" defTabSz="800100">
            <a:lnSpc>
              <a:spcPct val="90000"/>
            </a:lnSpc>
            <a:spcBef>
              <a:spcPct val="0"/>
            </a:spcBef>
            <a:spcAft>
              <a:spcPct val="35000"/>
            </a:spcAft>
          </a:pPr>
          <a:r>
            <a:rPr lang="en-US" sz="1800" kern="1200" dirty="0" smtClean="0"/>
            <a:t>Not all technology is produced by academia.</a:t>
          </a:r>
        </a:p>
        <a:p>
          <a:pPr lvl="0" algn="l" defTabSz="800100">
            <a:lnSpc>
              <a:spcPct val="90000"/>
            </a:lnSpc>
            <a:spcBef>
              <a:spcPct val="0"/>
            </a:spcBef>
            <a:spcAft>
              <a:spcPct val="35000"/>
            </a:spcAft>
          </a:pPr>
          <a:r>
            <a:rPr lang="en-US" sz="1800" kern="1200" dirty="0" smtClean="0"/>
            <a:t>Academic knowledge and technology are not synonymous.</a:t>
          </a:r>
          <a:endParaRPr lang="en-US" sz="1800" kern="1200" dirty="0"/>
        </a:p>
      </dsp:txBody>
      <dsp:txXfrm>
        <a:off x="6625649" y="0"/>
        <a:ext cx="2174274" cy="2167728"/>
      </dsp:txXfrm>
    </dsp:sp>
  </dsp:spTree>
</dsp:drawing>
</file>

<file path=ppt/diagrams/drawing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5EE1D2E5-E13B-4FA3-A68E-FA18C8AD1A1A}">
      <dsp:nvSpPr>
        <dsp:cNvPr id="0" name=""/>
        <dsp:cNvSpPr/>
      </dsp:nvSpPr>
      <dsp:spPr>
        <a:xfrm>
          <a:off x="678" y="0"/>
          <a:ext cx="2918489" cy="2095805"/>
        </a:xfrm>
        <a:prstGeom prst="roundRect">
          <a:avLst>
            <a:gd name="adj" fmla="val 5000"/>
          </a:avLst>
        </a:prstGeom>
        <a:solidFill>
          <a:schemeClr val="accent2">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0" tIns="68580" rIns="88900" bIns="0" numCol="1" spcCol="1270" anchor="t" anchorCtr="0">
          <a:noAutofit/>
        </a:bodyPr>
        <a:lstStyle/>
        <a:p>
          <a:pPr lvl="0" algn="r" defTabSz="889000">
            <a:lnSpc>
              <a:spcPct val="90000"/>
            </a:lnSpc>
            <a:spcBef>
              <a:spcPct val="0"/>
            </a:spcBef>
            <a:spcAft>
              <a:spcPct val="35000"/>
            </a:spcAft>
          </a:pPr>
          <a:r>
            <a:rPr lang="en-US" sz="2000" b="1" u="sng" kern="1200" dirty="0" smtClean="0"/>
            <a:t>Construct</a:t>
          </a:r>
          <a:endParaRPr lang="en-US" sz="2000" b="1" u="sng" kern="1200" dirty="0"/>
        </a:p>
      </dsp:txBody>
      <dsp:txXfrm rot="16200000">
        <a:off x="-566752" y="567431"/>
        <a:ext cx="1718560" cy="583697"/>
      </dsp:txXfrm>
    </dsp:sp>
    <dsp:sp modelId="{0F07502A-98A4-4880-9779-27EA2BEB6F02}">
      <dsp:nvSpPr>
        <dsp:cNvPr id="0" name=""/>
        <dsp:cNvSpPr/>
      </dsp:nvSpPr>
      <dsp:spPr>
        <a:xfrm>
          <a:off x="584376" y="0"/>
          <a:ext cx="2174274" cy="2095805"/>
        </a:xfrm>
        <a:prstGeom prst="rect">
          <a:avLst/>
        </a:prstGeom>
        <a:noFill/>
        <a:ln w="25400" cap="flat" cmpd="sng" algn="ctr">
          <a:noFill/>
          <a:prstDash val="solid"/>
        </a:ln>
        <a:effectLst/>
        <a:sp3d/>
      </dsp:spPr>
      <dsp:style>
        <a:lnRef idx="2">
          <a:scrgbClr r="0" g="0" b="0"/>
        </a:lnRef>
        <a:fillRef idx="1">
          <a:scrgbClr r="0" g="0" b="0"/>
        </a:fillRef>
        <a:effectRef idx="0">
          <a:scrgbClr r="0" g="0" b="0"/>
        </a:effectRef>
        <a:fontRef idx="minor">
          <a:schemeClr val="lt1"/>
        </a:fontRef>
      </dsp:style>
      <dsp:txBody>
        <a:bodyPr spcFirstLastPara="0" vert="horz" wrap="square" lIns="0" tIns="123444" rIns="0" bIns="0" numCol="1" spcCol="1270" anchor="t" anchorCtr="0">
          <a:noAutofit/>
        </a:bodyPr>
        <a:lstStyle/>
        <a:p>
          <a:pPr lvl="0" algn="l" defTabSz="1600200">
            <a:lnSpc>
              <a:spcPct val="90000"/>
            </a:lnSpc>
            <a:spcBef>
              <a:spcPct val="0"/>
            </a:spcBef>
            <a:spcAft>
              <a:spcPct val="35000"/>
            </a:spcAft>
          </a:pPr>
          <a:r>
            <a:rPr lang="en-US" sz="3600" kern="1200" dirty="0" smtClean="0"/>
            <a:t>Technology Transfer</a:t>
          </a:r>
          <a:endParaRPr lang="en-US" sz="3600" kern="1200" dirty="0"/>
        </a:p>
      </dsp:txBody>
      <dsp:txXfrm>
        <a:off x="584376" y="0"/>
        <a:ext cx="2174274" cy="2095805"/>
      </dsp:txXfrm>
    </dsp:sp>
    <dsp:sp modelId="{CB5EA34A-627A-4C1F-96E3-4088D2A98FDD}">
      <dsp:nvSpPr>
        <dsp:cNvPr id="0" name=""/>
        <dsp:cNvSpPr/>
      </dsp:nvSpPr>
      <dsp:spPr>
        <a:xfrm>
          <a:off x="3021315" y="0"/>
          <a:ext cx="2918489" cy="2095805"/>
        </a:xfrm>
        <a:prstGeom prst="roundRect">
          <a:avLst>
            <a:gd name="adj" fmla="val 5000"/>
          </a:avLst>
        </a:prstGeom>
        <a:solidFill>
          <a:schemeClr val="accent3">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0" tIns="68580" rIns="88900" bIns="0" numCol="1" spcCol="1270" anchor="t" anchorCtr="0">
          <a:noAutofit/>
        </a:bodyPr>
        <a:lstStyle/>
        <a:p>
          <a:pPr lvl="0" algn="r" defTabSz="889000">
            <a:lnSpc>
              <a:spcPct val="90000"/>
            </a:lnSpc>
            <a:spcBef>
              <a:spcPct val="0"/>
            </a:spcBef>
            <a:spcAft>
              <a:spcPct val="35000"/>
            </a:spcAft>
          </a:pPr>
          <a:r>
            <a:rPr lang="en-US" sz="2000" b="1" u="sng" kern="1200" dirty="0" smtClean="0"/>
            <a:t>Literature</a:t>
          </a:r>
          <a:endParaRPr lang="en-US" sz="2000" b="1" u="sng" kern="1200" dirty="0"/>
        </a:p>
      </dsp:txBody>
      <dsp:txXfrm rot="16200000">
        <a:off x="2453884" y="567431"/>
        <a:ext cx="1718560" cy="583697"/>
      </dsp:txXfrm>
    </dsp:sp>
    <dsp:sp modelId="{45668240-D897-4FC1-8421-6DD785B65040}">
      <dsp:nvSpPr>
        <dsp:cNvPr id="0" name=""/>
        <dsp:cNvSpPr/>
      </dsp:nvSpPr>
      <dsp:spPr>
        <a:xfrm rot="5400000">
          <a:off x="2881833" y="1578642"/>
          <a:ext cx="308147" cy="437773"/>
        </a:xfrm>
        <a:prstGeom prst="flowChartExtract">
          <a:avLst/>
        </a:prstGeom>
        <a:solidFill>
          <a:schemeClr val="lt1">
            <a:hueOff val="0"/>
            <a:satOff val="0"/>
            <a:lumOff val="0"/>
            <a:alphaOff val="0"/>
          </a:schemeClr>
        </a:solidFill>
        <a:ln w="25400" cap="flat" cmpd="sng" algn="ctr">
          <a:solidFill>
            <a:schemeClr val="accent2">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 modelId="{7C1FE252-E5CE-40AF-AE08-799A5F741FEE}">
      <dsp:nvSpPr>
        <dsp:cNvPr id="0" name=""/>
        <dsp:cNvSpPr/>
      </dsp:nvSpPr>
      <dsp:spPr>
        <a:xfrm>
          <a:off x="3605013" y="0"/>
          <a:ext cx="2174274" cy="2095805"/>
        </a:xfrm>
        <a:prstGeom prst="rect">
          <a:avLst/>
        </a:prstGeom>
        <a:noFill/>
        <a:ln w="25400" cap="flat" cmpd="sng" algn="ctr">
          <a:noFill/>
          <a:prstDash val="solid"/>
        </a:ln>
        <a:effectLst/>
        <a:sp3d/>
      </dsp:spPr>
      <dsp:style>
        <a:lnRef idx="2">
          <a:scrgbClr r="0" g="0" b="0"/>
        </a:lnRef>
        <a:fillRef idx="1">
          <a:scrgbClr r="0" g="0" b="0"/>
        </a:fillRef>
        <a:effectRef idx="0">
          <a:scrgbClr r="0" g="0" b="0"/>
        </a:effectRef>
        <a:fontRef idx="minor">
          <a:schemeClr val="lt1"/>
        </a:fontRef>
      </dsp:style>
      <dsp:txBody>
        <a:bodyPr spcFirstLastPara="0" vert="horz" wrap="square" lIns="0" tIns="61722" rIns="0" bIns="0" numCol="1" spcCol="1270" anchor="t" anchorCtr="0">
          <a:noAutofit/>
        </a:bodyPr>
        <a:lstStyle/>
        <a:p>
          <a:pPr lvl="0" algn="l" defTabSz="800100">
            <a:lnSpc>
              <a:spcPct val="90000"/>
            </a:lnSpc>
            <a:spcBef>
              <a:spcPct val="0"/>
            </a:spcBef>
            <a:spcAft>
              <a:spcPct val="35000"/>
            </a:spcAft>
          </a:pPr>
          <a:r>
            <a:rPr lang="en-US" sz="1800" kern="1200" dirty="0" smtClean="0"/>
            <a:t>Licensing, new venture formation, research collaborations, faculty consulting</a:t>
          </a:r>
          <a:endParaRPr lang="en-US" sz="1800" kern="1200" dirty="0"/>
        </a:p>
        <a:p>
          <a:pPr marL="114300" lvl="1" indent="-114300" algn="l" defTabSz="622300">
            <a:lnSpc>
              <a:spcPct val="90000"/>
            </a:lnSpc>
            <a:spcBef>
              <a:spcPct val="0"/>
            </a:spcBef>
            <a:spcAft>
              <a:spcPct val="15000"/>
            </a:spcAft>
            <a:buChar char="••"/>
          </a:pPr>
          <a:r>
            <a:rPr lang="en-US" sz="1400" kern="1200" dirty="0" smtClean="0"/>
            <a:t>Gonzalez-</a:t>
          </a:r>
          <a:r>
            <a:rPr lang="en-US" sz="1400" kern="1200" dirty="0" err="1" smtClean="0"/>
            <a:t>Pernia</a:t>
          </a:r>
          <a:r>
            <a:rPr lang="en-US" sz="1400" kern="1200" dirty="0" smtClean="0"/>
            <a:t>, </a:t>
          </a:r>
          <a:r>
            <a:rPr lang="en-US" sz="1400" kern="1200" dirty="0" err="1" smtClean="0"/>
            <a:t>Kuechle</a:t>
          </a:r>
          <a:r>
            <a:rPr lang="en-US" sz="1400" kern="1200" dirty="0" smtClean="0"/>
            <a:t> &amp; Pena-</a:t>
          </a:r>
          <a:r>
            <a:rPr lang="en-US" sz="1400" kern="1200" dirty="0" err="1" smtClean="0"/>
            <a:t>Legazkue</a:t>
          </a:r>
          <a:r>
            <a:rPr lang="en-US" sz="1400" kern="1200" dirty="0" smtClean="0"/>
            <a:t> (2013)</a:t>
          </a:r>
          <a:endParaRPr lang="en-US" sz="1400" kern="1200" dirty="0"/>
        </a:p>
        <a:p>
          <a:pPr marL="114300" lvl="1" indent="-114300" algn="l" defTabSz="622300">
            <a:lnSpc>
              <a:spcPct val="90000"/>
            </a:lnSpc>
            <a:spcBef>
              <a:spcPct val="0"/>
            </a:spcBef>
            <a:spcAft>
              <a:spcPct val="15000"/>
            </a:spcAft>
            <a:buChar char="••"/>
          </a:pPr>
          <a:r>
            <a:rPr lang="en-US" sz="1400" kern="1200" dirty="0" smtClean="0"/>
            <a:t>Hallam, Wurth &amp; Mancha (2014)</a:t>
          </a:r>
          <a:endParaRPr lang="en-US" sz="1400" kern="1200" dirty="0"/>
        </a:p>
      </dsp:txBody>
      <dsp:txXfrm>
        <a:off x="3605013" y="0"/>
        <a:ext cx="2174274" cy="2095805"/>
      </dsp:txXfrm>
    </dsp:sp>
    <dsp:sp modelId="{BBE81636-BCDD-48A0-B978-839FA7B950F8}">
      <dsp:nvSpPr>
        <dsp:cNvPr id="0" name=""/>
        <dsp:cNvSpPr/>
      </dsp:nvSpPr>
      <dsp:spPr>
        <a:xfrm>
          <a:off x="6041952" y="0"/>
          <a:ext cx="2918489" cy="2095805"/>
        </a:xfrm>
        <a:prstGeom prst="roundRect">
          <a:avLst>
            <a:gd name="adj" fmla="val 5000"/>
          </a:avLst>
        </a:prstGeom>
        <a:solidFill>
          <a:schemeClr val="accent4">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0" tIns="68580" rIns="88900" bIns="0" numCol="1" spcCol="1270" anchor="t" anchorCtr="0">
          <a:noAutofit/>
        </a:bodyPr>
        <a:lstStyle/>
        <a:p>
          <a:pPr lvl="0" algn="r" defTabSz="889000">
            <a:lnSpc>
              <a:spcPct val="90000"/>
            </a:lnSpc>
            <a:spcBef>
              <a:spcPct val="0"/>
            </a:spcBef>
            <a:spcAft>
              <a:spcPct val="35000"/>
            </a:spcAft>
          </a:pPr>
          <a:r>
            <a:rPr lang="en-US" sz="2000" b="1" u="sng" kern="1200" dirty="0" smtClean="0"/>
            <a:t>Observations</a:t>
          </a:r>
          <a:endParaRPr lang="en-US" sz="2000" b="1" u="sng" kern="1200" dirty="0"/>
        </a:p>
      </dsp:txBody>
      <dsp:txXfrm rot="16200000">
        <a:off x="5474520" y="567431"/>
        <a:ext cx="1718560" cy="583697"/>
      </dsp:txXfrm>
    </dsp:sp>
    <dsp:sp modelId="{BAC8B8B3-49A2-4BE7-B498-654C601FE809}">
      <dsp:nvSpPr>
        <dsp:cNvPr id="0" name=""/>
        <dsp:cNvSpPr/>
      </dsp:nvSpPr>
      <dsp:spPr>
        <a:xfrm rot="5400000">
          <a:off x="5902470" y="1578642"/>
          <a:ext cx="308147" cy="437773"/>
        </a:xfrm>
        <a:prstGeom prst="flowChartExtract">
          <a:avLst/>
        </a:prstGeom>
        <a:solidFill>
          <a:schemeClr val="lt1">
            <a:hueOff val="0"/>
            <a:satOff val="0"/>
            <a:lumOff val="0"/>
            <a:alphaOff val="0"/>
          </a:schemeClr>
        </a:solidFill>
        <a:ln w="25400" cap="flat" cmpd="sng" algn="ctr">
          <a:solidFill>
            <a:schemeClr val="accent3">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 modelId="{4428B23C-049C-4D7B-92D7-DD65A1003E4E}">
      <dsp:nvSpPr>
        <dsp:cNvPr id="0" name=""/>
        <dsp:cNvSpPr/>
      </dsp:nvSpPr>
      <dsp:spPr>
        <a:xfrm>
          <a:off x="6625649" y="0"/>
          <a:ext cx="2174274" cy="2095805"/>
        </a:xfrm>
        <a:prstGeom prst="rect">
          <a:avLst/>
        </a:prstGeom>
        <a:noFill/>
        <a:ln w="25400" cap="flat" cmpd="sng" algn="ctr">
          <a:noFill/>
          <a:prstDash val="solid"/>
        </a:ln>
        <a:effectLst/>
        <a:sp3d/>
      </dsp:spPr>
      <dsp:style>
        <a:lnRef idx="2">
          <a:scrgbClr r="0" g="0" b="0"/>
        </a:lnRef>
        <a:fillRef idx="1">
          <a:scrgbClr r="0" g="0" b="0"/>
        </a:fillRef>
        <a:effectRef idx="0">
          <a:scrgbClr r="0" g="0" b="0"/>
        </a:effectRef>
        <a:fontRef idx="minor">
          <a:schemeClr val="lt1"/>
        </a:fontRef>
      </dsp:style>
      <dsp:txBody>
        <a:bodyPr spcFirstLastPara="0" vert="horz" wrap="square" lIns="0" tIns="61722" rIns="0" bIns="0" numCol="1" spcCol="1270" anchor="t" anchorCtr="0">
          <a:noAutofit/>
        </a:bodyPr>
        <a:lstStyle/>
        <a:p>
          <a:pPr lvl="0" algn="l" defTabSz="800100">
            <a:lnSpc>
              <a:spcPct val="90000"/>
            </a:lnSpc>
            <a:spcBef>
              <a:spcPct val="0"/>
            </a:spcBef>
            <a:spcAft>
              <a:spcPct val="35000"/>
            </a:spcAft>
          </a:pPr>
          <a:r>
            <a:rPr lang="en-US" sz="1800" kern="1200" dirty="0" smtClean="0"/>
            <a:t>Conflates the concept of technology transfer with the mechanisms for achieving it</a:t>
          </a:r>
          <a:endParaRPr lang="en-US" sz="1800" kern="1200" dirty="0"/>
        </a:p>
      </dsp:txBody>
      <dsp:txXfrm>
        <a:off x="6625649" y="0"/>
        <a:ext cx="2174274" cy="2095805"/>
      </dsp:txXfrm>
    </dsp:sp>
  </dsp:spTree>
</dsp:drawing>
</file>

<file path=ppt/diagrams/drawing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5EE1D2E5-E13B-4FA3-A68E-FA18C8AD1A1A}">
      <dsp:nvSpPr>
        <dsp:cNvPr id="0" name=""/>
        <dsp:cNvSpPr/>
      </dsp:nvSpPr>
      <dsp:spPr>
        <a:xfrm>
          <a:off x="678" y="0"/>
          <a:ext cx="2918489" cy="1917700"/>
        </a:xfrm>
        <a:prstGeom prst="roundRect">
          <a:avLst>
            <a:gd name="adj" fmla="val 5000"/>
          </a:avLst>
        </a:prstGeom>
        <a:solidFill>
          <a:schemeClr val="accent2">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0" tIns="68580" rIns="88900" bIns="0" numCol="1" spcCol="1270" anchor="t" anchorCtr="0">
          <a:noAutofit/>
        </a:bodyPr>
        <a:lstStyle/>
        <a:p>
          <a:pPr lvl="0" algn="r" defTabSz="889000">
            <a:lnSpc>
              <a:spcPct val="90000"/>
            </a:lnSpc>
            <a:spcBef>
              <a:spcPct val="0"/>
            </a:spcBef>
            <a:spcAft>
              <a:spcPct val="35000"/>
            </a:spcAft>
          </a:pPr>
          <a:r>
            <a:rPr lang="en-US" sz="2000" b="1" u="sng" kern="1200" dirty="0" smtClean="0"/>
            <a:t>Construct</a:t>
          </a:r>
          <a:endParaRPr lang="en-US" sz="2000" b="1" u="sng" kern="1200" dirty="0"/>
        </a:p>
      </dsp:txBody>
      <dsp:txXfrm rot="16200000">
        <a:off x="-493729" y="494408"/>
        <a:ext cx="1572514" cy="583697"/>
      </dsp:txXfrm>
    </dsp:sp>
    <dsp:sp modelId="{0F07502A-98A4-4880-9779-27EA2BEB6F02}">
      <dsp:nvSpPr>
        <dsp:cNvPr id="0" name=""/>
        <dsp:cNvSpPr/>
      </dsp:nvSpPr>
      <dsp:spPr>
        <a:xfrm>
          <a:off x="584376" y="0"/>
          <a:ext cx="2174274" cy="1917700"/>
        </a:xfrm>
        <a:prstGeom prst="rect">
          <a:avLst/>
        </a:prstGeom>
        <a:noFill/>
        <a:ln w="25400" cap="flat" cmpd="sng" algn="ctr">
          <a:noFill/>
          <a:prstDash val="solid"/>
        </a:ln>
        <a:effectLst/>
        <a:sp3d/>
      </dsp:spPr>
      <dsp:style>
        <a:lnRef idx="2">
          <a:scrgbClr r="0" g="0" b="0"/>
        </a:lnRef>
        <a:fillRef idx="1">
          <a:scrgbClr r="0" g="0" b="0"/>
        </a:fillRef>
        <a:effectRef idx="0">
          <a:scrgbClr r="0" g="0" b="0"/>
        </a:effectRef>
        <a:fontRef idx="minor">
          <a:schemeClr val="lt1"/>
        </a:fontRef>
      </dsp:style>
      <dsp:txBody>
        <a:bodyPr spcFirstLastPara="0" vert="horz" wrap="square" lIns="0" tIns="123444" rIns="0" bIns="0" numCol="1" spcCol="1270" anchor="t" anchorCtr="0">
          <a:noAutofit/>
        </a:bodyPr>
        <a:lstStyle/>
        <a:p>
          <a:pPr lvl="0" algn="l" defTabSz="1600200">
            <a:lnSpc>
              <a:spcPct val="90000"/>
            </a:lnSpc>
            <a:spcBef>
              <a:spcPct val="0"/>
            </a:spcBef>
            <a:spcAft>
              <a:spcPct val="35000"/>
            </a:spcAft>
          </a:pPr>
          <a:r>
            <a:rPr lang="en-US" sz="3600" kern="1200" dirty="0" smtClean="0"/>
            <a:t>Technology Transfer Policy</a:t>
          </a:r>
          <a:endParaRPr lang="en-US" sz="3600" kern="1200" dirty="0"/>
        </a:p>
      </dsp:txBody>
      <dsp:txXfrm>
        <a:off x="584376" y="0"/>
        <a:ext cx="2174274" cy="1917700"/>
      </dsp:txXfrm>
    </dsp:sp>
    <dsp:sp modelId="{CB5EA34A-627A-4C1F-96E3-4088D2A98FDD}">
      <dsp:nvSpPr>
        <dsp:cNvPr id="0" name=""/>
        <dsp:cNvSpPr/>
      </dsp:nvSpPr>
      <dsp:spPr>
        <a:xfrm>
          <a:off x="3021315" y="0"/>
          <a:ext cx="2918489" cy="1917700"/>
        </a:xfrm>
        <a:prstGeom prst="roundRect">
          <a:avLst>
            <a:gd name="adj" fmla="val 5000"/>
          </a:avLst>
        </a:prstGeom>
        <a:solidFill>
          <a:schemeClr val="accent3">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0" tIns="68580" rIns="88900" bIns="0" numCol="1" spcCol="1270" anchor="t" anchorCtr="0">
          <a:noAutofit/>
        </a:bodyPr>
        <a:lstStyle/>
        <a:p>
          <a:pPr lvl="0" algn="r" defTabSz="889000">
            <a:lnSpc>
              <a:spcPct val="90000"/>
            </a:lnSpc>
            <a:spcBef>
              <a:spcPct val="0"/>
            </a:spcBef>
            <a:spcAft>
              <a:spcPct val="35000"/>
            </a:spcAft>
          </a:pPr>
          <a:r>
            <a:rPr lang="en-US" sz="2000" b="1" u="sng" kern="1200" dirty="0" smtClean="0"/>
            <a:t>Literature</a:t>
          </a:r>
          <a:endParaRPr lang="en-US" sz="2000" b="1" u="sng" kern="1200" dirty="0"/>
        </a:p>
      </dsp:txBody>
      <dsp:txXfrm rot="16200000">
        <a:off x="2526907" y="494408"/>
        <a:ext cx="1572514" cy="583697"/>
      </dsp:txXfrm>
    </dsp:sp>
    <dsp:sp modelId="{45668240-D897-4FC1-8421-6DD785B65040}">
      <dsp:nvSpPr>
        <dsp:cNvPr id="0" name=""/>
        <dsp:cNvSpPr/>
      </dsp:nvSpPr>
      <dsp:spPr>
        <a:xfrm rot="5400000">
          <a:off x="2894960" y="1425498"/>
          <a:ext cx="281894" cy="437773"/>
        </a:xfrm>
        <a:prstGeom prst="flowChartExtract">
          <a:avLst/>
        </a:prstGeom>
        <a:solidFill>
          <a:schemeClr val="lt1">
            <a:hueOff val="0"/>
            <a:satOff val="0"/>
            <a:lumOff val="0"/>
            <a:alphaOff val="0"/>
          </a:schemeClr>
        </a:solidFill>
        <a:ln w="25400" cap="flat" cmpd="sng" algn="ctr">
          <a:solidFill>
            <a:schemeClr val="accent2">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 modelId="{7C1FE252-E5CE-40AF-AE08-799A5F741FEE}">
      <dsp:nvSpPr>
        <dsp:cNvPr id="0" name=""/>
        <dsp:cNvSpPr/>
      </dsp:nvSpPr>
      <dsp:spPr>
        <a:xfrm>
          <a:off x="3605013" y="0"/>
          <a:ext cx="2174274" cy="1917700"/>
        </a:xfrm>
        <a:prstGeom prst="rect">
          <a:avLst/>
        </a:prstGeom>
        <a:noFill/>
        <a:ln w="25400" cap="flat" cmpd="sng" algn="ctr">
          <a:noFill/>
          <a:prstDash val="solid"/>
        </a:ln>
        <a:effectLst/>
        <a:sp3d/>
      </dsp:spPr>
      <dsp:style>
        <a:lnRef idx="2">
          <a:scrgbClr r="0" g="0" b="0"/>
        </a:lnRef>
        <a:fillRef idx="1">
          <a:scrgbClr r="0" g="0" b="0"/>
        </a:fillRef>
        <a:effectRef idx="0">
          <a:scrgbClr r="0" g="0" b="0"/>
        </a:effectRef>
        <a:fontRef idx="minor">
          <a:schemeClr val="lt1"/>
        </a:fontRef>
      </dsp:style>
      <dsp:txBody>
        <a:bodyPr spcFirstLastPara="0" vert="horz" wrap="square" lIns="0" tIns="61722" rIns="0" bIns="0" numCol="1" spcCol="1270" anchor="t" anchorCtr="0">
          <a:noAutofit/>
        </a:bodyPr>
        <a:lstStyle/>
        <a:p>
          <a:pPr lvl="0" algn="l" defTabSz="800100">
            <a:lnSpc>
              <a:spcPct val="90000"/>
            </a:lnSpc>
            <a:spcBef>
              <a:spcPct val="0"/>
            </a:spcBef>
            <a:spcAft>
              <a:spcPct val="35000"/>
            </a:spcAft>
          </a:pPr>
          <a:r>
            <a:rPr lang="en-US" sz="1800" kern="1200" dirty="0" smtClean="0"/>
            <a:t>The effects of the Bayh-Dole Act of 1980</a:t>
          </a:r>
        </a:p>
        <a:p>
          <a:pPr marL="114300" lvl="1" indent="-114300" algn="l" defTabSz="622300">
            <a:lnSpc>
              <a:spcPct val="90000"/>
            </a:lnSpc>
            <a:spcBef>
              <a:spcPct val="0"/>
            </a:spcBef>
            <a:spcAft>
              <a:spcPct val="15000"/>
            </a:spcAft>
            <a:buChar char="••"/>
          </a:pPr>
          <a:r>
            <a:rPr lang="en-US" sz="1400" kern="1200" dirty="0" smtClean="0"/>
            <a:t>Dai, Popp &amp; </a:t>
          </a:r>
          <a:r>
            <a:rPr lang="en-US" sz="1400" kern="1200" dirty="0" err="1" smtClean="0"/>
            <a:t>Bretschneider</a:t>
          </a:r>
          <a:r>
            <a:rPr lang="en-US" sz="1400" kern="1200" dirty="0" smtClean="0"/>
            <a:t> (2005)</a:t>
          </a:r>
        </a:p>
      </dsp:txBody>
      <dsp:txXfrm>
        <a:off x="3605013" y="0"/>
        <a:ext cx="2174274" cy="1917700"/>
      </dsp:txXfrm>
    </dsp:sp>
    <dsp:sp modelId="{BBE81636-BCDD-48A0-B978-839FA7B950F8}">
      <dsp:nvSpPr>
        <dsp:cNvPr id="0" name=""/>
        <dsp:cNvSpPr/>
      </dsp:nvSpPr>
      <dsp:spPr>
        <a:xfrm>
          <a:off x="6041952" y="0"/>
          <a:ext cx="2918489" cy="1917700"/>
        </a:xfrm>
        <a:prstGeom prst="roundRect">
          <a:avLst>
            <a:gd name="adj" fmla="val 5000"/>
          </a:avLst>
        </a:prstGeom>
        <a:solidFill>
          <a:schemeClr val="accent4">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0" tIns="68580" rIns="88900" bIns="0" numCol="1" spcCol="1270" anchor="t" anchorCtr="0">
          <a:noAutofit/>
        </a:bodyPr>
        <a:lstStyle/>
        <a:p>
          <a:pPr lvl="0" algn="r" defTabSz="889000">
            <a:lnSpc>
              <a:spcPct val="90000"/>
            </a:lnSpc>
            <a:spcBef>
              <a:spcPct val="0"/>
            </a:spcBef>
            <a:spcAft>
              <a:spcPct val="35000"/>
            </a:spcAft>
          </a:pPr>
          <a:r>
            <a:rPr lang="en-US" sz="2000" b="1" u="sng" kern="1200" dirty="0" smtClean="0"/>
            <a:t>Observations</a:t>
          </a:r>
          <a:endParaRPr lang="en-US" sz="2000" b="1" u="sng" kern="1200" dirty="0"/>
        </a:p>
      </dsp:txBody>
      <dsp:txXfrm rot="16200000">
        <a:off x="5547544" y="494408"/>
        <a:ext cx="1572514" cy="583697"/>
      </dsp:txXfrm>
    </dsp:sp>
    <dsp:sp modelId="{BAC8B8B3-49A2-4BE7-B498-654C601FE809}">
      <dsp:nvSpPr>
        <dsp:cNvPr id="0" name=""/>
        <dsp:cNvSpPr/>
      </dsp:nvSpPr>
      <dsp:spPr>
        <a:xfrm rot="5400000">
          <a:off x="5915597" y="1425498"/>
          <a:ext cx="281894" cy="437773"/>
        </a:xfrm>
        <a:prstGeom prst="flowChartExtract">
          <a:avLst/>
        </a:prstGeom>
        <a:solidFill>
          <a:schemeClr val="lt1">
            <a:hueOff val="0"/>
            <a:satOff val="0"/>
            <a:lumOff val="0"/>
            <a:alphaOff val="0"/>
          </a:schemeClr>
        </a:solidFill>
        <a:ln w="25400" cap="flat" cmpd="sng" algn="ctr">
          <a:solidFill>
            <a:schemeClr val="accent3">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 modelId="{4428B23C-049C-4D7B-92D7-DD65A1003E4E}">
      <dsp:nvSpPr>
        <dsp:cNvPr id="0" name=""/>
        <dsp:cNvSpPr/>
      </dsp:nvSpPr>
      <dsp:spPr>
        <a:xfrm>
          <a:off x="6625649" y="0"/>
          <a:ext cx="2174274" cy="1917700"/>
        </a:xfrm>
        <a:prstGeom prst="rect">
          <a:avLst/>
        </a:prstGeom>
        <a:noFill/>
        <a:ln w="25400" cap="flat" cmpd="sng" algn="ctr">
          <a:noFill/>
          <a:prstDash val="solid"/>
        </a:ln>
        <a:effectLst/>
        <a:sp3d/>
      </dsp:spPr>
      <dsp:style>
        <a:lnRef idx="2">
          <a:scrgbClr r="0" g="0" b="0"/>
        </a:lnRef>
        <a:fillRef idx="1">
          <a:scrgbClr r="0" g="0" b="0"/>
        </a:fillRef>
        <a:effectRef idx="0">
          <a:scrgbClr r="0" g="0" b="0"/>
        </a:effectRef>
        <a:fontRef idx="minor">
          <a:schemeClr val="lt1"/>
        </a:fontRef>
      </dsp:style>
      <dsp:txBody>
        <a:bodyPr spcFirstLastPara="0" vert="horz" wrap="square" lIns="0" tIns="61722" rIns="0" bIns="0" numCol="1" spcCol="1270" anchor="t" anchorCtr="0">
          <a:noAutofit/>
        </a:bodyPr>
        <a:lstStyle/>
        <a:p>
          <a:pPr lvl="0" algn="l" defTabSz="800100">
            <a:lnSpc>
              <a:spcPct val="90000"/>
            </a:lnSpc>
            <a:spcBef>
              <a:spcPct val="0"/>
            </a:spcBef>
            <a:spcAft>
              <a:spcPct val="35000"/>
            </a:spcAft>
          </a:pPr>
          <a:r>
            <a:rPr lang="en-US" sz="1800" kern="1200" dirty="0" smtClean="0"/>
            <a:t>Few recent studies on policy.</a:t>
          </a:r>
          <a:endParaRPr lang="en-US" sz="1800" kern="1200" dirty="0"/>
        </a:p>
        <a:p>
          <a:pPr lvl="0" algn="l" defTabSz="800100">
            <a:lnSpc>
              <a:spcPct val="90000"/>
            </a:lnSpc>
            <a:spcBef>
              <a:spcPct val="0"/>
            </a:spcBef>
            <a:spcAft>
              <a:spcPct val="35000"/>
            </a:spcAft>
          </a:pPr>
          <a:r>
            <a:rPr lang="en-US" sz="1800" kern="1200" dirty="0" smtClean="0"/>
            <a:t>Many limited to the Bayh-Dole Act of </a:t>
          </a:r>
          <a:r>
            <a:rPr lang="en-US" sz="1800" kern="1200" dirty="0" smtClean="0"/>
            <a:t>1980 and the SBIR program.</a:t>
          </a:r>
          <a:endParaRPr lang="en-US" sz="1800" kern="1200" dirty="0" smtClean="0"/>
        </a:p>
      </dsp:txBody>
      <dsp:txXfrm>
        <a:off x="6625649" y="0"/>
        <a:ext cx="2174274" cy="1917700"/>
      </dsp:txXfrm>
    </dsp:sp>
  </dsp:spTree>
</dsp:drawing>
</file>

<file path=ppt/diagrams/drawing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5EE1D2E5-E13B-4FA3-A68E-FA18C8AD1A1A}">
      <dsp:nvSpPr>
        <dsp:cNvPr id="0" name=""/>
        <dsp:cNvSpPr/>
      </dsp:nvSpPr>
      <dsp:spPr>
        <a:xfrm>
          <a:off x="678" y="0"/>
          <a:ext cx="2918489" cy="2743200"/>
        </a:xfrm>
        <a:prstGeom prst="roundRect">
          <a:avLst>
            <a:gd name="adj" fmla="val 5000"/>
          </a:avLst>
        </a:prstGeom>
        <a:solidFill>
          <a:schemeClr val="accent2">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0" tIns="68580" rIns="88900" bIns="0" numCol="1" spcCol="1270" anchor="t" anchorCtr="0">
          <a:noAutofit/>
        </a:bodyPr>
        <a:lstStyle/>
        <a:p>
          <a:pPr lvl="0" algn="r" defTabSz="889000">
            <a:lnSpc>
              <a:spcPct val="90000"/>
            </a:lnSpc>
            <a:spcBef>
              <a:spcPct val="0"/>
            </a:spcBef>
            <a:spcAft>
              <a:spcPct val="35000"/>
            </a:spcAft>
          </a:pPr>
          <a:r>
            <a:rPr lang="en-US" sz="2000" b="1" u="sng" kern="1200" dirty="0" smtClean="0"/>
            <a:t>Construct</a:t>
          </a:r>
          <a:endParaRPr lang="en-US" sz="2000" b="1" u="sng" kern="1200" dirty="0"/>
        </a:p>
      </dsp:txBody>
      <dsp:txXfrm rot="16200000">
        <a:off x="-832184" y="832863"/>
        <a:ext cx="2249424" cy="583697"/>
      </dsp:txXfrm>
    </dsp:sp>
    <dsp:sp modelId="{0F07502A-98A4-4880-9779-27EA2BEB6F02}">
      <dsp:nvSpPr>
        <dsp:cNvPr id="0" name=""/>
        <dsp:cNvSpPr/>
      </dsp:nvSpPr>
      <dsp:spPr>
        <a:xfrm>
          <a:off x="584376" y="0"/>
          <a:ext cx="2174274" cy="2743200"/>
        </a:xfrm>
        <a:prstGeom prst="rect">
          <a:avLst/>
        </a:prstGeom>
        <a:noFill/>
        <a:ln w="25400" cap="flat" cmpd="sng" algn="ctr">
          <a:noFill/>
          <a:prstDash val="solid"/>
        </a:ln>
        <a:effectLst/>
        <a:sp3d/>
      </dsp:spPr>
      <dsp:style>
        <a:lnRef idx="2">
          <a:scrgbClr r="0" g="0" b="0"/>
        </a:lnRef>
        <a:fillRef idx="1">
          <a:scrgbClr r="0" g="0" b="0"/>
        </a:fillRef>
        <a:effectRef idx="0">
          <a:scrgbClr r="0" g="0" b="0"/>
        </a:effectRef>
        <a:fontRef idx="minor">
          <a:schemeClr val="lt1"/>
        </a:fontRef>
      </dsp:style>
      <dsp:txBody>
        <a:bodyPr spcFirstLastPara="0" vert="horz" wrap="square" lIns="0" tIns="123444" rIns="0" bIns="0" numCol="1" spcCol="1270" anchor="t" anchorCtr="0">
          <a:noAutofit/>
        </a:bodyPr>
        <a:lstStyle/>
        <a:p>
          <a:pPr lvl="0" algn="l" defTabSz="1600200">
            <a:lnSpc>
              <a:spcPct val="90000"/>
            </a:lnSpc>
            <a:spcBef>
              <a:spcPct val="0"/>
            </a:spcBef>
            <a:spcAft>
              <a:spcPct val="35000"/>
            </a:spcAft>
          </a:pPr>
          <a:r>
            <a:rPr lang="en-US" sz="3600" kern="1200" dirty="0" smtClean="0"/>
            <a:t>Defining Success</a:t>
          </a:r>
          <a:endParaRPr lang="en-US" sz="3600" kern="1200" dirty="0"/>
        </a:p>
      </dsp:txBody>
      <dsp:txXfrm>
        <a:off x="584376" y="0"/>
        <a:ext cx="2174274" cy="2743200"/>
      </dsp:txXfrm>
    </dsp:sp>
    <dsp:sp modelId="{CB5EA34A-627A-4C1F-96E3-4088D2A98FDD}">
      <dsp:nvSpPr>
        <dsp:cNvPr id="0" name=""/>
        <dsp:cNvSpPr/>
      </dsp:nvSpPr>
      <dsp:spPr>
        <a:xfrm>
          <a:off x="3021315" y="0"/>
          <a:ext cx="2918489" cy="2743200"/>
        </a:xfrm>
        <a:prstGeom prst="roundRect">
          <a:avLst>
            <a:gd name="adj" fmla="val 5000"/>
          </a:avLst>
        </a:prstGeom>
        <a:solidFill>
          <a:schemeClr val="accent3">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0" tIns="68580" rIns="88900" bIns="0" numCol="1" spcCol="1270" anchor="t" anchorCtr="0">
          <a:noAutofit/>
        </a:bodyPr>
        <a:lstStyle/>
        <a:p>
          <a:pPr lvl="0" algn="r" defTabSz="889000">
            <a:lnSpc>
              <a:spcPct val="90000"/>
            </a:lnSpc>
            <a:spcBef>
              <a:spcPct val="0"/>
            </a:spcBef>
            <a:spcAft>
              <a:spcPct val="35000"/>
            </a:spcAft>
          </a:pPr>
          <a:r>
            <a:rPr lang="en-US" sz="2000" b="1" u="sng" kern="1200" dirty="0" smtClean="0"/>
            <a:t>Literature</a:t>
          </a:r>
          <a:endParaRPr lang="en-US" sz="2000" b="1" u="sng" kern="1200" dirty="0"/>
        </a:p>
      </dsp:txBody>
      <dsp:txXfrm rot="16200000">
        <a:off x="2188452" y="832863"/>
        <a:ext cx="2249424" cy="583697"/>
      </dsp:txXfrm>
    </dsp:sp>
    <dsp:sp modelId="{45668240-D897-4FC1-8421-6DD785B65040}">
      <dsp:nvSpPr>
        <dsp:cNvPr id="0" name=""/>
        <dsp:cNvSpPr/>
      </dsp:nvSpPr>
      <dsp:spPr>
        <a:xfrm rot="5400000">
          <a:off x="2834413" y="2131875"/>
          <a:ext cx="402987" cy="437773"/>
        </a:xfrm>
        <a:prstGeom prst="flowChartExtract">
          <a:avLst/>
        </a:prstGeom>
        <a:solidFill>
          <a:schemeClr val="lt1">
            <a:hueOff val="0"/>
            <a:satOff val="0"/>
            <a:lumOff val="0"/>
            <a:alphaOff val="0"/>
          </a:schemeClr>
        </a:solidFill>
        <a:ln w="25400" cap="flat" cmpd="sng" algn="ctr">
          <a:solidFill>
            <a:schemeClr val="accent2">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 modelId="{7C1FE252-E5CE-40AF-AE08-799A5F741FEE}">
      <dsp:nvSpPr>
        <dsp:cNvPr id="0" name=""/>
        <dsp:cNvSpPr/>
      </dsp:nvSpPr>
      <dsp:spPr>
        <a:xfrm>
          <a:off x="3605013" y="0"/>
          <a:ext cx="2174274" cy="2743200"/>
        </a:xfrm>
        <a:prstGeom prst="rect">
          <a:avLst/>
        </a:prstGeom>
        <a:noFill/>
        <a:ln w="25400" cap="flat" cmpd="sng" algn="ctr">
          <a:noFill/>
          <a:prstDash val="solid"/>
        </a:ln>
        <a:effectLst/>
        <a:sp3d/>
      </dsp:spPr>
      <dsp:style>
        <a:lnRef idx="2">
          <a:scrgbClr r="0" g="0" b="0"/>
        </a:lnRef>
        <a:fillRef idx="1">
          <a:scrgbClr r="0" g="0" b="0"/>
        </a:fillRef>
        <a:effectRef idx="0">
          <a:scrgbClr r="0" g="0" b="0"/>
        </a:effectRef>
        <a:fontRef idx="minor">
          <a:schemeClr val="lt1"/>
        </a:fontRef>
      </dsp:style>
      <dsp:txBody>
        <a:bodyPr spcFirstLastPara="0" vert="horz" wrap="square" lIns="0" tIns="61722" rIns="0" bIns="0" numCol="1" spcCol="1270" anchor="t" anchorCtr="0">
          <a:noAutofit/>
        </a:bodyPr>
        <a:lstStyle/>
        <a:p>
          <a:pPr lvl="0" algn="l" defTabSz="800100">
            <a:lnSpc>
              <a:spcPct val="90000"/>
            </a:lnSpc>
            <a:spcBef>
              <a:spcPct val="0"/>
            </a:spcBef>
            <a:spcAft>
              <a:spcPct val="35000"/>
            </a:spcAft>
          </a:pPr>
          <a:r>
            <a:rPr lang="en-US" sz="1800" kern="1200" dirty="0" smtClean="0"/>
            <a:t>Executed patent license, established new business entity, executed sponsored research agreement</a:t>
          </a:r>
          <a:endParaRPr lang="en-US" sz="1800" kern="1200" dirty="0"/>
        </a:p>
        <a:p>
          <a:pPr marL="114300" lvl="1" indent="-114300" algn="l" defTabSz="622300">
            <a:lnSpc>
              <a:spcPct val="90000"/>
            </a:lnSpc>
            <a:spcBef>
              <a:spcPct val="0"/>
            </a:spcBef>
            <a:spcAft>
              <a:spcPct val="15000"/>
            </a:spcAft>
            <a:buChar char="••"/>
          </a:pPr>
          <a:r>
            <a:rPr lang="en-US" sz="1400" kern="1200" dirty="0" smtClean="0"/>
            <a:t>Gonzalez-</a:t>
          </a:r>
          <a:r>
            <a:rPr lang="en-US" sz="1400" kern="1200" dirty="0" err="1" smtClean="0"/>
            <a:t>Pernia</a:t>
          </a:r>
          <a:r>
            <a:rPr lang="en-US" sz="1400" kern="1200" dirty="0" smtClean="0"/>
            <a:t>, </a:t>
          </a:r>
          <a:r>
            <a:rPr lang="en-US" sz="1400" kern="1200" dirty="0" err="1" smtClean="0"/>
            <a:t>Kuechle</a:t>
          </a:r>
          <a:r>
            <a:rPr lang="en-US" sz="1400" kern="1200" dirty="0" smtClean="0"/>
            <a:t> &amp; Pena-</a:t>
          </a:r>
          <a:r>
            <a:rPr lang="en-US" sz="1400" kern="1200" dirty="0" err="1" smtClean="0"/>
            <a:t>Legazkue</a:t>
          </a:r>
          <a:r>
            <a:rPr lang="en-US" sz="1400" kern="1200" dirty="0" smtClean="0"/>
            <a:t> (2013)</a:t>
          </a:r>
        </a:p>
        <a:p>
          <a:pPr marL="114300" lvl="1" indent="-114300" algn="l" defTabSz="622300">
            <a:lnSpc>
              <a:spcPct val="90000"/>
            </a:lnSpc>
            <a:spcBef>
              <a:spcPct val="0"/>
            </a:spcBef>
            <a:spcAft>
              <a:spcPct val="15000"/>
            </a:spcAft>
            <a:buChar char="••"/>
          </a:pPr>
          <a:r>
            <a:rPr lang="en-US" sz="1400" kern="1200" dirty="0" err="1" smtClean="0"/>
            <a:t>Markman</a:t>
          </a:r>
          <a:r>
            <a:rPr lang="en-US" sz="1400" kern="1200" dirty="0" smtClean="0"/>
            <a:t>, </a:t>
          </a:r>
          <a:r>
            <a:rPr lang="en-US" sz="1400" kern="1200" dirty="0" err="1" smtClean="0"/>
            <a:t>Gioniodis</a:t>
          </a:r>
          <a:r>
            <a:rPr lang="en-US" sz="1400" kern="1200" dirty="0" smtClean="0"/>
            <a:t> &amp; Phan (2009)</a:t>
          </a:r>
        </a:p>
        <a:p>
          <a:pPr marL="114300" lvl="1" indent="-114300" algn="l" defTabSz="622300">
            <a:lnSpc>
              <a:spcPct val="90000"/>
            </a:lnSpc>
            <a:spcBef>
              <a:spcPct val="0"/>
            </a:spcBef>
            <a:spcAft>
              <a:spcPct val="15000"/>
            </a:spcAft>
            <a:buChar char="••"/>
          </a:pPr>
          <a:r>
            <a:rPr lang="en-US" sz="1400" kern="1200" dirty="0" smtClean="0"/>
            <a:t>Hallam, Wurth &amp; Mancha (2014)</a:t>
          </a:r>
        </a:p>
      </dsp:txBody>
      <dsp:txXfrm>
        <a:off x="3605013" y="0"/>
        <a:ext cx="2174274" cy="2743200"/>
      </dsp:txXfrm>
    </dsp:sp>
    <dsp:sp modelId="{BBE81636-BCDD-48A0-B978-839FA7B950F8}">
      <dsp:nvSpPr>
        <dsp:cNvPr id="0" name=""/>
        <dsp:cNvSpPr/>
      </dsp:nvSpPr>
      <dsp:spPr>
        <a:xfrm>
          <a:off x="6041952" y="0"/>
          <a:ext cx="2918489" cy="2743200"/>
        </a:xfrm>
        <a:prstGeom prst="roundRect">
          <a:avLst>
            <a:gd name="adj" fmla="val 5000"/>
          </a:avLst>
        </a:prstGeom>
        <a:solidFill>
          <a:schemeClr val="accent4">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0" tIns="68580" rIns="88900" bIns="0" numCol="1" spcCol="1270" anchor="t" anchorCtr="0">
          <a:noAutofit/>
        </a:bodyPr>
        <a:lstStyle/>
        <a:p>
          <a:pPr lvl="0" algn="r" defTabSz="889000">
            <a:lnSpc>
              <a:spcPct val="90000"/>
            </a:lnSpc>
            <a:spcBef>
              <a:spcPct val="0"/>
            </a:spcBef>
            <a:spcAft>
              <a:spcPct val="35000"/>
            </a:spcAft>
          </a:pPr>
          <a:r>
            <a:rPr lang="en-US" sz="2000" b="1" u="sng" kern="1200" dirty="0" smtClean="0"/>
            <a:t>Observations</a:t>
          </a:r>
          <a:endParaRPr lang="en-US" sz="2000" b="1" u="sng" kern="1200" dirty="0"/>
        </a:p>
      </dsp:txBody>
      <dsp:txXfrm rot="16200000">
        <a:off x="5209089" y="832863"/>
        <a:ext cx="2249424" cy="583697"/>
      </dsp:txXfrm>
    </dsp:sp>
    <dsp:sp modelId="{BAC8B8B3-49A2-4BE7-B498-654C601FE809}">
      <dsp:nvSpPr>
        <dsp:cNvPr id="0" name=""/>
        <dsp:cNvSpPr/>
      </dsp:nvSpPr>
      <dsp:spPr>
        <a:xfrm rot="5400000">
          <a:off x="5855050" y="2131875"/>
          <a:ext cx="402987" cy="437773"/>
        </a:xfrm>
        <a:prstGeom prst="flowChartExtract">
          <a:avLst/>
        </a:prstGeom>
        <a:solidFill>
          <a:schemeClr val="lt1">
            <a:hueOff val="0"/>
            <a:satOff val="0"/>
            <a:lumOff val="0"/>
            <a:alphaOff val="0"/>
          </a:schemeClr>
        </a:solidFill>
        <a:ln w="25400" cap="flat" cmpd="sng" algn="ctr">
          <a:solidFill>
            <a:schemeClr val="accent3">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 modelId="{4428B23C-049C-4D7B-92D7-DD65A1003E4E}">
      <dsp:nvSpPr>
        <dsp:cNvPr id="0" name=""/>
        <dsp:cNvSpPr/>
      </dsp:nvSpPr>
      <dsp:spPr>
        <a:xfrm>
          <a:off x="6625649" y="0"/>
          <a:ext cx="2174274" cy="2743200"/>
        </a:xfrm>
        <a:prstGeom prst="rect">
          <a:avLst/>
        </a:prstGeom>
        <a:noFill/>
        <a:ln w="25400" cap="flat" cmpd="sng" algn="ctr">
          <a:noFill/>
          <a:prstDash val="solid"/>
        </a:ln>
        <a:effectLst/>
        <a:sp3d/>
      </dsp:spPr>
      <dsp:style>
        <a:lnRef idx="2">
          <a:scrgbClr r="0" g="0" b="0"/>
        </a:lnRef>
        <a:fillRef idx="1">
          <a:scrgbClr r="0" g="0" b="0"/>
        </a:fillRef>
        <a:effectRef idx="0">
          <a:scrgbClr r="0" g="0" b="0"/>
        </a:effectRef>
        <a:fontRef idx="minor">
          <a:schemeClr val="lt1"/>
        </a:fontRef>
      </dsp:style>
      <dsp:txBody>
        <a:bodyPr spcFirstLastPara="0" vert="horz" wrap="square" lIns="0" tIns="61722" rIns="0" bIns="0" numCol="1" spcCol="1270" anchor="t" anchorCtr="0">
          <a:noAutofit/>
        </a:bodyPr>
        <a:lstStyle/>
        <a:p>
          <a:pPr lvl="0" algn="l" defTabSz="800100">
            <a:lnSpc>
              <a:spcPct val="90000"/>
            </a:lnSpc>
            <a:spcBef>
              <a:spcPct val="0"/>
            </a:spcBef>
            <a:spcAft>
              <a:spcPct val="35000"/>
            </a:spcAft>
          </a:pPr>
          <a:r>
            <a:rPr lang="en-US" sz="1800" kern="1200" dirty="0" smtClean="0"/>
            <a:t>A patent license is often a requirement for forming a university spinout company.</a:t>
          </a:r>
          <a:endParaRPr lang="en-US" sz="1800" kern="1200" dirty="0"/>
        </a:p>
        <a:p>
          <a:pPr lvl="0" algn="l" defTabSz="800100">
            <a:lnSpc>
              <a:spcPct val="90000"/>
            </a:lnSpc>
            <a:spcBef>
              <a:spcPct val="0"/>
            </a:spcBef>
            <a:spcAft>
              <a:spcPct val="35000"/>
            </a:spcAft>
          </a:pPr>
          <a:r>
            <a:rPr lang="en-US" sz="1800" kern="1200" dirty="0" smtClean="0"/>
            <a:t>Sponsored research may not be related to technology previously developed at the university.</a:t>
          </a:r>
          <a:endParaRPr lang="en-US" sz="1800" kern="1200" dirty="0"/>
        </a:p>
      </dsp:txBody>
      <dsp:txXfrm>
        <a:off x="6625649" y="0"/>
        <a:ext cx="2174274" cy="2743200"/>
      </dsp:txXfrm>
    </dsp:sp>
  </dsp:spTree>
</dsp:drawing>
</file>

<file path=ppt/diagrams/drawing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5EE1D2E5-E13B-4FA3-A68E-FA18C8AD1A1A}">
      <dsp:nvSpPr>
        <dsp:cNvPr id="0" name=""/>
        <dsp:cNvSpPr/>
      </dsp:nvSpPr>
      <dsp:spPr>
        <a:xfrm>
          <a:off x="678" y="0"/>
          <a:ext cx="2918489" cy="2822505"/>
        </a:xfrm>
        <a:prstGeom prst="roundRect">
          <a:avLst>
            <a:gd name="adj" fmla="val 5000"/>
          </a:avLst>
        </a:prstGeom>
        <a:solidFill>
          <a:schemeClr val="accent2">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0" tIns="68580" rIns="88900" bIns="0" numCol="1" spcCol="1270" anchor="t" anchorCtr="0">
          <a:noAutofit/>
        </a:bodyPr>
        <a:lstStyle/>
        <a:p>
          <a:pPr lvl="0" algn="r" defTabSz="889000">
            <a:lnSpc>
              <a:spcPct val="90000"/>
            </a:lnSpc>
            <a:spcBef>
              <a:spcPct val="0"/>
            </a:spcBef>
            <a:spcAft>
              <a:spcPct val="35000"/>
            </a:spcAft>
          </a:pPr>
          <a:r>
            <a:rPr lang="en-US" sz="2000" b="1" u="sng" kern="1200" dirty="0" smtClean="0"/>
            <a:t>Construct</a:t>
          </a:r>
          <a:endParaRPr lang="en-US" sz="2000" b="1" u="sng" kern="1200" dirty="0"/>
        </a:p>
      </dsp:txBody>
      <dsp:txXfrm rot="16200000">
        <a:off x="-864699" y="865378"/>
        <a:ext cx="2314454" cy="583697"/>
      </dsp:txXfrm>
    </dsp:sp>
    <dsp:sp modelId="{0F07502A-98A4-4880-9779-27EA2BEB6F02}">
      <dsp:nvSpPr>
        <dsp:cNvPr id="0" name=""/>
        <dsp:cNvSpPr/>
      </dsp:nvSpPr>
      <dsp:spPr>
        <a:xfrm>
          <a:off x="584376" y="0"/>
          <a:ext cx="2174274" cy="2822505"/>
        </a:xfrm>
        <a:prstGeom prst="rect">
          <a:avLst/>
        </a:prstGeom>
        <a:noFill/>
        <a:ln w="25400" cap="flat" cmpd="sng" algn="ctr">
          <a:noFill/>
          <a:prstDash val="solid"/>
        </a:ln>
        <a:effectLst/>
        <a:sp3d/>
      </dsp:spPr>
      <dsp:style>
        <a:lnRef idx="2">
          <a:scrgbClr r="0" g="0" b="0"/>
        </a:lnRef>
        <a:fillRef idx="1">
          <a:scrgbClr r="0" g="0" b="0"/>
        </a:fillRef>
        <a:effectRef idx="0">
          <a:scrgbClr r="0" g="0" b="0"/>
        </a:effectRef>
        <a:fontRef idx="minor">
          <a:schemeClr val="lt1"/>
        </a:fontRef>
      </dsp:style>
      <dsp:txBody>
        <a:bodyPr spcFirstLastPara="0" vert="horz" wrap="square" lIns="0" tIns="123444" rIns="0" bIns="0" numCol="1" spcCol="1270" anchor="t" anchorCtr="0">
          <a:noAutofit/>
        </a:bodyPr>
        <a:lstStyle/>
        <a:p>
          <a:pPr lvl="0" algn="l" defTabSz="1600200">
            <a:lnSpc>
              <a:spcPct val="90000"/>
            </a:lnSpc>
            <a:spcBef>
              <a:spcPct val="0"/>
            </a:spcBef>
            <a:spcAft>
              <a:spcPct val="35000"/>
            </a:spcAft>
          </a:pPr>
          <a:r>
            <a:rPr lang="en-US" sz="3600" kern="1200" dirty="0" smtClean="0"/>
            <a:t>Success Factors</a:t>
          </a:r>
          <a:endParaRPr lang="en-US" sz="3600" kern="1200" dirty="0"/>
        </a:p>
      </dsp:txBody>
      <dsp:txXfrm>
        <a:off x="584376" y="0"/>
        <a:ext cx="2174274" cy="2822505"/>
      </dsp:txXfrm>
    </dsp:sp>
    <dsp:sp modelId="{CB5EA34A-627A-4C1F-96E3-4088D2A98FDD}">
      <dsp:nvSpPr>
        <dsp:cNvPr id="0" name=""/>
        <dsp:cNvSpPr/>
      </dsp:nvSpPr>
      <dsp:spPr>
        <a:xfrm>
          <a:off x="3021315" y="0"/>
          <a:ext cx="2918489" cy="2822505"/>
        </a:xfrm>
        <a:prstGeom prst="roundRect">
          <a:avLst>
            <a:gd name="adj" fmla="val 5000"/>
          </a:avLst>
        </a:prstGeom>
        <a:solidFill>
          <a:schemeClr val="accent3">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0" tIns="68580" rIns="88900" bIns="0" numCol="1" spcCol="1270" anchor="t" anchorCtr="0">
          <a:noAutofit/>
        </a:bodyPr>
        <a:lstStyle/>
        <a:p>
          <a:pPr lvl="0" algn="r" defTabSz="889000">
            <a:lnSpc>
              <a:spcPct val="90000"/>
            </a:lnSpc>
            <a:spcBef>
              <a:spcPct val="0"/>
            </a:spcBef>
            <a:spcAft>
              <a:spcPct val="35000"/>
            </a:spcAft>
          </a:pPr>
          <a:r>
            <a:rPr lang="en-US" sz="2000" b="1" u="sng" kern="1200" dirty="0" smtClean="0"/>
            <a:t>Literature</a:t>
          </a:r>
          <a:endParaRPr lang="en-US" sz="2000" b="1" u="sng" kern="1200" dirty="0"/>
        </a:p>
      </dsp:txBody>
      <dsp:txXfrm rot="16200000">
        <a:off x="2155937" y="865378"/>
        <a:ext cx="2314454" cy="583697"/>
      </dsp:txXfrm>
    </dsp:sp>
    <dsp:sp modelId="{45668240-D897-4FC1-8421-6DD785B65040}">
      <dsp:nvSpPr>
        <dsp:cNvPr id="0" name=""/>
        <dsp:cNvSpPr/>
      </dsp:nvSpPr>
      <dsp:spPr>
        <a:xfrm rot="5400000">
          <a:off x="2828506" y="2200790"/>
          <a:ext cx="414801" cy="437773"/>
        </a:xfrm>
        <a:prstGeom prst="flowChartExtract">
          <a:avLst/>
        </a:prstGeom>
        <a:solidFill>
          <a:schemeClr val="lt1">
            <a:hueOff val="0"/>
            <a:satOff val="0"/>
            <a:lumOff val="0"/>
            <a:alphaOff val="0"/>
          </a:schemeClr>
        </a:solidFill>
        <a:ln w="25400" cap="flat" cmpd="sng" algn="ctr">
          <a:solidFill>
            <a:schemeClr val="accent2">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 modelId="{7C1FE252-E5CE-40AF-AE08-799A5F741FEE}">
      <dsp:nvSpPr>
        <dsp:cNvPr id="0" name=""/>
        <dsp:cNvSpPr/>
      </dsp:nvSpPr>
      <dsp:spPr>
        <a:xfrm>
          <a:off x="3605013" y="0"/>
          <a:ext cx="2174274" cy="2822505"/>
        </a:xfrm>
        <a:prstGeom prst="rect">
          <a:avLst/>
        </a:prstGeom>
        <a:noFill/>
        <a:ln w="25400" cap="flat" cmpd="sng" algn="ctr">
          <a:noFill/>
          <a:prstDash val="solid"/>
        </a:ln>
        <a:effectLst/>
        <a:sp3d/>
      </dsp:spPr>
      <dsp:style>
        <a:lnRef idx="2">
          <a:scrgbClr r="0" g="0" b="0"/>
        </a:lnRef>
        <a:fillRef idx="1">
          <a:scrgbClr r="0" g="0" b="0"/>
        </a:fillRef>
        <a:effectRef idx="0">
          <a:scrgbClr r="0" g="0" b="0"/>
        </a:effectRef>
        <a:fontRef idx="minor">
          <a:schemeClr val="lt1"/>
        </a:fontRef>
      </dsp:style>
      <dsp:txBody>
        <a:bodyPr spcFirstLastPara="0" vert="horz" wrap="square" lIns="0" tIns="61722" rIns="0" bIns="0" numCol="1" spcCol="1270" anchor="t" anchorCtr="0">
          <a:noAutofit/>
        </a:bodyPr>
        <a:lstStyle/>
        <a:p>
          <a:pPr lvl="0" algn="l" defTabSz="800100">
            <a:lnSpc>
              <a:spcPct val="90000"/>
            </a:lnSpc>
            <a:spcBef>
              <a:spcPct val="0"/>
            </a:spcBef>
            <a:spcAft>
              <a:spcPct val="35000"/>
            </a:spcAft>
          </a:pPr>
          <a:r>
            <a:rPr lang="en-US" sz="1800" kern="1200" dirty="0" smtClean="0"/>
            <a:t>No. of staff, no. of years of operation, portfolio size, office autonomy, university specialization, entrepreneurship infrastructure</a:t>
          </a:r>
        </a:p>
        <a:p>
          <a:pPr marL="114300" lvl="1" indent="-114300" algn="l" defTabSz="622300">
            <a:lnSpc>
              <a:spcPct val="90000"/>
            </a:lnSpc>
            <a:spcBef>
              <a:spcPct val="0"/>
            </a:spcBef>
            <a:spcAft>
              <a:spcPct val="15000"/>
            </a:spcAft>
            <a:buChar char="••"/>
          </a:pPr>
          <a:r>
            <a:rPr lang="en-US" sz="1400" kern="1200" dirty="0" smtClean="0"/>
            <a:t>Gonzalez-</a:t>
          </a:r>
          <a:r>
            <a:rPr lang="en-US" sz="1400" kern="1200" dirty="0" err="1" smtClean="0"/>
            <a:t>Pernia</a:t>
          </a:r>
          <a:r>
            <a:rPr lang="en-US" sz="1400" kern="1200" dirty="0" smtClean="0"/>
            <a:t>, </a:t>
          </a:r>
          <a:r>
            <a:rPr lang="en-US" sz="1400" kern="1200" dirty="0" err="1" smtClean="0"/>
            <a:t>Kuechle</a:t>
          </a:r>
          <a:r>
            <a:rPr lang="en-US" sz="1400" kern="1200" dirty="0" smtClean="0"/>
            <a:t> &amp; Pena-</a:t>
          </a:r>
          <a:r>
            <a:rPr lang="en-US" sz="1400" kern="1200" dirty="0" err="1" smtClean="0"/>
            <a:t>Legazkue</a:t>
          </a:r>
          <a:r>
            <a:rPr lang="en-US" sz="1400" kern="1200" dirty="0" smtClean="0"/>
            <a:t> (2013)</a:t>
          </a:r>
        </a:p>
        <a:p>
          <a:pPr marL="114300" lvl="1" indent="-114300" algn="l" defTabSz="622300">
            <a:lnSpc>
              <a:spcPct val="90000"/>
            </a:lnSpc>
            <a:spcBef>
              <a:spcPct val="0"/>
            </a:spcBef>
            <a:spcAft>
              <a:spcPct val="15000"/>
            </a:spcAft>
            <a:buChar char="••"/>
          </a:pPr>
          <a:r>
            <a:rPr lang="en-US" sz="1400" kern="1200" dirty="0" err="1" smtClean="0"/>
            <a:t>Markman</a:t>
          </a:r>
          <a:r>
            <a:rPr lang="en-US" sz="1400" kern="1200" dirty="0" smtClean="0"/>
            <a:t>, </a:t>
          </a:r>
          <a:r>
            <a:rPr lang="en-US" sz="1400" kern="1200" dirty="0" err="1" smtClean="0"/>
            <a:t>Gioniodis</a:t>
          </a:r>
          <a:r>
            <a:rPr lang="en-US" sz="1400" kern="1200" dirty="0" smtClean="0"/>
            <a:t> &amp; Phan (2009)</a:t>
          </a:r>
        </a:p>
      </dsp:txBody>
      <dsp:txXfrm>
        <a:off x="3605013" y="0"/>
        <a:ext cx="2174274" cy="2822505"/>
      </dsp:txXfrm>
    </dsp:sp>
    <dsp:sp modelId="{BBE81636-BCDD-48A0-B978-839FA7B950F8}">
      <dsp:nvSpPr>
        <dsp:cNvPr id="0" name=""/>
        <dsp:cNvSpPr/>
      </dsp:nvSpPr>
      <dsp:spPr>
        <a:xfrm>
          <a:off x="6041952" y="0"/>
          <a:ext cx="2918489" cy="2822505"/>
        </a:xfrm>
        <a:prstGeom prst="roundRect">
          <a:avLst>
            <a:gd name="adj" fmla="val 5000"/>
          </a:avLst>
        </a:prstGeom>
        <a:solidFill>
          <a:schemeClr val="accent4">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0" tIns="68580" rIns="88900" bIns="0" numCol="1" spcCol="1270" anchor="t" anchorCtr="0">
          <a:noAutofit/>
        </a:bodyPr>
        <a:lstStyle/>
        <a:p>
          <a:pPr lvl="0" algn="r" defTabSz="889000">
            <a:lnSpc>
              <a:spcPct val="90000"/>
            </a:lnSpc>
            <a:spcBef>
              <a:spcPct val="0"/>
            </a:spcBef>
            <a:spcAft>
              <a:spcPct val="35000"/>
            </a:spcAft>
          </a:pPr>
          <a:r>
            <a:rPr lang="en-US" sz="2000" b="1" u="sng" kern="1200" dirty="0" smtClean="0"/>
            <a:t>Observations</a:t>
          </a:r>
          <a:endParaRPr lang="en-US" sz="2000" b="1" u="sng" kern="1200" dirty="0"/>
        </a:p>
      </dsp:txBody>
      <dsp:txXfrm rot="16200000">
        <a:off x="5176573" y="865378"/>
        <a:ext cx="2314454" cy="583697"/>
      </dsp:txXfrm>
    </dsp:sp>
    <dsp:sp modelId="{BAC8B8B3-49A2-4BE7-B498-654C601FE809}">
      <dsp:nvSpPr>
        <dsp:cNvPr id="0" name=""/>
        <dsp:cNvSpPr/>
      </dsp:nvSpPr>
      <dsp:spPr>
        <a:xfrm rot="5400000">
          <a:off x="5849143" y="2200790"/>
          <a:ext cx="414801" cy="437773"/>
        </a:xfrm>
        <a:prstGeom prst="flowChartExtract">
          <a:avLst/>
        </a:prstGeom>
        <a:solidFill>
          <a:schemeClr val="lt1">
            <a:hueOff val="0"/>
            <a:satOff val="0"/>
            <a:lumOff val="0"/>
            <a:alphaOff val="0"/>
          </a:schemeClr>
        </a:solidFill>
        <a:ln w="25400" cap="flat" cmpd="sng" algn="ctr">
          <a:solidFill>
            <a:schemeClr val="accent3">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 modelId="{4428B23C-049C-4D7B-92D7-DD65A1003E4E}">
      <dsp:nvSpPr>
        <dsp:cNvPr id="0" name=""/>
        <dsp:cNvSpPr/>
      </dsp:nvSpPr>
      <dsp:spPr>
        <a:xfrm>
          <a:off x="6625649" y="0"/>
          <a:ext cx="2174274" cy="2822505"/>
        </a:xfrm>
        <a:prstGeom prst="rect">
          <a:avLst/>
        </a:prstGeom>
        <a:noFill/>
        <a:ln w="25400" cap="flat" cmpd="sng" algn="ctr">
          <a:noFill/>
          <a:prstDash val="solid"/>
        </a:ln>
        <a:effectLst/>
        <a:sp3d/>
      </dsp:spPr>
      <dsp:style>
        <a:lnRef idx="2">
          <a:scrgbClr r="0" g="0" b="0"/>
        </a:lnRef>
        <a:fillRef idx="1">
          <a:scrgbClr r="0" g="0" b="0"/>
        </a:fillRef>
        <a:effectRef idx="0">
          <a:scrgbClr r="0" g="0" b="0"/>
        </a:effectRef>
        <a:fontRef idx="minor">
          <a:schemeClr val="lt1"/>
        </a:fontRef>
      </dsp:style>
      <dsp:txBody>
        <a:bodyPr spcFirstLastPara="0" vert="horz" wrap="square" lIns="0" tIns="61722" rIns="0" bIns="0" numCol="1" spcCol="1270" anchor="t" anchorCtr="0">
          <a:noAutofit/>
        </a:bodyPr>
        <a:lstStyle/>
        <a:p>
          <a:pPr lvl="0" algn="l" defTabSz="800100">
            <a:lnSpc>
              <a:spcPct val="90000"/>
            </a:lnSpc>
            <a:spcBef>
              <a:spcPct val="0"/>
            </a:spcBef>
            <a:spcAft>
              <a:spcPct val="35000"/>
            </a:spcAft>
          </a:pPr>
          <a:r>
            <a:rPr lang="en-US" sz="1800" kern="1200" dirty="0" smtClean="0"/>
            <a:t>Studies have mostly focused on factors exogenous to the research and development process.</a:t>
          </a:r>
          <a:endParaRPr lang="en-US" sz="1800" kern="1200" dirty="0"/>
        </a:p>
      </dsp:txBody>
      <dsp:txXfrm>
        <a:off x="6625649" y="0"/>
        <a:ext cx="2174274" cy="2822505"/>
      </dsp:txXfrm>
    </dsp:sp>
  </dsp:spTree>
</dsp:drawing>
</file>

<file path=ppt/diagrams/drawing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5EE1D2E5-E13B-4FA3-A68E-FA18C8AD1A1A}">
      <dsp:nvSpPr>
        <dsp:cNvPr id="0" name=""/>
        <dsp:cNvSpPr/>
      </dsp:nvSpPr>
      <dsp:spPr>
        <a:xfrm>
          <a:off x="678" y="0"/>
          <a:ext cx="2918489" cy="1917700"/>
        </a:xfrm>
        <a:prstGeom prst="roundRect">
          <a:avLst>
            <a:gd name="adj" fmla="val 5000"/>
          </a:avLst>
        </a:prstGeom>
        <a:solidFill>
          <a:schemeClr val="accent2">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0" tIns="68580" rIns="88900" bIns="0" numCol="1" spcCol="1270" anchor="t" anchorCtr="0">
          <a:noAutofit/>
        </a:bodyPr>
        <a:lstStyle/>
        <a:p>
          <a:pPr lvl="0" algn="r" defTabSz="889000">
            <a:lnSpc>
              <a:spcPct val="90000"/>
            </a:lnSpc>
            <a:spcBef>
              <a:spcPct val="0"/>
            </a:spcBef>
            <a:spcAft>
              <a:spcPct val="35000"/>
            </a:spcAft>
          </a:pPr>
          <a:r>
            <a:rPr lang="en-US" sz="2000" b="1" u="sng" kern="1200" dirty="0" smtClean="0"/>
            <a:t>Construct</a:t>
          </a:r>
          <a:endParaRPr lang="en-US" sz="2000" b="1" u="sng" kern="1200" dirty="0"/>
        </a:p>
      </dsp:txBody>
      <dsp:txXfrm rot="16200000">
        <a:off x="-493729" y="494408"/>
        <a:ext cx="1572514" cy="583697"/>
      </dsp:txXfrm>
    </dsp:sp>
    <dsp:sp modelId="{0F07502A-98A4-4880-9779-27EA2BEB6F02}">
      <dsp:nvSpPr>
        <dsp:cNvPr id="0" name=""/>
        <dsp:cNvSpPr/>
      </dsp:nvSpPr>
      <dsp:spPr>
        <a:xfrm>
          <a:off x="584376" y="0"/>
          <a:ext cx="2174274" cy="1917700"/>
        </a:xfrm>
        <a:prstGeom prst="rect">
          <a:avLst/>
        </a:prstGeom>
        <a:noFill/>
        <a:ln w="25400" cap="flat" cmpd="sng" algn="ctr">
          <a:noFill/>
          <a:prstDash val="solid"/>
        </a:ln>
        <a:effectLst/>
        <a:sp3d/>
      </dsp:spPr>
      <dsp:style>
        <a:lnRef idx="2">
          <a:scrgbClr r="0" g="0" b="0"/>
        </a:lnRef>
        <a:fillRef idx="1">
          <a:scrgbClr r="0" g="0" b="0"/>
        </a:fillRef>
        <a:effectRef idx="0">
          <a:scrgbClr r="0" g="0" b="0"/>
        </a:effectRef>
        <a:fontRef idx="minor">
          <a:schemeClr val="lt1"/>
        </a:fontRef>
      </dsp:style>
      <dsp:txBody>
        <a:bodyPr spcFirstLastPara="0" vert="horz" wrap="square" lIns="0" tIns="123444" rIns="0" bIns="0" numCol="1" spcCol="1270" anchor="t" anchorCtr="0">
          <a:noAutofit/>
        </a:bodyPr>
        <a:lstStyle/>
        <a:p>
          <a:pPr lvl="0" algn="l" defTabSz="1600200">
            <a:lnSpc>
              <a:spcPct val="90000"/>
            </a:lnSpc>
            <a:spcBef>
              <a:spcPct val="0"/>
            </a:spcBef>
            <a:spcAft>
              <a:spcPct val="35000"/>
            </a:spcAft>
          </a:pPr>
          <a:r>
            <a:rPr lang="en-US" sz="3600" kern="1200" dirty="0" smtClean="0"/>
            <a:t>Stage &amp; Geography</a:t>
          </a:r>
          <a:endParaRPr lang="en-US" sz="3600" kern="1200" dirty="0"/>
        </a:p>
      </dsp:txBody>
      <dsp:txXfrm>
        <a:off x="584376" y="0"/>
        <a:ext cx="2174274" cy="1917700"/>
      </dsp:txXfrm>
    </dsp:sp>
    <dsp:sp modelId="{CB5EA34A-627A-4C1F-96E3-4088D2A98FDD}">
      <dsp:nvSpPr>
        <dsp:cNvPr id="0" name=""/>
        <dsp:cNvSpPr/>
      </dsp:nvSpPr>
      <dsp:spPr>
        <a:xfrm>
          <a:off x="3021315" y="0"/>
          <a:ext cx="2918489" cy="1917700"/>
        </a:xfrm>
        <a:prstGeom prst="roundRect">
          <a:avLst>
            <a:gd name="adj" fmla="val 5000"/>
          </a:avLst>
        </a:prstGeom>
        <a:solidFill>
          <a:schemeClr val="accent3">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0" tIns="68580" rIns="88900" bIns="0" numCol="1" spcCol="1270" anchor="t" anchorCtr="0">
          <a:noAutofit/>
        </a:bodyPr>
        <a:lstStyle/>
        <a:p>
          <a:pPr lvl="0" algn="r" defTabSz="889000">
            <a:lnSpc>
              <a:spcPct val="90000"/>
            </a:lnSpc>
            <a:spcBef>
              <a:spcPct val="0"/>
            </a:spcBef>
            <a:spcAft>
              <a:spcPct val="35000"/>
            </a:spcAft>
          </a:pPr>
          <a:r>
            <a:rPr lang="en-US" sz="2000" b="1" u="sng" kern="1200" dirty="0" smtClean="0"/>
            <a:t>Literature</a:t>
          </a:r>
          <a:endParaRPr lang="en-US" sz="2000" b="1" u="sng" kern="1200" dirty="0"/>
        </a:p>
      </dsp:txBody>
      <dsp:txXfrm rot="16200000">
        <a:off x="2526907" y="494408"/>
        <a:ext cx="1572514" cy="583697"/>
      </dsp:txXfrm>
    </dsp:sp>
    <dsp:sp modelId="{45668240-D897-4FC1-8421-6DD785B65040}">
      <dsp:nvSpPr>
        <dsp:cNvPr id="0" name=""/>
        <dsp:cNvSpPr/>
      </dsp:nvSpPr>
      <dsp:spPr>
        <a:xfrm rot="5400000">
          <a:off x="2894960" y="1425498"/>
          <a:ext cx="281894" cy="437773"/>
        </a:xfrm>
        <a:prstGeom prst="flowChartExtract">
          <a:avLst/>
        </a:prstGeom>
        <a:solidFill>
          <a:schemeClr val="lt1">
            <a:hueOff val="0"/>
            <a:satOff val="0"/>
            <a:lumOff val="0"/>
            <a:alphaOff val="0"/>
          </a:schemeClr>
        </a:solidFill>
        <a:ln w="25400" cap="flat" cmpd="sng" algn="ctr">
          <a:solidFill>
            <a:schemeClr val="accent2">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 modelId="{7C1FE252-E5CE-40AF-AE08-799A5F741FEE}">
      <dsp:nvSpPr>
        <dsp:cNvPr id="0" name=""/>
        <dsp:cNvSpPr/>
      </dsp:nvSpPr>
      <dsp:spPr>
        <a:xfrm>
          <a:off x="3605013" y="0"/>
          <a:ext cx="2174274" cy="1917700"/>
        </a:xfrm>
        <a:prstGeom prst="rect">
          <a:avLst/>
        </a:prstGeom>
        <a:noFill/>
        <a:ln w="25400" cap="flat" cmpd="sng" algn="ctr">
          <a:noFill/>
          <a:prstDash val="solid"/>
        </a:ln>
        <a:effectLst/>
        <a:sp3d/>
      </dsp:spPr>
      <dsp:style>
        <a:lnRef idx="2">
          <a:scrgbClr r="0" g="0" b="0"/>
        </a:lnRef>
        <a:fillRef idx="1">
          <a:scrgbClr r="0" g="0" b="0"/>
        </a:fillRef>
        <a:effectRef idx="0">
          <a:scrgbClr r="0" g="0" b="0"/>
        </a:effectRef>
        <a:fontRef idx="minor">
          <a:schemeClr val="lt1"/>
        </a:fontRef>
      </dsp:style>
      <dsp:txBody>
        <a:bodyPr spcFirstLastPara="0" vert="horz" wrap="square" lIns="0" tIns="61722" rIns="0" bIns="0" numCol="1" spcCol="1270" anchor="t" anchorCtr="0">
          <a:noAutofit/>
        </a:bodyPr>
        <a:lstStyle/>
        <a:p>
          <a:pPr lvl="0" algn="l" defTabSz="800100">
            <a:lnSpc>
              <a:spcPct val="90000"/>
            </a:lnSpc>
            <a:spcBef>
              <a:spcPct val="0"/>
            </a:spcBef>
            <a:spcAft>
              <a:spcPct val="35000"/>
            </a:spcAft>
          </a:pPr>
          <a:r>
            <a:rPr lang="en-US" sz="1800" kern="1200" dirty="0" smtClean="0"/>
            <a:t>Level of regional venture capital, level of regional R&amp;D expenditures</a:t>
          </a:r>
          <a:endParaRPr lang="en-US" sz="1800" kern="1200" dirty="0"/>
        </a:p>
        <a:p>
          <a:pPr marL="114300" lvl="1" indent="-114300" algn="l" defTabSz="622300">
            <a:lnSpc>
              <a:spcPct val="90000"/>
            </a:lnSpc>
            <a:spcBef>
              <a:spcPct val="0"/>
            </a:spcBef>
            <a:spcAft>
              <a:spcPct val="15000"/>
            </a:spcAft>
            <a:buChar char="••"/>
          </a:pPr>
          <a:r>
            <a:rPr lang="en-US" sz="1400" kern="1200" dirty="0" smtClean="0"/>
            <a:t>Gonzalez-</a:t>
          </a:r>
          <a:r>
            <a:rPr lang="en-US" sz="1400" kern="1200" dirty="0" err="1" smtClean="0"/>
            <a:t>Pernia</a:t>
          </a:r>
          <a:r>
            <a:rPr lang="en-US" sz="1400" kern="1200" dirty="0" smtClean="0"/>
            <a:t>, </a:t>
          </a:r>
          <a:r>
            <a:rPr lang="en-US" sz="1400" kern="1200" dirty="0" err="1" smtClean="0"/>
            <a:t>Kuechle</a:t>
          </a:r>
          <a:r>
            <a:rPr lang="en-US" sz="1400" kern="1200" dirty="0" smtClean="0"/>
            <a:t> &amp; Pena-</a:t>
          </a:r>
          <a:r>
            <a:rPr lang="en-US" sz="1400" kern="1200" dirty="0" err="1" smtClean="0"/>
            <a:t>Legazkue</a:t>
          </a:r>
          <a:r>
            <a:rPr lang="en-US" sz="1400" kern="1200" dirty="0" smtClean="0"/>
            <a:t> (2013)</a:t>
          </a:r>
          <a:endParaRPr lang="en-US" sz="1400" kern="1200" dirty="0"/>
        </a:p>
      </dsp:txBody>
      <dsp:txXfrm>
        <a:off x="3605013" y="0"/>
        <a:ext cx="2174274" cy="1917700"/>
      </dsp:txXfrm>
    </dsp:sp>
    <dsp:sp modelId="{BBE81636-BCDD-48A0-B978-839FA7B950F8}">
      <dsp:nvSpPr>
        <dsp:cNvPr id="0" name=""/>
        <dsp:cNvSpPr/>
      </dsp:nvSpPr>
      <dsp:spPr>
        <a:xfrm>
          <a:off x="6041952" y="0"/>
          <a:ext cx="2918489" cy="1917700"/>
        </a:xfrm>
        <a:prstGeom prst="roundRect">
          <a:avLst>
            <a:gd name="adj" fmla="val 5000"/>
          </a:avLst>
        </a:prstGeom>
        <a:solidFill>
          <a:schemeClr val="accent4">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0" tIns="68580" rIns="88900" bIns="0" numCol="1" spcCol="1270" anchor="t" anchorCtr="0">
          <a:noAutofit/>
        </a:bodyPr>
        <a:lstStyle/>
        <a:p>
          <a:pPr lvl="0" algn="r" defTabSz="889000">
            <a:lnSpc>
              <a:spcPct val="90000"/>
            </a:lnSpc>
            <a:spcBef>
              <a:spcPct val="0"/>
            </a:spcBef>
            <a:spcAft>
              <a:spcPct val="35000"/>
            </a:spcAft>
          </a:pPr>
          <a:r>
            <a:rPr lang="en-US" sz="2000" b="1" u="sng" kern="1200" dirty="0" smtClean="0"/>
            <a:t>Observations</a:t>
          </a:r>
          <a:endParaRPr lang="en-US" sz="2000" b="1" u="sng" kern="1200" dirty="0"/>
        </a:p>
      </dsp:txBody>
      <dsp:txXfrm rot="16200000">
        <a:off x="5547544" y="494408"/>
        <a:ext cx="1572514" cy="583697"/>
      </dsp:txXfrm>
    </dsp:sp>
    <dsp:sp modelId="{BAC8B8B3-49A2-4BE7-B498-654C601FE809}">
      <dsp:nvSpPr>
        <dsp:cNvPr id="0" name=""/>
        <dsp:cNvSpPr/>
      </dsp:nvSpPr>
      <dsp:spPr>
        <a:xfrm rot="5400000">
          <a:off x="5915597" y="1425498"/>
          <a:ext cx="281894" cy="437773"/>
        </a:xfrm>
        <a:prstGeom prst="flowChartExtract">
          <a:avLst/>
        </a:prstGeom>
        <a:solidFill>
          <a:schemeClr val="lt1">
            <a:hueOff val="0"/>
            <a:satOff val="0"/>
            <a:lumOff val="0"/>
            <a:alphaOff val="0"/>
          </a:schemeClr>
        </a:solidFill>
        <a:ln w="25400" cap="flat" cmpd="sng" algn="ctr">
          <a:solidFill>
            <a:schemeClr val="accent3">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 modelId="{4428B23C-049C-4D7B-92D7-DD65A1003E4E}">
      <dsp:nvSpPr>
        <dsp:cNvPr id="0" name=""/>
        <dsp:cNvSpPr/>
      </dsp:nvSpPr>
      <dsp:spPr>
        <a:xfrm>
          <a:off x="6625649" y="0"/>
          <a:ext cx="2174274" cy="1917700"/>
        </a:xfrm>
        <a:prstGeom prst="rect">
          <a:avLst/>
        </a:prstGeom>
        <a:noFill/>
        <a:ln w="25400" cap="flat" cmpd="sng" algn="ctr">
          <a:noFill/>
          <a:prstDash val="solid"/>
        </a:ln>
        <a:effectLst/>
        <a:sp3d/>
      </dsp:spPr>
      <dsp:style>
        <a:lnRef idx="2">
          <a:scrgbClr r="0" g="0" b="0"/>
        </a:lnRef>
        <a:fillRef idx="1">
          <a:scrgbClr r="0" g="0" b="0"/>
        </a:fillRef>
        <a:effectRef idx="0">
          <a:scrgbClr r="0" g="0" b="0"/>
        </a:effectRef>
        <a:fontRef idx="minor">
          <a:schemeClr val="lt1"/>
        </a:fontRef>
      </dsp:style>
      <dsp:txBody>
        <a:bodyPr spcFirstLastPara="0" vert="horz" wrap="square" lIns="0" tIns="61722" rIns="0" bIns="0" numCol="1" spcCol="1270" anchor="t" anchorCtr="0">
          <a:noAutofit/>
        </a:bodyPr>
        <a:lstStyle/>
        <a:p>
          <a:pPr lvl="0" algn="l" defTabSz="800100">
            <a:lnSpc>
              <a:spcPct val="90000"/>
            </a:lnSpc>
            <a:spcBef>
              <a:spcPct val="0"/>
            </a:spcBef>
            <a:spcAft>
              <a:spcPct val="35000"/>
            </a:spcAft>
          </a:pPr>
          <a:r>
            <a:rPr lang="en-US" sz="1800" kern="1200" dirty="0" smtClean="0"/>
            <a:t>Few studies that consider development stage.</a:t>
          </a:r>
        </a:p>
        <a:p>
          <a:pPr lvl="0" algn="l" defTabSz="800100">
            <a:lnSpc>
              <a:spcPct val="90000"/>
            </a:lnSpc>
            <a:spcBef>
              <a:spcPct val="0"/>
            </a:spcBef>
            <a:spcAft>
              <a:spcPct val="35000"/>
            </a:spcAft>
          </a:pPr>
          <a:r>
            <a:rPr lang="en-US" sz="1800" kern="1200" dirty="0" smtClean="0"/>
            <a:t>Studies have focused on the association between cities and innovation.</a:t>
          </a:r>
          <a:endParaRPr lang="en-US" sz="1800" kern="1200" dirty="0"/>
        </a:p>
      </dsp:txBody>
      <dsp:txXfrm>
        <a:off x="6625649" y="0"/>
        <a:ext cx="2174274" cy="1917700"/>
      </dsp:txXfrm>
    </dsp:sp>
  </dsp:spTree>
</dsp:drawing>
</file>

<file path=ppt/diagrams/drawing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CF065CDD-DFD7-4D33-9DBE-0AD4241E5EB9}">
      <dsp:nvSpPr>
        <dsp:cNvPr id="0" name=""/>
        <dsp:cNvSpPr/>
      </dsp:nvSpPr>
      <dsp:spPr>
        <a:xfrm>
          <a:off x="1105729" y="2974834"/>
          <a:ext cx="2374682" cy="1420788"/>
        </a:xfrm>
        <a:prstGeom prst="rightArrow">
          <a:avLst>
            <a:gd name="adj1" fmla="val 70000"/>
            <a:gd name="adj2" fmla="val 50000"/>
          </a:avLst>
        </a:prstGeom>
        <a:solidFill>
          <a:schemeClr val="accent2">
            <a:tint val="40000"/>
            <a:alpha val="90000"/>
            <a:hueOff val="0"/>
            <a:satOff val="0"/>
            <a:lumOff val="0"/>
            <a:alphaOff val="0"/>
          </a:schemeClr>
        </a:solidFill>
        <a:ln w="9525" cap="flat" cmpd="sng" algn="ctr">
          <a:solidFill>
            <a:schemeClr val="accent2">
              <a:tint val="40000"/>
              <a:alpha val="90000"/>
              <a:hueOff val="0"/>
              <a:satOff val="0"/>
              <a:lumOff val="0"/>
              <a:alphaOff val="0"/>
            </a:schemeClr>
          </a:solidFill>
          <a:prstDash val="solid"/>
        </a:ln>
        <a:effectLst>
          <a:outerShdw blurRad="40000" dist="23000" dir="5400000" rotWithShape="0">
            <a:srgbClr val="000000">
              <a:alpha val="35000"/>
            </a:srgbClr>
          </a:outerShdw>
        </a:effectLst>
        <a:scene3d>
          <a:camera prst="orthographicFront"/>
          <a:lightRig rig="flat" dir="t"/>
        </a:scene3d>
        <a:sp3d z="-190500" extrusionH="12700" prstMaterial="plastic">
          <a:bevelT w="50800" h="50800"/>
        </a:sp3d>
      </dsp:spPr>
      <dsp:style>
        <a:lnRef idx="1">
          <a:scrgbClr r="0" g="0" b="0"/>
        </a:lnRef>
        <a:fillRef idx="1">
          <a:scrgbClr r="0" g="0" b="0"/>
        </a:fillRef>
        <a:effectRef idx="2">
          <a:scrgbClr r="0" g="0" b="0"/>
        </a:effectRef>
        <a:fontRef idx="minor"/>
      </dsp:style>
      <dsp:txBody>
        <a:bodyPr spcFirstLastPara="0" vert="horz" wrap="square" lIns="45720" tIns="11430" rIns="22860" bIns="11430" numCol="1" spcCol="1270" anchor="ctr" anchorCtr="0">
          <a:noAutofit/>
        </a:bodyPr>
        <a:lstStyle/>
        <a:p>
          <a:pPr marL="171450" lvl="1" indent="-171450" algn="l" defTabSz="800100">
            <a:lnSpc>
              <a:spcPct val="90000"/>
            </a:lnSpc>
            <a:spcBef>
              <a:spcPct val="0"/>
            </a:spcBef>
            <a:spcAft>
              <a:spcPct val="15000"/>
            </a:spcAft>
            <a:buChar char="••"/>
          </a:pPr>
          <a:r>
            <a:rPr lang="en-US" sz="1800" kern="1200" dirty="0" smtClean="0"/>
            <a:t>Logistic Regression</a:t>
          </a:r>
          <a:endParaRPr lang="en-US" sz="1800" kern="1200" dirty="0"/>
        </a:p>
        <a:p>
          <a:pPr marL="171450" lvl="1" indent="-171450" algn="l" defTabSz="800100">
            <a:lnSpc>
              <a:spcPct val="90000"/>
            </a:lnSpc>
            <a:spcBef>
              <a:spcPct val="0"/>
            </a:spcBef>
            <a:spcAft>
              <a:spcPct val="15000"/>
            </a:spcAft>
            <a:buChar char="••"/>
          </a:pPr>
          <a:r>
            <a:rPr lang="en-US" sz="1800" kern="1200" dirty="0" smtClean="0"/>
            <a:t>Kendall’s Tau</a:t>
          </a:r>
          <a:endParaRPr lang="en-US" sz="1800" kern="1200" dirty="0"/>
        </a:p>
      </dsp:txBody>
      <dsp:txXfrm>
        <a:off x="1699399" y="3187952"/>
        <a:ext cx="1283736" cy="994552"/>
      </dsp:txXfrm>
    </dsp:sp>
    <dsp:sp modelId="{088E468E-E6DE-4F0F-A86F-AFEFEA680604}">
      <dsp:nvSpPr>
        <dsp:cNvPr id="0" name=""/>
        <dsp:cNvSpPr/>
      </dsp:nvSpPr>
      <dsp:spPr>
        <a:xfrm>
          <a:off x="0" y="2827672"/>
          <a:ext cx="1717638" cy="1717638"/>
        </a:xfrm>
        <a:prstGeom prst="ellipse">
          <a:avLst/>
        </a:prstGeom>
        <a:gradFill rotWithShape="0">
          <a:gsLst>
            <a:gs pos="0">
              <a:schemeClr val="accent2">
                <a:hueOff val="0"/>
                <a:satOff val="0"/>
                <a:lumOff val="0"/>
                <a:alphaOff val="0"/>
                <a:shade val="51000"/>
                <a:satMod val="130000"/>
              </a:schemeClr>
            </a:gs>
            <a:gs pos="80000">
              <a:schemeClr val="accent2">
                <a:hueOff val="0"/>
                <a:satOff val="0"/>
                <a:lumOff val="0"/>
                <a:alphaOff val="0"/>
                <a:shade val="93000"/>
                <a:satMod val="130000"/>
              </a:schemeClr>
            </a:gs>
            <a:gs pos="100000">
              <a:schemeClr val="accent2">
                <a:hueOff val="0"/>
                <a:satOff val="0"/>
                <a:lumOff val="0"/>
                <a:alphaOff val="0"/>
                <a:shade val="94000"/>
                <a:satMod val="135000"/>
              </a:schemeClr>
            </a:gs>
          </a:gsLst>
          <a:lin ang="16200000" scaled="0"/>
        </a:gradFill>
        <a:ln>
          <a:noFill/>
        </a:ln>
        <a:effectLst>
          <a:outerShdw blurRad="40000" dist="23000" dir="5400000" rotWithShape="0">
            <a:srgbClr val="000000">
              <a:alpha val="35000"/>
            </a:srgbClr>
          </a:outerShdw>
        </a:effectLst>
        <a:scene3d>
          <a:camera prst="orthographicFront"/>
          <a:lightRig rig="flat" dir="t"/>
        </a:scene3d>
        <a:sp3d prstMaterial="plastic">
          <a:bevelT w="120900" h="88900"/>
          <a:bevelB w="88900" h="31750" prst="angle"/>
        </a:sp3d>
      </dsp:spPr>
      <dsp:style>
        <a:lnRef idx="0">
          <a:scrgbClr r="0" g="0" b="0"/>
        </a:lnRef>
        <a:fillRef idx="3">
          <a:scrgbClr r="0" g="0" b="0"/>
        </a:fillRef>
        <a:effectRef idx="2">
          <a:scrgbClr r="0" g="0" b="0"/>
        </a:effectRef>
        <a:fontRef idx="minor">
          <a:schemeClr val="lt1"/>
        </a:fontRef>
      </dsp:style>
      <dsp:txBody>
        <a:bodyPr spcFirstLastPara="0" vert="horz" wrap="square" lIns="11430" tIns="11430" rIns="11430" bIns="11430" numCol="1" spcCol="1270" anchor="ctr" anchorCtr="0">
          <a:noAutofit/>
        </a:bodyPr>
        <a:lstStyle/>
        <a:p>
          <a:pPr lvl="0" algn="ctr" defTabSz="800100">
            <a:lnSpc>
              <a:spcPct val="90000"/>
            </a:lnSpc>
            <a:spcBef>
              <a:spcPct val="0"/>
            </a:spcBef>
            <a:spcAft>
              <a:spcPct val="35000"/>
            </a:spcAft>
          </a:pPr>
          <a:r>
            <a:rPr lang="en-US" sz="1800" kern="1200" dirty="0" smtClean="0"/>
            <a:t>Quantitative</a:t>
          </a:r>
          <a:endParaRPr lang="en-US" sz="1800" kern="1200" dirty="0"/>
        </a:p>
      </dsp:txBody>
      <dsp:txXfrm>
        <a:off x="251542" y="3079214"/>
        <a:ext cx="1214554" cy="1214554"/>
      </dsp:txXfrm>
    </dsp:sp>
    <dsp:sp modelId="{C7B07B6A-2913-4481-A94E-4F0876271F1C}">
      <dsp:nvSpPr>
        <dsp:cNvPr id="0" name=""/>
        <dsp:cNvSpPr/>
      </dsp:nvSpPr>
      <dsp:spPr>
        <a:xfrm>
          <a:off x="3691028" y="1553236"/>
          <a:ext cx="2286001" cy="1420788"/>
        </a:xfrm>
        <a:prstGeom prst="rightArrow">
          <a:avLst>
            <a:gd name="adj1" fmla="val 70000"/>
            <a:gd name="adj2" fmla="val 50000"/>
          </a:avLst>
        </a:prstGeom>
        <a:solidFill>
          <a:schemeClr val="accent3">
            <a:tint val="40000"/>
            <a:alpha val="90000"/>
            <a:hueOff val="0"/>
            <a:satOff val="0"/>
            <a:lumOff val="0"/>
            <a:alphaOff val="0"/>
          </a:schemeClr>
        </a:solidFill>
        <a:ln w="9525" cap="flat" cmpd="sng" algn="ctr">
          <a:solidFill>
            <a:schemeClr val="accent3">
              <a:tint val="40000"/>
              <a:alpha val="90000"/>
              <a:hueOff val="0"/>
              <a:satOff val="0"/>
              <a:lumOff val="0"/>
              <a:alphaOff val="0"/>
            </a:schemeClr>
          </a:solidFill>
          <a:prstDash val="solid"/>
        </a:ln>
        <a:effectLst>
          <a:outerShdw blurRad="40000" dist="23000" dir="5400000" rotWithShape="0">
            <a:srgbClr val="000000">
              <a:alpha val="35000"/>
            </a:srgbClr>
          </a:outerShdw>
        </a:effectLst>
        <a:scene3d>
          <a:camera prst="orthographicFront"/>
          <a:lightRig rig="flat" dir="t"/>
        </a:scene3d>
        <a:sp3d z="-190500" extrusionH="12700" prstMaterial="plastic">
          <a:bevelT w="50800" h="50800"/>
        </a:sp3d>
      </dsp:spPr>
      <dsp:style>
        <a:lnRef idx="1">
          <a:scrgbClr r="0" g="0" b="0"/>
        </a:lnRef>
        <a:fillRef idx="1">
          <a:scrgbClr r="0" g="0" b="0"/>
        </a:fillRef>
        <a:effectRef idx="2">
          <a:scrgbClr r="0" g="0" b="0"/>
        </a:effectRef>
        <a:fontRef idx="minor"/>
      </dsp:style>
      <dsp:txBody>
        <a:bodyPr spcFirstLastPara="0" vert="horz" wrap="square" lIns="45720" tIns="11430" rIns="22860" bIns="11430" numCol="1" spcCol="1270" anchor="ctr" anchorCtr="0">
          <a:noAutofit/>
        </a:bodyPr>
        <a:lstStyle/>
        <a:p>
          <a:pPr marL="171450" lvl="1" indent="-171450" algn="l" defTabSz="800100">
            <a:lnSpc>
              <a:spcPct val="90000"/>
            </a:lnSpc>
            <a:spcBef>
              <a:spcPct val="0"/>
            </a:spcBef>
            <a:spcAft>
              <a:spcPct val="15000"/>
            </a:spcAft>
            <a:buChar char="••"/>
          </a:pPr>
          <a:r>
            <a:rPr lang="en-US" sz="1800" kern="1200" dirty="0" smtClean="0"/>
            <a:t>Content Analysis</a:t>
          </a:r>
          <a:endParaRPr lang="en-US" sz="1800" kern="1200" dirty="0"/>
        </a:p>
        <a:p>
          <a:pPr marL="171450" lvl="1" indent="-171450" algn="l" defTabSz="800100">
            <a:lnSpc>
              <a:spcPct val="90000"/>
            </a:lnSpc>
            <a:spcBef>
              <a:spcPct val="0"/>
            </a:spcBef>
            <a:spcAft>
              <a:spcPct val="15000"/>
            </a:spcAft>
            <a:buChar char="••"/>
          </a:pPr>
          <a:r>
            <a:rPr lang="en-US" sz="1800" kern="1200" dirty="0" smtClean="0"/>
            <a:t>Logic Model</a:t>
          </a:r>
          <a:endParaRPr lang="en-US" sz="1800" kern="1200" dirty="0"/>
        </a:p>
      </dsp:txBody>
      <dsp:txXfrm>
        <a:off x="4262529" y="1766354"/>
        <a:ext cx="1217225" cy="994552"/>
      </dsp:txXfrm>
    </dsp:sp>
    <dsp:sp modelId="{3A448A58-6617-48D2-9581-3D27DDBA145C}">
      <dsp:nvSpPr>
        <dsp:cNvPr id="0" name=""/>
        <dsp:cNvSpPr/>
      </dsp:nvSpPr>
      <dsp:spPr>
        <a:xfrm>
          <a:off x="2498217" y="1403269"/>
          <a:ext cx="1717638" cy="1717638"/>
        </a:xfrm>
        <a:prstGeom prst="ellipse">
          <a:avLst/>
        </a:prstGeom>
        <a:gradFill rotWithShape="0">
          <a:gsLst>
            <a:gs pos="0">
              <a:schemeClr val="accent3">
                <a:hueOff val="0"/>
                <a:satOff val="0"/>
                <a:lumOff val="0"/>
                <a:alphaOff val="0"/>
                <a:shade val="51000"/>
                <a:satMod val="130000"/>
              </a:schemeClr>
            </a:gs>
            <a:gs pos="80000">
              <a:schemeClr val="accent3">
                <a:hueOff val="0"/>
                <a:satOff val="0"/>
                <a:lumOff val="0"/>
                <a:alphaOff val="0"/>
                <a:shade val="93000"/>
                <a:satMod val="130000"/>
              </a:schemeClr>
            </a:gs>
            <a:gs pos="100000">
              <a:schemeClr val="accent3">
                <a:hueOff val="0"/>
                <a:satOff val="0"/>
                <a:lumOff val="0"/>
                <a:alphaOff val="0"/>
                <a:shade val="94000"/>
                <a:satMod val="135000"/>
              </a:schemeClr>
            </a:gs>
          </a:gsLst>
          <a:lin ang="16200000" scaled="0"/>
        </a:gradFill>
        <a:ln>
          <a:noFill/>
        </a:ln>
        <a:effectLst>
          <a:outerShdw blurRad="40000" dist="23000" dir="5400000" rotWithShape="0">
            <a:srgbClr val="000000">
              <a:alpha val="35000"/>
            </a:srgbClr>
          </a:outerShdw>
        </a:effectLst>
        <a:scene3d>
          <a:camera prst="orthographicFront"/>
          <a:lightRig rig="flat" dir="t"/>
        </a:scene3d>
        <a:sp3d prstMaterial="plastic">
          <a:bevelT w="120900" h="88900"/>
          <a:bevelB w="88900" h="31750" prst="angle"/>
        </a:sp3d>
      </dsp:spPr>
      <dsp:style>
        <a:lnRef idx="0">
          <a:scrgbClr r="0" g="0" b="0"/>
        </a:lnRef>
        <a:fillRef idx="3">
          <a:scrgbClr r="0" g="0" b="0"/>
        </a:fillRef>
        <a:effectRef idx="2">
          <a:scrgbClr r="0" g="0" b="0"/>
        </a:effectRef>
        <a:fontRef idx="minor">
          <a:schemeClr val="lt1"/>
        </a:fontRef>
      </dsp:style>
      <dsp:txBody>
        <a:bodyPr spcFirstLastPara="0" vert="horz" wrap="square" lIns="11430" tIns="11430" rIns="11430" bIns="11430" numCol="1" spcCol="1270" anchor="ctr" anchorCtr="0">
          <a:noAutofit/>
        </a:bodyPr>
        <a:lstStyle/>
        <a:p>
          <a:pPr lvl="0" algn="ctr" defTabSz="800100">
            <a:lnSpc>
              <a:spcPct val="90000"/>
            </a:lnSpc>
            <a:spcBef>
              <a:spcPct val="0"/>
            </a:spcBef>
            <a:spcAft>
              <a:spcPct val="35000"/>
            </a:spcAft>
          </a:pPr>
          <a:r>
            <a:rPr lang="en-US" sz="1800" kern="1200" dirty="0" smtClean="0"/>
            <a:t>Qualitative</a:t>
          </a:r>
          <a:endParaRPr lang="en-US" sz="1800" kern="1200" dirty="0"/>
        </a:p>
      </dsp:txBody>
      <dsp:txXfrm>
        <a:off x="2749759" y="1654811"/>
        <a:ext cx="1214554" cy="1214554"/>
      </dsp:txXfrm>
    </dsp:sp>
    <dsp:sp modelId="{762703CE-4815-4B8A-B298-2820EF25E80C}">
      <dsp:nvSpPr>
        <dsp:cNvPr id="0" name=""/>
        <dsp:cNvSpPr/>
      </dsp:nvSpPr>
      <dsp:spPr>
        <a:xfrm>
          <a:off x="6306170" y="292073"/>
          <a:ext cx="2274136" cy="1420788"/>
        </a:xfrm>
        <a:prstGeom prst="rightArrow">
          <a:avLst>
            <a:gd name="adj1" fmla="val 70000"/>
            <a:gd name="adj2" fmla="val 50000"/>
          </a:avLst>
        </a:prstGeom>
        <a:solidFill>
          <a:schemeClr val="accent4">
            <a:tint val="40000"/>
            <a:alpha val="90000"/>
            <a:hueOff val="0"/>
            <a:satOff val="0"/>
            <a:lumOff val="0"/>
            <a:alphaOff val="0"/>
          </a:schemeClr>
        </a:solidFill>
        <a:ln w="9525" cap="flat" cmpd="sng" algn="ctr">
          <a:solidFill>
            <a:schemeClr val="accent4">
              <a:tint val="40000"/>
              <a:alpha val="90000"/>
              <a:hueOff val="0"/>
              <a:satOff val="0"/>
              <a:lumOff val="0"/>
              <a:alphaOff val="0"/>
            </a:schemeClr>
          </a:solidFill>
          <a:prstDash val="solid"/>
        </a:ln>
        <a:effectLst>
          <a:outerShdw blurRad="40000" dist="23000" dir="5400000" rotWithShape="0">
            <a:srgbClr val="000000">
              <a:alpha val="35000"/>
            </a:srgbClr>
          </a:outerShdw>
        </a:effectLst>
        <a:scene3d>
          <a:camera prst="orthographicFront"/>
          <a:lightRig rig="flat" dir="t"/>
        </a:scene3d>
        <a:sp3d z="-190500" extrusionH="12700" prstMaterial="plastic">
          <a:bevelT w="50800" h="50800"/>
        </a:sp3d>
      </dsp:spPr>
      <dsp:style>
        <a:lnRef idx="1">
          <a:scrgbClr r="0" g="0" b="0"/>
        </a:lnRef>
        <a:fillRef idx="1">
          <a:scrgbClr r="0" g="0" b="0"/>
        </a:fillRef>
        <a:effectRef idx="2">
          <a:scrgbClr r="0" g="0" b="0"/>
        </a:effectRef>
        <a:fontRef idx="minor"/>
      </dsp:style>
      <dsp:txBody>
        <a:bodyPr spcFirstLastPara="0" vert="horz" wrap="square" lIns="45720" tIns="11430" rIns="22860" bIns="11430" numCol="1" spcCol="1270" anchor="ctr" anchorCtr="0">
          <a:noAutofit/>
        </a:bodyPr>
        <a:lstStyle/>
        <a:p>
          <a:pPr marL="171450" lvl="1" indent="-171450" algn="l" defTabSz="800100">
            <a:lnSpc>
              <a:spcPct val="90000"/>
            </a:lnSpc>
            <a:spcBef>
              <a:spcPct val="0"/>
            </a:spcBef>
            <a:spcAft>
              <a:spcPct val="15000"/>
            </a:spcAft>
            <a:buChar char="••"/>
          </a:pPr>
          <a:r>
            <a:rPr lang="en-US" sz="1800" kern="1200" dirty="0" smtClean="0"/>
            <a:t>PPA</a:t>
          </a:r>
          <a:endParaRPr lang="en-US" sz="1800" kern="1200" dirty="0"/>
        </a:p>
        <a:p>
          <a:pPr marL="171450" lvl="1" indent="-171450" algn="l" defTabSz="800100">
            <a:lnSpc>
              <a:spcPct val="90000"/>
            </a:lnSpc>
            <a:spcBef>
              <a:spcPct val="0"/>
            </a:spcBef>
            <a:spcAft>
              <a:spcPct val="15000"/>
            </a:spcAft>
            <a:buChar char="••"/>
          </a:pPr>
          <a:r>
            <a:rPr lang="en-US" sz="1800" kern="1200" dirty="0" smtClean="0"/>
            <a:t>Delphi Technique</a:t>
          </a:r>
          <a:endParaRPr lang="en-US" sz="1800" kern="1200" dirty="0"/>
        </a:p>
      </dsp:txBody>
      <dsp:txXfrm>
        <a:off x="6874704" y="505191"/>
        <a:ext cx="1208326" cy="994552"/>
      </dsp:txXfrm>
    </dsp:sp>
    <dsp:sp modelId="{9DB06BE9-448D-4829-BF41-0662BB4070BC}">
      <dsp:nvSpPr>
        <dsp:cNvPr id="0" name=""/>
        <dsp:cNvSpPr/>
      </dsp:nvSpPr>
      <dsp:spPr>
        <a:xfrm>
          <a:off x="5164754" y="144297"/>
          <a:ext cx="1717638" cy="1717638"/>
        </a:xfrm>
        <a:prstGeom prst="ellipse">
          <a:avLst/>
        </a:prstGeom>
        <a:gradFill rotWithShape="0">
          <a:gsLst>
            <a:gs pos="0">
              <a:schemeClr val="accent4">
                <a:hueOff val="0"/>
                <a:satOff val="0"/>
                <a:lumOff val="0"/>
                <a:alphaOff val="0"/>
                <a:shade val="51000"/>
                <a:satMod val="130000"/>
              </a:schemeClr>
            </a:gs>
            <a:gs pos="80000">
              <a:schemeClr val="accent4">
                <a:hueOff val="0"/>
                <a:satOff val="0"/>
                <a:lumOff val="0"/>
                <a:alphaOff val="0"/>
                <a:shade val="93000"/>
                <a:satMod val="130000"/>
              </a:schemeClr>
            </a:gs>
            <a:gs pos="100000">
              <a:schemeClr val="accent4">
                <a:hueOff val="0"/>
                <a:satOff val="0"/>
                <a:lumOff val="0"/>
                <a:alphaOff val="0"/>
                <a:shade val="94000"/>
                <a:satMod val="135000"/>
              </a:schemeClr>
            </a:gs>
          </a:gsLst>
          <a:lin ang="16200000" scaled="0"/>
        </a:gradFill>
        <a:ln>
          <a:noFill/>
        </a:ln>
        <a:effectLst>
          <a:outerShdw blurRad="40000" dist="23000" dir="5400000" rotWithShape="0">
            <a:srgbClr val="000000">
              <a:alpha val="35000"/>
            </a:srgbClr>
          </a:outerShdw>
        </a:effectLst>
        <a:scene3d>
          <a:camera prst="orthographicFront"/>
          <a:lightRig rig="flat" dir="t"/>
        </a:scene3d>
        <a:sp3d prstMaterial="plastic">
          <a:bevelT w="120900" h="88900"/>
          <a:bevelB w="88900" h="31750" prst="angle"/>
        </a:sp3d>
      </dsp:spPr>
      <dsp:style>
        <a:lnRef idx="0">
          <a:scrgbClr r="0" g="0" b="0"/>
        </a:lnRef>
        <a:fillRef idx="3">
          <a:scrgbClr r="0" g="0" b="0"/>
        </a:fillRef>
        <a:effectRef idx="2">
          <a:scrgbClr r="0" g="0" b="0"/>
        </a:effectRef>
        <a:fontRef idx="minor">
          <a:schemeClr val="lt1"/>
        </a:fontRef>
      </dsp:style>
      <dsp:txBody>
        <a:bodyPr spcFirstLastPara="0" vert="horz" wrap="square" lIns="11430" tIns="11430" rIns="11430" bIns="11430" numCol="1" spcCol="1270" anchor="ctr" anchorCtr="0">
          <a:noAutofit/>
        </a:bodyPr>
        <a:lstStyle/>
        <a:p>
          <a:pPr lvl="0" algn="ctr" defTabSz="800100">
            <a:lnSpc>
              <a:spcPct val="90000"/>
            </a:lnSpc>
            <a:spcBef>
              <a:spcPct val="0"/>
            </a:spcBef>
            <a:spcAft>
              <a:spcPct val="35000"/>
            </a:spcAft>
          </a:pPr>
          <a:r>
            <a:rPr lang="en-US" sz="1800" kern="1200" dirty="0" smtClean="0"/>
            <a:t>Qualitative</a:t>
          </a:r>
          <a:endParaRPr lang="en-US" sz="1800" kern="1200" dirty="0"/>
        </a:p>
      </dsp:txBody>
      <dsp:txXfrm>
        <a:off x="5416296" y="395839"/>
        <a:ext cx="1214554" cy="1214554"/>
      </dsp:txXfrm>
    </dsp:sp>
  </dsp:spTree>
</dsp:drawing>
</file>

<file path=ppt/diagrams/drawing9.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5EE1D2E5-E13B-4FA3-A68E-FA18C8AD1A1A}">
      <dsp:nvSpPr>
        <dsp:cNvPr id="0" name=""/>
        <dsp:cNvSpPr/>
      </dsp:nvSpPr>
      <dsp:spPr>
        <a:xfrm>
          <a:off x="678" y="0"/>
          <a:ext cx="2918489" cy="2258836"/>
        </a:xfrm>
        <a:prstGeom prst="roundRect">
          <a:avLst>
            <a:gd name="adj" fmla="val 5000"/>
          </a:avLst>
        </a:prstGeom>
        <a:solidFill>
          <a:schemeClr val="accent2">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0" tIns="61722" rIns="80010" bIns="0" numCol="1" spcCol="1270" anchor="t" anchorCtr="0">
          <a:noAutofit/>
        </a:bodyPr>
        <a:lstStyle/>
        <a:p>
          <a:pPr lvl="0" algn="r" defTabSz="800100">
            <a:lnSpc>
              <a:spcPct val="90000"/>
            </a:lnSpc>
            <a:spcBef>
              <a:spcPct val="0"/>
            </a:spcBef>
            <a:spcAft>
              <a:spcPct val="35000"/>
            </a:spcAft>
          </a:pPr>
          <a:r>
            <a:rPr lang="en-US" sz="1800" b="1" u="sng" kern="1200" dirty="0" smtClean="0"/>
            <a:t>Construct</a:t>
          </a:r>
          <a:endParaRPr lang="en-US" sz="1800" b="1" u="sng" kern="1200" dirty="0"/>
        </a:p>
      </dsp:txBody>
      <dsp:txXfrm rot="16200000">
        <a:off x="-633595" y="634273"/>
        <a:ext cx="1852245" cy="583697"/>
      </dsp:txXfrm>
    </dsp:sp>
    <dsp:sp modelId="{0F07502A-98A4-4880-9779-27EA2BEB6F02}">
      <dsp:nvSpPr>
        <dsp:cNvPr id="0" name=""/>
        <dsp:cNvSpPr/>
      </dsp:nvSpPr>
      <dsp:spPr>
        <a:xfrm>
          <a:off x="584376" y="0"/>
          <a:ext cx="2174274" cy="2258836"/>
        </a:xfrm>
        <a:prstGeom prst="rect">
          <a:avLst/>
        </a:prstGeom>
        <a:noFill/>
        <a:ln w="25400" cap="flat" cmpd="sng" algn="ctr">
          <a:noFill/>
          <a:prstDash val="solid"/>
        </a:ln>
        <a:effectLst/>
        <a:sp3d/>
      </dsp:spPr>
      <dsp:style>
        <a:lnRef idx="2">
          <a:scrgbClr r="0" g="0" b="0"/>
        </a:lnRef>
        <a:fillRef idx="1">
          <a:scrgbClr r="0" g="0" b="0"/>
        </a:fillRef>
        <a:effectRef idx="0">
          <a:scrgbClr r="0" g="0" b="0"/>
        </a:effectRef>
        <a:fontRef idx="minor">
          <a:schemeClr val="lt1"/>
        </a:fontRef>
      </dsp:style>
      <dsp:txBody>
        <a:bodyPr spcFirstLastPara="0" vert="horz" wrap="square" lIns="0" tIns="109728" rIns="0" bIns="0" numCol="1" spcCol="1270" anchor="t" anchorCtr="0">
          <a:noAutofit/>
        </a:bodyPr>
        <a:lstStyle/>
        <a:p>
          <a:pPr lvl="0" algn="l" defTabSz="1422400">
            <a:lnSpc>
              <a:spcPct val="90000"/>
            </a:lnSpc>
            <a:spcBef>
              <a:spcPct val="0"/>
            </a:spcBef>
            <a:spcAft>
              <a:spcPct val="35000"/>
            </a:spcAft>
          </a:pPr>
          <a:r>
            <a:rPr lang="en-US" sz="3200" kern="1200" dirty="0" smtClean="0"/>
            <a:t>Technology</a:t>
          </a:r>
          <a:endParaRPr lang="en-US" sz="3700" kern="1200" dirty="0"/>
        </a:p>
      </dsp:txBody>
      <dsp:txXfrm>
        <a:off x="584376" y="0"/>
        <a:ext cx="2174274" cy="2258836"/>
      </dsp:txXfrm>
    </dsp:sp>
    <dsp:sp modelId="{63E694CA-EB8A-49E7-8F7E-40E9648E8D50}">
      <dsp:nvSpPr>
        <dsp:cNvPr id="0" name=""/>
        <dsp:cNvSpPr/>
      </dsp:nvSpPr>
      <dsp:spPr>
        <a:xfrm>
          <a:off x="3021315" y="0"/>
          <a:ext cx="2918489" cy="2258836"/>
        </a:xfrm>
        <a:prstGeom prst="roundRect">
          <a:avLst>
            <a:gd name="adj" fmla="val 5000"/>
          </a:avLst>
        </a:prstGeom>
        <a:solidFill>
          <a:schemeClr val="accent3">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0" tIns="61722" rIns="80010" bIns="0" numCol="1" spcCol="1270" anchor="t" anchorCtr="0">
          <a:noAutofit/>
        </a:bodyPr>
        <a:lstStyle/>
        <a:p>
          <a:pPr lvl="0" algn="r" defTabSz="800100">
            <a:lnSpc>
              <a:spcPct val="90000"/>
            </a:lnSpc>
            <a:spcBef>
              <a:spcPct val="0"/>
            </a:spcBef>
            <a:spcAft>
              <a:spcPct val="35000"/>
            </a:spcAft>
          </a:pPr>
          <a:r>
            <a:rPr lang="en-US" sz="1800" b="1" u="sng" kern="1200" dirty="0" smtClean="0"/>
            <a:t>Operationalization</a:t>
          </a:r>
          <a:endParaRPr lang="en-US" sz="1800" b="1" u="sng" kern="1200" dirty="0"/>
        </a:p>
      </dsp:txBody>
      <dsp:txXfrm rot="16200000">
        <a:off x="2387041" y="634273"/>
        <a:ext cx="1852245" cy="583697"/>
      </dsp:txXfrm>
    </dsp:sp>
    <dsp:sp modelId="{45668240-D897-4FC1-8421-6DD785B65040}">
      <dsp:nvSpPr>
        <dsp:cNvPr id="0" name=""/>
        <dsp:cNvSpPr/>
      </dsp:nvSpPr>
      <dsp:spPr>
        <a:xfrm rot="5400000">
          <a:off x="2869855" y="1718386"/>
          <a:ext cx="332104" cy="437773"/>
        </a:xfrm>
        <a:prstGeom prst="flowChartExtract">
          <a:avLst/>
        </a:prstGeom>
        <a:solidFill>
          <a:schemeClr val="lt1">
            <a:hueOff val="0"/>
            <a:satOff val="0"/>
            <a:lumOff val="0"/>
            <a:alphaOff val="0"/>
          </a:schemeClr>
        </a:solidFill>
        <a:ln w="25400" cap="flat" cmpd="sng" algn="ctr">
          <a:solidFill>
            <a:schemeClr val="accent2">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 modelId="{27D5C2FA-66B3-4507-8DD9-0DFEBE9E49C4}">
      <dsp:nvSpPr>
        <dsp:cNvPr id="0" name=""/>
        <dsp:cNvSpPr/>
      </dsp:nvSpPr>
      <dsp:spPr>
        <a:xfrm>
          <a:off x="3605013" y="0"/>
          <a:ext cx="2174274" cy="2258836"/>
        </a:xfrm>
        <a:prstGeom prst="rect">
          <a:avLst/>
        </a:prstGeom>
        <a:noFill/>
        <a:ln w="25400" cap="flat" cmpd="sng" algn="ctr">
          <a:noFill/>
          <a:prstDash val="solid"/>
        </a:ln>
        <a:effectLst/>
        <a:sp3d/>
      </dsp:spPr>
      <dsp:style>
        <a:lnRef idx="2">
          <a:scrgbClr r="0" g="0" b="0"/>
        </a:lnRef>
        <a:fillRef idx="1">
          <a:scrgbClr r="0" g="0" b="0"/>
        </a:fillRef>
        <a:effectRef idx="0">
          <a:scrgbClr r="0" g="0" b="0"/>
        </a:effectRef>
        <a:fontRef idx="minor">
          <a:schemeClr val="lt1"/>
        </a:fontRef>
      </dsp:style>
      <dsp:txBody>
        <a:bodyPr spcFirstLastPara="0" vert="horz" wrap="square" lIns="0" tIns="61722" rIns="0" bIns="0" numCol="1" spcCol="1270" anchor="t" anchorCtr="0">
          <a:noAutofit/>
        </a:bodyPr>
        <a:lstStyle/>
        <a:p>
          <a:pPr lvl="0" algn="l" defTabSz="800100">
            <a:lnSpc>
              <a:spcPct val="90000"/>
            </a:lnSpc>
            <a:spcBef>
              <a:spcPct val="0"/>
            </a:spcBef>
            <a:spcAft>
              <a:spcPct val="35000"/>
            </a:spcAft>
          </a:pPr>
          <a:r>
            <a:rPr lang="en-US" sz="1800" kern="1200" dirty="0" smtClean="0"/>
            <a:t>Knowledge or methods that enable the performance of previously undoable tasks or </a:t>
          </a:r>
          <a:r>
            <a:rPr lang="en-US" sz="1800" kern="1200" dirty="0" smtClean="0"/>
            <a:t>reduce </a:t>
          </a:r>
          <a:r>
            <a:rPr lang="en-US" sz="1800" kern="1200" dirty="0" smtClean="0"/>
            <a:t>the units of input per </a:t>
          </a:r>
          <a:r>
            <a:rPr lang="en-US" sz="1800" kern="1200" dirty="0" smtClean="0"/>
            <a:t>units of output needed </a:t>
          </a:r>
          <a:r>
            <a:rPr lang="en-US" sz="1800" kern="1200" dirty="0" smtClean="0"/>
            <a:t>to  perform tasks.</a:t>
          </a:r>
          <a:endParaRPr lang="en-US" sz="1800" kern="1200" dirty="0"/>
        </a:p>
      </dsp:txBody>
      <dsp:txXfrm>
        <a:off x="3605013" y="0"/>
        <a:ext cx="2174274" cy="2258836"/>
      </dsp:txXfrm>
    </dsp:sp>
    <dsp:sp modelId="{89F889ED-FCCD-445E-BB3B-3F65B70521C8}">
      <dsp:nvSpPr>
        <dsp:cNvPr id="0" name=""/>
        <dsp:cNvSpPr/>
      </dsp:nvSpPr>
      <dsp:spPr>
        <a:xfrm>
          <a:off x="6041952" y="0"/>
          <a:ext cx="2918489" cy="2258836"/>
        </a:xfrm>
        <a:prstGeom prst="roundRect">
          <a:avLst>
            <a:gd name="adj" fmla="val 5000"/>
          </a:avLst>
        </a:prstGeom>
        <a:solidFill>
          <a:schemeClr val="accent4">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0" tIns="61722" rIns="80010" bIns="0" numCol="1" spcCol="1270" anchor="t" anchorCtr="0">
          <a:noAutofit/>
        </a:bodyPr>
        <a:lstStyle/>
        <a:p>
          <a:pPr lvl="0" algn="r" defTabSz="800100">
            <a:lnSpc>
              <a:spcPct val="90000"/>
            </a:lnSpc>
            <a:spcBef>
              <a:spcPct val="0"/>
            </a:spcBef>
            <a:spcAft>
              <a:spcPct val="35000"/>
            </a:spcAft>
          </a:pPr>
          <a:r>
            <a:rPr lang="en-US" sz="1800" b="1" u="sng" kern="1200" dirty="0" smtClean="0"/>
            <a:t>Indicators</a:t>
          </a:r>
          <a:endParaRPr lang="en-US" sz="1800" b="1" u="sng" kern="1200" dirty="0"/>
        </a:p>
      </dsp:txBody>
      <dsp:txXfrm rot="16200000">
        <a:off x="5407678" y="634273"/>
        <a:ext cx="1852245" cy="583697"/>
      </dsp:txXfrm>
    </dsp:sp>
    <dsp:sp modelId="{0B1D8E78-2B68-4C5D-9329-AB01D008FC04}">
      <dsp:nvSpPr>
        <dsp:cNvPr id="0" name=""/>
        <dsp:cNvSpPr/>
      </dsp:nvSpPr>
      <dsp:spPr>
        <a:xfrm rot="5400000">
          <a:off x="5890492" y="1718386"/>
          <a:ext cx="332104" cy="437773"/>
        </a:xfrm>
        <a:prstGeom prst="flowChartExtract">
          <a:avLst/>
        </a:prstGeom>
        <a:solidFill>
          <a:schemeClr val="lt1">
            <a:hueOff val="0"/>
            <a:satOff val="0"/>
            <a:lumOff val="0"/>
            <a:alphaOff val="0"/>
          </a:schemeClr>
        </a:solidFill>
        <a:ln w="25400" cap="flat" cmpd="sng" algn="ctr">
          <a:solidFill>
            <a:schemeClr val="accent3">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 modelId="{545B6FF8-55C8-4464-AD34-37C6C75F354E}">
      <dsp:nvSpPr>
        <dsp:cNvPr id="0" name=""/>
        <dsp:cNvSpPr/>
      </dsp:nvSpPr>
      <dsp:spPr>
        <a:xfrm>
          <a:off x="6625649" y="0"/>
          <a:ext cx="2174274" cy="2258836"/>
        </a:xfrm>
        <a:prstGeom prst="rect">
          <a:avLst/>
        </a:prstGeom>
        <a:noFill/>
        <a:ln w="25400" cap="flat" cmpd="sng" algn="ctr">
          <a:noFill/>
          <a:prstDash val="solid"/>
        </a:ln>
        <a:effectLst/>
        <a:sp3d/>
      </dsp:spPr>
      <dsp:style>
        <a:lnRef idx="2">
          <a:scrgbClr r="0" g="0" b="0"/>
        </a:lnRef>
        <a:fillRef idx="1">
          <a:scrgbClr r="0" g="0" b="0"/>
        </a:fillRef>
        <a:effectRef idx="0">
          <a:scrgbClr r="0" g="0" b="0"/>
        </a:effectRef>
        <a:fontRef idx="minor">
          <a:schemeClr val="lt1"/>
        </a:fontRef>
      </dsp:style>
      <dsp:txBody>
        <a:bodyPr spcFirstLastPara="0" vert="horz" wrap="square" lIns="0" tIns="61722" rIns="0" bIns="0" numCol="1" spcCol="1270" anchor="t" anchorCtr="0">
          <a:noAutofit/>
        </a:bodyPr>
        <a:lstStyle/>
        <a:p>
          <a:pPr lvl="0" algn="l" defTabSz="800100">
            <a:lnSpc>
              <a:spcPct val="90000"/>
            </a:lnSpc>
            <a:spcBef>
              <a:spcPct val="0"/>
            </a:spcBef>
            <a:spcAft>
              <a:spcPct val="35000"/>
            </a:spcAft>
          </a:pPr>
          <a:r>
            <a:rPr lang="en-US" sz="1800" kern="1200" dirty="0" smtClean="0"/>
            <a:t>R&amp;D project reports</a:t>
          </a:r>
          <a:endParaRPr lang="en-US" sz="1800" kern="1200" dirty="0"/>
        </a:p>
        <a:p>
          <a:pPr lvl="0" algn="l" defTabSz="800100">
            <a:lnSpc>
              <a:spcPct val="90000"/>
            </a:lnSpc>
            <a:spcBef>
              <a:spcPct val="0"/>
            </a:spcBef>
            <a:spcAft>
              <a:spcPct val="35000"/>
            </a:spcAft>
          </a:pPr>
          <a:r>
            <a:rPr lang="en-US" sz="1800" kern="1200" dirty="0" smtClean="0"/>
            <a:t>Published peer-reviewed academic journal articles</a:t>
          </a:r>
          <a:endParaRPr lang="en-US" sz="1800" kern="1200" dirty="0"/>
        </a:p>
        <a:p>
          <a:pPr lvl="0" algn="l" defTabSz="800100">
            <a:lnSpc>
              <a:spcPct val="90000"/>
            </a:lnSpc>
            <a:spcBef>
              <a:spcPct val="0"/>
            </a:spcBef>
            <a:spcAft>
              <a:spcPct val="35000"/>
            </a:spcAft>
          </a:pPr>
          <a:r>
            <a:rPr lang="en-US" sz="1800" kern="1200" dirty="0" smtClean="0"/>
            <a:t>Allowed U.S. patents</a:t>
          </a:r>
          <a:endParaRPr lang="en-US" sz="1800" kern="1200" dirty="0"/>
        </a:p>
        <a:p>
          <a:pPr lvl="0" algn="l" defTabSz="800100">
            <a:lnSpc>
              <a:spcPct val="90000"/>
            </a:lnSpc>
            <a:spcBef>
              <a:spcPct val="0"/>
            </a:spcBef>
            <a:spcAft>
              <a:spcPct val="35000"/>
            </a:spcAft>
          </a:pPr>
          <a:r>
            <a:rPr lang="en-US" sz="1800" kern="1200" dirty="0" smtClean="0"/>
            <a:t>Disallowed U.S. patent applications</a:t>
          </a:r>
          <a:endParaRPr lang="en-US" sz="1800" kern="1200" dirty="0"/>
        </a:p>
      </dsp:txBody>
      <dsp:txXfrm>
        <a:off x="6625649" y="0"/>
        <a:ext cx="2174274" cy="2258836"/>
      </dsp:txXfrm>
    </dsp:sp>
  </dsp:spTree>
</dsp:drawing>
</file>

<file path=ppt/diagrams/drawing10.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5EE1D2E5-E13B-4FA3-A68E-FA18C8AD1A1A}">
      <dsp:nvSpPr>
        <dsp:cNvPr id="0" name=""/>
        <dsp:cNvSpPr/>
      </dsp:nvSpPr>
      <dsp:spPr>
        <a:xfrm>
          <a:off x="0" y="0"/>
          <a:ext cx="2918489" cy="2258836"/>
        </a:xfrm>
        <a:prstGeom prst="roundRect">
          <a:avLst>
            <a:gd name="adj" fmla="val 5000"/>
          </a:avLst>
        </a:prstGeom>
        <a:solidFill>
          <a:schemeClr val="accent2">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0" tIns="61722" rIns="80010" bIns="0" numCol="1" spcCol="1270" anchor="t" anchorCtr="0">
          <a:noAutofit/>
        </a:bodyPr>
        <a:lstStyle/>
        <a:p>
          <a:pPr lvl="0" algn="r" defTabSz="800100">
            <a:lnSpc>
              <a:spcPct val="90000"/>
            </a:lnSpc>
            <a:spcBef>
              <a:spcPct val="0"/>
            </a:spcBef>
            <a:spcAft>
              <a:spcPct val="35000"/>
            </a:spcAft>
          </a:pPr>
          <a:r>
            <a:rPr lang="en-US" sz="1800" b="1" u="sng" kern="1200" dirty="0" smtClean="0"/>
            <a:t>Construct</a:t>
          </a:r>
          <a:endParaRPr lang="en-US" sz="1800" b="1" u="sng" kern="1200" dirty="0"/>
        </a:p>
      </dsp:txBody>
      <dsp:txXfrm rot="16200000">
        <a:off x="-634273" y="634273"/>
        <a:ext cx="1852245" cy="583697"/>
      </dsp:txXfrm>
    </dsp:sp>
    <dsp:sp modelId="{0F07502A-98A4-4880-9779-27EA2BEB6F02}">
      <dsp:nvSpPr>
        <dsp:cNvPr id="0" name=""/>
        <dsp:cNvSpPr/>
      </dsp:nvSpPr>
      <dsp:spPr>
        <a:xfrm>
          <a:off x="583697" y="0"/>
          <a:ext cx="2174274" cy="2258836"/>
        </a:xfrm>
        <a:prstGeom prst="rect">
          <a:avLst/>
        </a:prstGeom>
        <a:noFill/>
        <a:ln w="25400" cap="flat" cmpd="sng" algn="ctr">
          <a:noFill/>
          <a:prstDash val="solid"/>
        </a:ln>
        <a:effectLst/>
        <a:sp3d/>
      </dsp:spPr>
      <dsp:style>
        <a:lnRef idx="2">
          <a:scrgbClr r="0" g="0" b="0"/>
        </a:lnRef>
        <a:fillRef idx="1">
          <a:scrgbClr r="0" g="0" b="0"/>
        </a:fillRef>
        <a:effectRef idx="0">
          <a:scrgbClr r="0" g="0" b="0"/>
        </a:effectRef>
        <a:fontRef idx="minor">
          <a:schemeClr val="lt1"/>
        </a:fontRef>
      </dsp:style>
      <dsp:txBody>
        <a:bodyPr spcFirstLastPara="0" vert="horz" wrap="square" lIns="0" tIns="109728" rIns="0" bIns="0" numCol="1" spcCol="1270" anchor="t" anchorCtr="0">
          <a:noAutofit/>
        </a:bodyPr>
        <a:lstStyle/>
        <a:p>
          <a:pPr lvl="0" algn="l" defTabSz="1422400">
            <a:lnSpc>
              <a:spcPct val="90000"/>
            </a:lnSpc>
            <a:spcBef>
              <a:spcPct val="0"/>
            </a:spcBef>
            <a:spcAft>
              <a:spcPct val="35000"/>
            </a:spcAft>
          </a:pPr>
          <a:r>
            <a:rPr lang="en-US" sz="3200" kern="1200" dirty="0" smtClean="0"/>
            <a:t>Technology Transfer</a:t>
          </a:r>
          <a:endParaRPr lang="en-US" sz="3200" kern="1200" dirty="0"/>
        </a:p>
      </dsp:txBody>
      <dsp:txXfrm>
        <a:off x="583697" y="0"/>
        <a:ext cx="2174274" cy="2258836"/>
      </dsp:txXfrm>
    </dsp:sp>
    <dsp:sp modelId="{63E694CA-EB8A-49E7-8F7E-40E9648E8D50}">
      <dsp:nvSpPr>
        <dsp:cNvPr id="0" name=""/>
        <dsp:cNvSpPr/>
      </dsp:nvSpPr>
      <dsp:spPr>
        <a:xfrm>
          <a:off x="3021315" y="0"/>
          <a:ext cx="2918489" cy="2258836"/>
        </a:xfrm>
        <a:prstGeom prst="roundRect">
          <a:avLst>
            <a:gd name="adj" fmla="val 5000"/>
          </a:avLst>
        </a:prstGeom>
        <a:solidFill>
          <a:schemeClr val="accent3">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0" tIns="61722" rIns="80010" bIns="0" numCol="1" spcCol="1270" anchor="t" anchorCtr="0">
          <a:noAutofit/>
        </a:bodyPr>
        <a:lstStyle/>
        <a:p>
          <a:pPr lvl="0" algn="r" defTabSz="800100">
            <a:lnSpc>
              <a:spcPct val="90000"/>
            </a:lnSpc>
            <a:spcBef>
              <a:spcPct val="0"/>
            </a:spcBef>
            <a:spcAft>
              <a:spcPct val="35000"/>
            </a:spcAft>
          </a:pPr>
          <a:r>
            <a:rPr lang="en-US" sz="1800" b="1" u="sng" kern="1200" dirty="0" smtClean="0"/>
            <a:t>Operationalization</a:t>
          </a:r>
          <a:endParaRPr lang="en-US" sz="1800" b="1" u="sng" kern="1200" dirty="0"/>
        </a:p>
      </dsp:txBody>
      <dsp:txXfrm rot="16200000">
        <a:off x="2387041" y="634273"/>
        <a:ext cx="1852245" cy="583697"/>
      </dsp:txXfrm>
    </dsp:sp>
    <dsp:sp modelId="{45668240-D897-4FC1-8421-6DD785B65040}">
      <dsp:nvSpPr>
        <dsp:cNvPr id="0" name=""/>
        <dsp:cNvSpPr/>
      </dsp:nvSpPr>
      <dsp:spPr>
        <a:xfrm rot="5400000">
          <a:off x="2869855" y="1718386"/>
          <a:ext cx="332104" cy="437773"/>
        </a:xfrm>
        <a:prstGeom prst="flowChartExtract">
          <a:avLst/>
        </a:prstGeom>
        <a:solidFill>
          <a:schemeClr val="lt1">
            <a:hueOff val="0"/>
            <a:satOff val="0"/>
            <a:lumOff val="0"/>
            <a:alphaOff val="0"/>
          </a:schemeClr>
        </a:solidFill>
        <a:ln w="25400" cap="flat" cmpd="sng" algn="ctr">
          <a:solidFill>
            <a:schemeClr val="accent2">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 modelId="{27D5C2FA-66B3-4507-8DD9-0DFEBE9E49C4}">
      <dsp:nvSpPr>
        <dsp:cNvPr id="0" name=""/>
        <dsp:cNvSpPr/>
      </dsp:nvSpPr>
      <dsp:spPr>
        <a:xfrm>
          <a:off x="3605013" y="0"/>
          <a:ext cx="2174274" cy="2258836"/>
        </a:xfrm>
        <a:prstGeom prst="rect">
          <a:avLst/>
        </a:prstGeom>
        <a:noFill/>
        <a:ln w="25400" cap="flat" cmpd="sng" algn="ctr">
          <a:noFill/>
          <a:prstDash val="solid"/>
        </a:ln>
        <a:effectLst/>
        <a:sp3d/>
      </dsp:spPr>
      <dsp:style>
        <a:lnRef idx="2">
          <a:scrgbClr r="0" g="0" b="0"/>
        </a:lnRef>
        <a:fillRef idx="1">
          <a:scrgbClr r="0" g="0" b="0"/>
        </a:fillRef>
        <a:effectRef idx="0">
          <a:scrgbClr r="0" g="0" b="0"/>
        </a:effectRef>
        <a:fontRef idx="minor">
          <a:schemeClr val="lt1"/>
        </a:fontRef>
      </dsp:style>
      <dsp:txBody>
        <a:bodyPr spcFirstLastPara="0" vert="horz" wrap="square" lIns="0" tIns="61722" rIns="0" bIns="0" numCol="1" spcCol="1270" anchor="t" anchorCtr="0">
          <a:noAutofit/>
        </a:bodyPr>
        <a:lstStyle/>
        <a:p>
          <a:pPr lvl="0" algn="l" defTabSz="800100">
            <a:lnSpc>
              <a:spcPct val="90000"/>
            </a:lnSpc>
            <a:spcBef>
              <a:spcPct val="0"/>
            </a:spcBef>
            <a:spcAft>
              <a:spcPct val="35000"/>
            </a:spcAft>
          </a:pPr>
          <a:r>
            <a:rPr lang="en-US" sz="1800" kern="1200" dirty="0" smtClean="0"/>
            <a:t>When a non-private sector actor that controls a technology  makes it available for private sector actors to use the technology.</a:t>
          </a:r>
          <a:endParaRPr lang="en-US" sz="1800" kern="1200" dirty="0"/>
        </a:p>
      </dsp:txBody>
      <dsp:txXfrm>
        <a:off x="3605013" y="0"/>
        <a:ext cx="2174274" cy="2258836"/>
      </dsp:txXfrm>
    </dsp:sp>
    <dsp:sp modelId="{89F889ED-FCCD-445E-BB3B-3F65B70521C8}">
      <dsp:nvSpPr>
        <dsp:cNvPr id="0" name=""/>
        <dsp:cNvSpPr/>
      </dsp:nvSpPr>
      <dsp:spPr>
        <a:xfrm>
          <a:off x="6041952" y="0"/>
          <a:ext cx="2918489" cy="2258836"/>
        </a:xfrm>
        <a:prstGeom prst="roundRect">
          <a:avLst>
            <a:gd name="adj" fmla="val 5000"/>
          </a:avLst>
        </a:prstGeom>
        <a:solidFill>
          <a:schemeClr val="accent4">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0" tIns="61722" rIns="80010" bIns="0" numCol="1" spcCol="1270" anchor="t" anchorCtr="0">
          <a:noAutofit/>
        </a:bodyPr>
        <a:lstStyle/>
        <a:p>
          <a:pPr lvl="0" algn="r" defTabSz="800100">
            <a:lnSpc>
              <a:spcPct val="90000"/>
            </a:lnSpc>
            <a:spcBef>
              <a:spcPct val="0"/>
            </a:spcBef>
            <a:spcAft>
              <a:spcPct val="35000"/>
            </a:spcAft>
          </a:pPr>
          <a:r>
            <a:rPr lang="en-US" sz="1800" b="1" u="sng" kern="1200" dirty="0" smtClean="0"/>
            <a:t>Indicators</a:t>
          </a:r>
          <a:endParaRPr lang="en-US" sz="3300" b="1" u="sng" kern="1200" dirty="0"/>
        </a:p>
      </dsp:txBody>
      <dsp:txXfrm rot="16200000">
        <a:off x="5407678" y="634273"/>
        <a:ext cx="1852245" cy="583697"/>
      </dsp:txXfrm>
    </dsp:sp>
    <dsp:sp modelId="{0B1D8E78-2B68-4C5D-9329-AB01D008FC04}">
      <dsp:nvSpPr>
        <dsp:cNvPr id="0" name=""/>
        <dsp:cNvSpPr/>
      </dsp:nvSpPr>
      <dsp:spPr>
        <a:xfrm rot="5400000">
          <a:off x="5890492" y="1718386"/>
          <a:ext cx="332104" cy="437773"/>
        </a:xfrm>
        <a:prstGeom prst="flowChartExtract">
          <a:avLst/>
        </a:prstGeom>
        <a:solidFill>
          <a:schemeClr val="lt1">
            <a:hueOff val="0"/>
            <a:satOff val="0"/>
            <a:lumOff val="0"/>
            <a:alphaOff val="0"/>
          </a:schemeClr>
        </a:solidFill>
        <a:ln w="25400" cap="flat" cmpd="sng" algn="ctr">
          <a:solidFill>
            <a:schemeClr val="accent3">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 modelId="{545B6FF8-55C8-4464-AD34-37C6C75F354E}">
      <dsp:nvSpPr>
        <dsp:cNvPr id="0" name=""/>
        <dsp:cNvSpPr/>
      </dsp:nvSpPr>
      <dsp:spPr>
        <a:xfrm>
          <a:off x="6625649" y="0"/>
          <a:ext cx="2174274" cy="2258836"/>
        </a:xfrm>
        <a:prstGeom prst="rect">
          <a:avLst/>
        </a:prstGeom>
        <a:noFill/>
        <a:ln w="25400" cap="flat" cmpd="sng" algn="ctr">
          <a:noFill/>
          <a:prstDash val="solid"/>
        </a:ln>
        <a:effectLst/>
        <a:sp3d/>
      </dsp:spPr>
      <dsp:style>
        <a:lnRef idx="2">
          <a:scrgbClr r="0" g="0" b="0"/>
        </a:lnRef>
        <a:fillRef idx="1">
          <a:scrgbClr r="0" g="0" b="0"/>
        </a:fillRef>
        <a:effectRef idx="0">
          <a:scrgbClr r="0" g="0" b="0"/>
        </a:effectRef>
        <a:fontRef idx="minor">
          <a:schemeClr val="lt1"/>
        </a:fontRef>
      </dsp:style>
      <dsp:txBody>
        <a:bodyPr spcFirstLastPara="0" vert="horz" wrap="square" lIns="0" tIns="61722" rIns="0" bIns="0" numCol="1" spcCol="1270" anchor="t" anchorCtr="0">
          <a:noAutofit/>
        </a:bodyPr>
        <a:lstStyle/>
        <a:p>
          <a:pPr lvl="0" algn="l" defTabSz="800100">
            <a:lnSpc>
              <a:spcPct val="90000"/>
            </a:lnSpc>
            <a:spcBef>
              <a:spcPct val="0"/>
            </a:spcBef>
            <a:spcAft>
              <a:spcPct val="35000"/>
            </a:spcAft>
          </a:pPr>
          <a:r>
            <a:rPr lang="en-US" sz="1800" kern="1200" dirty="0" smtClean="0"/>
            <a:t>License agreements</a:t>
          </a:r>
          <a:endParaRPr lang="en-US" sz="1800" kern="1200" dirty="0"/>
        </a:p>
        <a:p>
          <a:pPr lvl="0" algn="l" defTabSz="800100">
            <a:lnSpc>
              <a:spcPct val="90000"/>
            </a:lnSpc>
            <a:spcBef>
              <a:spcPct val="0"/>
            </a:spcBef>
            <a:spcAft>
              <a:spcPct val="35000"/>
            </a:spcAft>
          </a:pPr>
          <a:r>
            <a:rPr lang="en-US" sz="1800" kern="1200" dirty="0" smtClean="0"/>
            <a:t>Published peer-reviewed journal articles not associated with an allowed U.S. patent or active patent application</a:t>
          </a:r>
          <a:endParaRPr lang="en-US" sz="1800" kern="1200" dirty="0"/>
        </a:p>
      </dsp:txBody>
      <dsp:txXfrm>
        <a:off x="6625649" y="0"/>
        <a:ext cx="2174274" cy="2258836"/>
      </dsp:txXfrm>
    </dsp:sp>
  </dsp:spTree>
</dsp:drawing>
</file>

<file path=ppt/diagrams/drawing1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5EE1D2E5-E13B-4FA3-A68E-FA18C8AD1A1A}">
      <dsp:nvSpPr>
        <dsp:cNvPr id="0" name=""/>
        <dsp:cNvSpPr/>
      </dsp:nvSpPr>
      <dsp:spPr>
        <a:xfrm>
          <a:off x="678" y="0"/>
          <a:ext cx="2918489" cy="2258836"/>
        </a:xfrm>
        <a:prstGeom prst="roundRect">
          <a:avLst>
            <a:gd name="adj" fmla="val 5000"/>
          </a:avLst>
        </a:prstGeom>
        <a:solidFill>
          <a:schemeClr val="accent2">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0" tIns="61722" rIns="80010" bIns="0" numCol="1" spcCol="1270" anchor="t" anchorCtr="0">
          <a:noAutofit/>
        </a:bodyPr>
        <a:lstStyle/>
        <a:p>
          <a:pPr lvl="0" algn="r" defTabSz="800100">
            <a:lnSpc>
              <a:spcPct val="90000"/>
            </a:lnSpc>
            <a:spcBef>
              <a:spcPct val="0"/>
            </a:spcBef>
            <a:spcAft>
              <a:spcPct val="35000"/>
            </a:spcAft>
          </a:pPr>
          <a:r>
            <a:rPr lang="en-US" sz="1800" b="1" u="sng" kern="1200" dirty="0" smtClean="0"/>
            <a:t>Construct</a:t>
          </a:r>
          <a:endParaRPr lang="en-US" sz="1800" b="1" u="sng" kern="1200" dirty="0"/>
        </a:p>
      </dsp:txBody>
      <dsp:txXfrm rot="16200000">
        <a:off x="-633595" y="634273"/>
        <a:ext cx="1852245" cy="583697"/>
      </dsp:txXfrm>
    </dsp:sp>
    <dsp:sp modelId="{0F07502A-98A4-4880-9779-27EA2BEB6F02}">
      <dsp:nvSpPr>
        <dsp:cNvPr id="0" name=""/>
        <dsp:cNvSpPr/>
      </dsp:nvSpPr>
      <dsp:spPr>
        <a:xfrm>
          <a:off x="584376" y="0"/>
          <a:ext cx="2174274" cy="2258836"/>
        </a:xfrm>
        <a:prstGeom prst="rect">
          <a:avLst/>
        </a:prstGeom>
        <a:noFill/>
        <a:ln w="25400" cap="flat" cmpd="sng" algn="ctr">
          <a:noFill/>
          <a:prstDash val="solid"/>
        </a:ln>
        <a:effectLst/>
        <a:sp3d/>
      </dsp:spPr>
      <dsp:style>
        <a:lnRef idx="2">
          <a:scrgbClr r="0" g="0" b="0"/>
        </a:lnRef>
        <a:fillRef idx="1">
          <a:scrgbClr r="0" g="0" b="0"/>
        </a:fillRef>
        <a:effectRef idx="0">
          <a:scrgbClr r="0" g="0" b="0"/>
        </a:effectRef>
        <a:fontRef idx="minor">
          <a:schemeClr val="lt1"/>
        </a:fontRef>
      </dsp:style>
      <dsp:txBody>
        <a:bodyPr spcFirstLastPara="0" vert="horz" wrap="square" lIns="0" tIns="106299" rIns="0" bIns="0" numCol="1" spcCol="1270" anchor="t" anchorCtr="0">
          <a:noAutofit/>
        </a:bodyPr>
        <a:lstStyle/>
        <a:p>
          <a:pPr lvl="0" algn="l" defTabSz="1377950">
            <a:lnSpc>
              <a:spcPct val="90000"/>
            </a:lnSpc>
            <a:spcBef>
              <a:spcPct val="0"/>
            </a:spcBef>
            <a:spcAft>
              <a:spcPct val="35000"/>
            </a:spcAft>
          </a:pPr>
          <a:r>
            <a:rPr lang="en-US" sz="3100" kern="1200" dirty="0" smtClean="0"/>
            <a:t>Development Stage</a:t>
          </a:r>
          <a:endParaRPr lang="en-US" sz="3100" kern="1200" dirty="0"/>
        </a:p>
      </dsp:txBody>
      <dsp:txXfrm>
        <a:off x="584376" y="0"/>
        <a:ext cx="2174274" cy="2258836"/>
      </dsp:txXfrm>
    </dsp:sp>
    <dsp:sp modelId="{63E694CA-EB8A-49E7-8F7E-40E9648E8D50}">
      <dsp:nvSpPr>
        <dsp:cNvPr id="0" name=""/>
        <dsp:cNvSpPr/>
      </dsp:nvSpPr>
      <dsp:spPr>
        <a:xfrm>
          <a:off x="3021315" y="0"/>
          <a:ext cx="2918489" cy="2258836"/>
        </a:xfrm>
        <a:prstGeom prst="roundRect">
          <a:avLst>
            <a:gd name="adj" fmla="val 5000"/>
          </a:avLst>
        </a:prstGeom>
        <a:solidFill>
          <a:schemeClr val="accent3">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0" tIns="61722" rIns="80010" bIns="0" numCol="1" spcCol="1270" anchor="t" anchorCtr="0">
          <a:noAutofit/>
        </a:bodyPr>
        <a:lstStyle/>
        <a:p>
          <a:pPr lvl="0" algn="r" defTabSz="800100">
            <a:lnSpc>
              <a:spcPct val="90000"/>
            </a:lnSpc>
            <a:spcBef>
              <a:spcPct val="0"/>
            </a:spcBef>
            <a:spcAft>
              <a:spcPct val="35000"/>
            </a:spcAft>
          </a:pPr>
          <a:r>
            <a:rPr lang="en-US" sz="1800" b="1" u="sng" kern="1200" dirty="0" smtClean="0"/>
            <a:t>Operationalization</a:t>
          </a:r>
          <a:endParaRPr lang="en-US" sz="1800" b="1" u="sng" kern="1200" dirty="0"/>
        </a:p>
      </dsp:txBody>
      <dsp:txXfrm rot="16200000">
        <a:off x="2387041" y="634273"/>
        <a:ext cx="1852245" cy="583697"/>
      </dsp:txXfrm>
    </dsp:sp>
    <dsp:sp modelId="{45668240-D897-4FC1-8421-6DD785B65040}">
      <dsp:nvSpPr>
        <dsp:cNvPr id="0" name=""/>
        <dsp:cNvSpPr/>
      </dsp:nvSpPr>
      <dsp:spPr>
        <a:xfrm rot="5400000">
          <a:off x="2869855" y="1718386"/>
          <a:ext cx="332104" cy="437773"/>
        </a:xfrm>
        <a:prstGeom prst="flowChartExtract">
          <a:avLst/>
        </a:prstGeom>
        <a:solidFill>
          <a:schemeClr val="lt1">
            <a:hueOff val="0"/>
            <a:satOff val="0"/>
            <a:lumOff val="0"/>
            <a:alphaOff val="0"/>
          </a:schemeClr>
        </a:solidFill>
        <a:ln w="25400" cap="flat" cmpd="sng" algn="ctr">
          <a:solidFill>
            <a:schemeClr val="accent2">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 modelId="{27D5C2FA-66B3-4507-8DD9-0DFEBE9E49C4}">
      <dsp:nvSpPr>
        <dsp:cNvPr id="0" name=""/>
        <dsp:cNvSpPr/>
      </dsp:nvSpPr>
      <dsp:spPr>
        <a:xfrm>
          <a:off x="3605013" y="0"/>
          <a:ext cx="2174274" cy="2258836"/>
        </a:xfrm>
        <a:prstGeom prst="rect">
          <a:avLst/>
        </a:prstGeom>
        <a:noFill/>
        <a:ln w="25400" cap="flat" cmpd="sng" algn="ctr">
          <a:noFill/>
          <a:prstDash val="solid"/>
        </a:ln>
        <a:effectLst/>
        <a:sp3d/>
      </dsp:spPr>
      <dsp:style>
        <a:lnRef idx="2">
          <a:scrgbClr r="0" g="0" b="0"/>
        </a:lnRef>
        <a:fillRef idx="1">
          <a:scrgbClr r="0" g="0" b="0"/>
        </a:fillRef>
        <a:effectRef idx="0">
          <a:scrgbClr r="0" g="0" b="0"/>
        </a:effectRef>
        <a:fontRef idx="minor">
          <a:schemeClr val="lt1"/>
        </a:fontRef>
      </dsp:style>
      <dsp:txBody>
        <a:bodyPr spcFirstLastPara="0" vert="horz" wrap="square" lIns="0" tIns="61722" rIns="0" bIns="0" numCol="1" spcCol="1270" anchor="t" anchorCtr="0">
          <a:noAutofit/>
        </a:bodyPr>
        <a:lstStyle/>
        <a:p>
          <a:pPr lvl="0" algn="l" defTabSz="800100">
            <a:lnSpc>
              <a:spcPct val="90000"/>
            </a:lnSpc>
            <a:spcBef>
              <a:spcPct val="0"/>
            </a:spcBef>
            <a:spcAft>
              <a:spcPct val="35000"/>
            </a:spcAft>
          </a:pPr>
          <a:r>
            <a:rPr lang="en-US" sz="1800" kern="1200" dirty="0" smtClean="0"/>
            <a:t>The state of progress of an R&amp;D project as described by a modified technology readiness level (TRL) scale.</a:t>
          </a:r>
          <a:endParaRPr lang="en-US" sz="1800" kern="1200" dirty="0"/>
        </a:p>
      </dsp:txBody>
      <dsp:txXfrm>
        <a:off x="3605013" y="0"/>
        <a:ext cx="2174274" cy="2258836"/>
      </dsp:txXfrm>
    </dsp:sp>
    <dsp:sp modelId="{89F889ED-FCCD-445E-BB3B-3F65B70521C8}">
      <dsp:nvSpPr>
        <dsp:cNvPr id="0" name=""/>
        <dsp:cNvSpPr/>
      </dsp:nvSpPr>
      <dsp:spPr>
        <a:xfrm>
          <a:off x="6041952" y="0"/>
          <a:ext cx="2918489" cy="2258836"/>
        </a:xfrm>
        <a:prstGeom prst="roundRect">
          <a:avLst>
            <a:gd name="adj" fmla="val 5000"/>
          </a:avLst>
        </a:prstGeom>
        <a:solidFill>
          <a:schemeClr val="accent4">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0" tIns="61722" rIns="80010" bIns="0" numCol="1" spcCol="1270" anchor="t" anchorCtr="0">
          <a:noAutofit/>
        </a:bodyPr>
        <a:lstStyle/>
        <a:p>
          <a:pPr lvl="0" algn="r" defTabSz="800100">
            <a:lnSpc>
              <a:spcPct val="90000"/>
            </a:lnSpc>
            <a:spcBef>
              <a:spcPct val="0"/>
            </a:spcBef>
            <a:spcAft>
              <a:spcPct val="35000"/>
            </a:spcAft>
          </a:pPr>
          <a:r>
            <a:rPr lang="en-US" sz="1800" b="1" u="sng" kern="1200" dirty="0" smtClean="0"/>
            <a:t>Indicators</a:t>
          </a:r>
          <a:endParaRPr lang="en-US" sz="1800" b="1" u="sng" kern="1200" dirty="0"/>
        </a:p>
      </dsp:txBody>
      <dsp:txXfrm rot="16200000">
        <a:off x="5407678" y="634273"/>
        <a:ext cx="1852245" cy="583697"/>
      </dsp:txXfrm>
    </dsp:sp>
    <dsp:sp modelId="{0B1D8E78-2B68-4C5D-9329-AB01D008FC04}">
      <dsp:nvSpPr>
        <dsp:cNvPr id="0" name=""/>
        <dsp:cNvSpPr/>
      </dsp:nvSpPr>
      <dsp:spPr>
        <a:xfrm rot="5400000">
          <a:off x="5890492" y="1718386"/>
          <a:ext cx="332104" cy="437773"/>
        </a:xfrm>
        <a:prstGeom prst="flowChartExtract">
          <a:avLst/>
        </a:prstGeom>
        <a:solidFill>
          <a:schemeClr val="lt1">
            <a:hueOff val="0"/>
            <a:satOff val="0"/>
            <a:lumOff val="0"/>
            <a:alphaOff val="0"/>
          </a:schemeClr>
        </a:solidFill>
        <a:ln w="25400" cap="flat" cmpd="sng" algn="ctr">
          <a:solidFill>
            <a:schemeClr val="accent3">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 modelId="{545B6FF8-55C8-4464-AD34-37C6C75F354E}">
      <dsp:nvSpPr>
        <dsp:cNvPr id="0" name=""/>
        <dsp:cNvSpPr/>
      </dsp:nvSpPr>
      <dsp:spPr>
        <a:xfrm>
          <a:off x="6625649" y="0"/>
          <a:ext cx="2174274" cy="2258836"/>
        </a:xfrm>
        <a:prstGeom prst="rect">
          <a:avLst/>
        </a:prstGeom>
        <a:noFill/>
        <a:ln w="25400" cap="flat" cmpd="sng" algn="ctr">
          <a:noFill/>
          <a:prstDash val="solid"/>
        </a:ln>
        <a:effectLst/>
        <a:sp3d/>
      </dsp:spPr>
      <dsp:style>
        <a:lnRef idx="2">
          <a:scrgbClr r="0" g="0" b="0"/>
        </a:lnRef>
        <a:fillRef idx="1">
          <a:scrgbClr r="0" g="0" b="0"/>
        </a:fillRef>
        <a:effectRef idx="0">
          <a:scrgbClr r="0" g="0" b="0"/>
        </a:effectRef>
        <a:fontRef idx="minor">
          <a:schemeClr val="lt1"/>
        </a:fontRef>
      </dsp:style>
      <dsp:txBody>
        <a:bodyPr spcFirstLastPara="0" vert="horz" wrap="square" lIns="0" tIns="61722" rIns="0" bIns="0" numCol="1" spcCol="1270" anchor="t" anchorCtr="0">
          <a:noAutofit/>
        </a:bodyPr>
        <a:lstStyle/>
        <a:p>
          <a:pPr lvl="0" algn="l" defTabSz="800100">
            <a:lnSpc>
              <a:spcPct val="90000"/>
            </a:lnSpc>
            <a:spcBef>
              <a:spcPct val="0"/>
            </a:spcBef>
            <a:spcAft>
              <a:spcPct val="35000"/>
            </a:spcAft>
          </a:pPr>
          <a:r>
            <a:rPr lang="en-US" sz="1800" kern="1200" dirty="0" smtClean="0"/>
            <a:t>R&amp;D project abstracts</a:t>
          </a:r>
        </a:p>
        <a:p>
          <a:pPr lvl="0" algn="l" defTabSz="800100">
            <a:lnSpc>
              <a:spcPct val="90000"/>
            </a:lnSpc>
            <a:spcBef>
              <a:spcPct val="0"/>
            </a:spcBef>
            <a:spcAft>
              <a:spcPct val="35000"/>
            </a:spcAft>
          </a:pPr>
          <a:r>
            <a:rPr lang="en-US" sz="1800" kern="1200" dirty="0" smtClean="0"/>
            <a:t>R&amp;D project reports</a:t>
          </a:r>
          <a:endParaRPr lang="en-US" sz="1800" kern="1200" dirty="0"/>
        </a:p>
      </dsp:txBody>
      <dsp:txXfrm>
        <a:off x="6625649" y="0"/>
        <a:ext cx="2174274" cy="2258836"/>
      </dsp:txXfrm>
    </dsp:sp>
  </dsp:spTree>
</dsp:drawing>
</file>

<file path=ppt/diagrams/drawing1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5EE1D2E5-E13B-4FA3-A68E-FA18C8AD1A1A}">
      <dsp:nvSpPr>
        <dsp:cNvPr id="0" name=""/>
        <dsp:cNvSpPr/>
      </dsp:nvSpPr>
      <dsp:spPr>
        <a:xfrm>
          <a:off x="678" y="0"/>
          <a:ext cx="2918489" cy="2258836"/>
        </a:xfrm>
        <a:prstGeom prst="roundRect">
          <a:avLst>
            <a:gd name="adj" fmla="val 5000"/>
          </a:avLst>
        </a:prstGeom>
        <a:solidFill>
          <a:schemeClr val="accent2">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0" tIns="61722" rIns="80010" bIns="0" numCol="1" spcCol="1270" anchor="t" anchorCtr="0">
          <a:noAutofit/>
        </a:bodyPr>
        <a:lstStyle/>
        <a:p>
          <a:pPr lvl="0" algn="r" defTabSz="800100">
            <a:lnSpc>
              <a:spcPct val="90000"/>
            </a:lnSpc>
            <a:spcBef>
              <a:spcPct val="0"/>
            </a:spcBef>
            <a:spcAft>
              <a:spcPct val="35000"/>
            </a:spcAft>
          </a:pPr>
          <a:r>
            <a:rPr lang="en-US" sz="1800" b="1" u="sng" kern="1200" dirty="0" smtClean="0"/>
            <a:t>Construct</a:t>
          </a:r>
          <a:endParaRPr lang="en-US" sz="1800" b="1" u="sng" kern="1200" dirty="0"/>
        </a:p>
      </dsp:txBody>
      <dsp:txXfrm rot="16200000">
        <a:off x="-633595" y="634273"/>
        <a:ext cx="1852245" cy="583697"/>
      </dsp:txXfrm>
    </dsp:sp>
    <dsp:sp modelId="{0F07502A-98A4-4880-9779-27EA2BEB6F02}">
      <dsp:nvSpPr>
        <dsp:cNvPr id="0" name=""/>
        <dsp:cNvSpPr/>
      </dsp:nvSpPr>
      <dsp:spPr>
        <a:xfrm>
          <a:off x="584376" y="0"/>
          <a:ext cx="2174274" cy="2258836"/>
        </a:xfrm>
        <a:prstGeom prst="rect">
          <a:avLst/>
        </a:prstGeom>
        <a:noFill/>
        <a:ln w="25400" cap="flat" cmpd="sng" algn="ctr">
          <a:noFill/>
          <a:prstDash val="solid"/>
        </a:ln>
        <a:effectLst/>
        <a:sp3d/>
      </dsp:spPr>
      <dsp:style>
        <a:lnRef idx="2">
          <a:scrgbClr r="0" g="0" b="0"/>
        </a:lnRef>
        <a:fillRef idx="1">
          <a:scrgbClr r="0" g="0" b="0"/>
        </a:fillRef>
        <a:effectRef idx="0">
          <a:scrgbClr r="0" g="0" b="0"/>
        </a:effectRef>
        <a:fontRef idx="minor">
          <a:schemeClr val="lt1"/>
        </a:fontRef>
      </dsp:style>
      <dsp:txBody>
        <a:bodyPr spcFirstLastPara="0" vert="horz" wrap="square" lIns="0" tIns="109728" rIns="0" bIns="0" numCol="1" spcCol="1270" anchor="t" anchorCtr="0">
          <a:noAutofit/>
        </a:bodyPr>
        <a:lstStyle/>
        <a:p>
          <a:pPr lvl="0" algn="l" defTabSz="1422400">
            <a:lnSpc>
              <a:spcPct val="90000"/>
            </a:lnSpc>
            <a:spcBef>
              <a:spcPct val="0"/>
            </a:spcBef>
            <a:spcAft>
              <a:spcPct val="35000"/>
            </a:spcAft>
          </a:pPr>
          <a:r>
            <a:rPr lang="en-US" sz="3200" kern="1200" dirty="0" smtClean="0"/>
            <a:t>City</a:t>
          </a:r>
          <a:endParaRPr lang="en-US" sz="3200" kern="1200" dirty="0"/>
        </a:p>
      </dsp:txBody>
      <dsp:txXfrm>
        <a:off x="584376" y="0"/>
        <a:ext cx="2174274" cy="2258836"/>
      </dsp:txXfrm>
    </dsp:sp>
    <dsp:sp modelId="{63E694CA-EB8A-49E7-8F7E-40E9648E8D50}">
      <dsp:nvSpPr>
        <dsp:cNvPr id="0" name=""/>
        <dsp:cNvSpPr/>
      </dsp:nvSpPr>
      <dsp:spPr>
        <a:xfrm>
          <a:off x="3021315" y="0"/>
          <a:ext cx="2918489" cy="2258836"/>
        </a:xfrm>
        <a:prstGeom prst="roundRect">
          <a:avLst>
            <a:gd name="adj" fmla="val 5000"/>
          </a:avLst>
        </a:prstGeom>
        <a:solidFill>
          <a:schemeClr val="accent3">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0" tIns="61722" rIns="80010" bIns="0" numCol="1" spcCol="1270" anchor="t" anchorCtr="0">
          <a:noAutofit/>
        </a:bodyPr>
        <a:lstStyle/>
        <a:p>
          <a:pPr lvl="0" algn="r" defTabSz="800100">
            <a:lnSpc>
              <a:spcPct val="90000"/>
            </a:lnSpc>
            <a:spcBef>
              <a:spcPct val="0"/>
            </a:spcBef>
            <a:spcAft>
              <a:spcPct val="35000"/>
            </a:spcAft>
          </a:pPr>
          <a:r>
            <a:rPr lang="en-US" sz="1800" b="1" u="sng" kern="1200" dirty="0" smtClean="0"/>
            <a:t>Operationalization</a:t>
          </a:r>
          <a:endParaRPr lang="en-US" sz="1800" b="1" u="sng" kern="1200" dirty="0"/>
        </a:p>
      </dsp:txBody>
      <dsp:txXfrm rot="16200000">
        <a:off x="2387041" y="634273"/>
        <a:ext cx="1852245" cy="583697"/>
      </dsp:txXfrm>
    </dsp:sp>
    <dsp:sp modelId="{45668240-D897-4FC1-8421-6DD785B65040}">
      <dsp:nvSpPr>
        <dsp:cNvPr id="0" name=""/>
        <dsp:cNvSpPr/>
      </dsp:nvSpPr>
      <dsp:spPr>
        <a:xfrm rot="5400000">
          <a:off x="2869855" y="1718386"/>
          <a:ext cx="332104" cy="437773"/>
        </a:xfrm>
        <a:prstGeom prst="flowChartExtract">
          <a:avLst/>
        </a:prstGeom>
        <a:solidFill>
          <a:schemeClr val="lt1">
            <a:hueOff val="0"/>
            <a:satOff val="0"/>
            <a:lumOff val="0"/>
            <a:alphaOff val="0"/>
          </a:schemeClr>
        </a:solidFill>
        <a:ln w="25400" cap="flat" cmpd="sng" algn="ctr">
          <a:solidFill>
            <a:schemeClr val="accent2">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 modelId="{27D5C2FA-66B3-4507-8DD9-0DFEBE9E49C4}">
      <dsp:nvSpPr>
        <dsp:cNvPr id="0" name=""/>
        <dsp:cNvSpPr/>
      </dsp:nvSpPr>
      <dsp:spPr>
        <a:xfrm>
          <a:off x="3605013" y="0"/>
          <a:ext cx="2174274" cy="2258836"/>
        </a:xfrm>
        <a:prstGeom prst="rect">
          <a:avLst/>
        </a:prstGeom>
        <a:noFill/>
        <a:ln w="25400" cap="flat" cmpd="sng" algn="ctr">
          <a:noFill/>
          <a:prstDash val="solid"/>
        </a:ln>
        <a:effectLst/>
        <a:sp3d/>
      </dsp:spPr>
      <dsp:style>
        <a:lnRef idx="2">
          <a:scrgbClr r="0" g="0" b="0"/>
        </a:lnRef>
        <a:fillRef idx="1">
          <a:scrgbClr r="0" g="0" b="0"/>
        </a:fillRef>
        <a:effectRef idx="0">
          <a:scrgbClr r="0" g="0" b="0"/>
        </a:effectRef>
        <a:fontRef idx="minor">
          <a:schemeClr val="lt1"/>
        </a:fontRef>
      </dsp:style>
      <dsp:txBody>
        <a:bodyPr spcFirstLastPara="0" vert="horz" wrap="square" lIns="0" tIns="61722" rIns="0" bIns="0" numCol="1" spcCol="1270" anchor="t" anchorCtr="0">
          <a:noAutofit/>
        </a:bodyPr>
        <a:lstStyle/>
        <a:p>
          <a:pPr lvl="0" algn="l" defTabSz="800100">
            <a:lnSpc>
              <a:spcPct val="90000"/>
            </a:lnSpc>
            <a:spcBef>
              <a:spcPct val="0"/>
            </a:spcBef>
            <a:spcAft>
              <a:spcPct val="35000"/>
            </a:spcAft>
          </a:pPr>
          <a:r>
            <a:rPr lang="en-US" sz="1800" kern="1200" dirty="0" smtClean="0"/>
            <a:t>A metropolitan statistical </a:t>
          </a:r>
          <a:r>
            <a:rPr lang="en-US" sz="1800" kern="1200" dirty="0" smtClean="0"/>
            <a:t>area (MSA) </a:t>
          </a:r>
          <a:r>
            <a:rPr lang="en-US" sz="1800" kern="1200" dirty="0" smtClean="0"/>
            <a:t>with </a:t>
          </a:r>
          <a:r>
            <a:rPr lang="en-US" sz="1800" kern="1200" dirty="0" smtClean="0"/>
            <a:t>a </a:t>
          </a:r>
          <a:r>
            <a:rPr lang="en-US" sz="1800" kern="1200" dirty="0" smtClean="0"/>
            <a:t>total absolute population of 1 million people and total normalized population of at least 110 people per square mile</a:t>
          </a:r>
          <a:endParaRPr lang="en-US" sz="1800" kern="1200" dirty="0"/>
        </a:p>
      </dsp:txBody>
      <dsp:txXfrm>
        <a:off x="3605013" y="0"/>
        <a:ext cx="2174274" cy="2258836"/>
      </dsp:txXfrm>
    </dsp:sp>
    <dsp:sp modelId="{89F889ED-FCCD-445E-BB3B-3F65B70521C8}">
      <dsp:nvSpPr>
        <dsp:cNvPr id="0" name=""/>
        <dsp:cNvSpPr/>
      </dsp:nvSpPr>
      <dsp:spPr>
        <a:xfrm>
          <a:off x="6041952" y="0"/>
          <a:ext cx="2918489" cy="2258836"/>
        </a:xfrm>
        <a:prstGeom prst="roundRect">
          <a:avLst>
            <a:gd name="adj" fmla="val 5000"/>
          </a:avLst>
        </a:prstGeom>
        <a:solidFill>
          <a:schemeClr val="accent4">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0" tIns="61722" rIns="80010" bIns="0" numCol="1" spcCol="1270" anchor="t" anchorCtr="0">
          <a:noAutofit/>
        </a:bodyPr>
        <a:lstStyle/>
        <a:p>
          <a:pPr lvl="0" algn="r" defTabSz="800100">
            <a:lnSpc>
              <a:spcPct val="90000"/>
            </a:lnSpc>
            <a:spcBef>
              <a:spcPct val="0"/>
            </a:spcBef>
            <a:spcAft>
              <a:spcPct val="35000"/>
            </a:spcAft>
          </a:pPr>
          <a:r>
            <a:rPr lang="en-US" sz="1800" b="1" u="sng" kern="1200" dirty="0" smtClean="0"/>
            <a:t>Indicators</a:t>
          </a:r>
          <a:endParaRPr lang="en-US" sz="1800" b="1" u="sng" kern="1200" dirty="0"/>
        </a:p>
      </dsp:txBody>
      <dsp:txXfrm rot="16200000">
        <a:off x="5407678" y="634273"/>
        <a:ext cx="1852245" cy="583697"/>
      </dsp:txXfrm>
    </dsp:sp>
    <dsp:sp modelId="{0B1D8E78-2B68-4C5D-9329-AB01D008FC04}">
      <dsp:nvSpPr>
        <dsp:cNvPr id="0" name=""/>
        <dsp:cNvSpPr/>
      </dsp:nvSpPr>
      <dsp:spPr>
        <a:xfrm rot="5400000">
          <a:off x="5890492" y="1718386"/>
          <a:ext cx="332104" cy="437773"/>
        </a:xfrm>
        <a:prstGeom prst="flowChartExtract">
          <a:avLst/>
        </a:prstGeom>
        <a:solidFill>
          <a:schemeClr val="lt1">
            <a:hueOff val="0"/>
            <a:satOff val="0"/>
            <a:lumOff val="0"/>
            <a:alphaOff val="0"/>
          </a:schemeClr>
        </a:solidFill>
        <a:ln w="25400" cap="flat" cmpd="sng" algn="ctr">
          <a:solidFill>
            <a:schemeClr val="accent3">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 modelId="{545B6FF8-55C8-4464-AD34-37C6C75F354E}">
      <dsp:nvSpPr>
        <dsp:cNvPr id="0" name=""/>
        <dsp:cNvSpPr/>
      </dsp:nvSpPr>
      <dsp:spPr>
        <a:xfrm>
          <a:off x="6625649" y="0"/>
          <a:ext cx="2174274" cy="2258836"/>
        </a:xfrm>
        <a:prstGeom prst="rect">
          <a:avLst/>
        </a:prstGeom>
        <a:noFill/>
        <a:ln w="25400" cap="flat" cmpd="sng" algn="ctr">
          <a:noFill/>
          <a:prstDash val="solid"/>
        </a:ln>
        <a:effectLst/>
        <a:sp3d/>
      </dsp:spPr>
      <dsp:style>
        <a:lnRef idx="2">
          <a:scrgbClr r="0" g="0" b="0"/>
        </a:lnRef>
        <a:fillRef idx="1">
          <a:scrgbClr r="0" g="0" b="0"/>
        </a:fillRef>
        <a:effectRef idx="0">
          <a:scrgbClr r="0" g="0" b="0"/>
        </a:effectRef>
        <a:fontRef idx="minor">
          <a:schemeClr val="lt1"/>
        </a:fontRef>
      </dsp:style>
      <dsp:txBody>
        <a:bodyPr spcFirstLastPara="0" vert="horz" wrap="square" lIns="0" tIns="61722" rIns="0" bIns="0" numCol="1" spcCol="1270" anchor="t" anchorCtr="0">
          <a:noAutofit/>
        </a:bodyPr>
        <a:lstStyle/>
        <a:p>
          <a:pPr lvl="0" algn="l" defTabSz="800100">
            <a:lnSpc>
              <a:spcPct val="90000"/>
            </a:lnSpc>
            <a:spcBef>
              <a:spcPct val="0"/>
            </a:spcBef>
            <a:spcAft>
              <a:spcPct val="35000"/>
            </a:spcAft>
          </a:pPr>
          <a:r>
            <a:rPr lang="en-US" sz="1800" kern="1200" dirty="0" smtClean="0"/>
            <a:t>OMB </a:t>
          </a:r>
          <a:r>
            <a:rPr lang="en-US" sz="1800" kern="1200" dirty="0" smtClean="0"/>
            <a:t>definitions of MSAs</a:t>
          </a:r>
          <a:endParaRPr lang="en-US" sz="1800" kern="1200" dirty="0"/>
        </a:p>
        <a:p>
          <a:pPr lvl="0" algn="l" defTabSz="800100">
            <a:lnSpc>
              <a:spcPct val="90000"/>
            </a:lnSpc>
            <a:spcBef>
              <a:spcPct val="0"/>
            </a:spcBef>
            <a:spcAft>
              <a:spcPct val="35000"/>
            </a:spcAft>
          </a:pPr>
          <a:r>
            <a:rPr lang="en-US" sz="1800" kern="1200" dirty="0" smtClean="0"/>
            <a:t>2017 estimates from the U.S. Census Bureau</a:t>
          </a:r>
          <a:endParaRPr lang="en-US" sz="1800" kern="1200" dirty="0"/>
        </a:p>
      </dsp:txBody>
      <dsp:txXfrm>
        <a:off x="6625649" y="0"/>
        <a:ext cx="2174274" cy="2258836"/>
      </dsp:txXfrm>
    </dsp:sp>
  </dsp:spTree>
</dsp:drawing>
</file>

<file path=ppt/diagrams/drawing1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5EE1D2E5-E13B-4FA3-A68E-FA18C8AD1A1A}">
      <dsp:nvSpPr>
        <dsp:cNvPr id="0" name=""/>
        <dsp:cNvSpPr/>
      </dsp:nvSpPr>
      <dsp:spPr>
        <a:xfrm>
          <a:off x="678" y="0"/>
          <a:ext cx="2918489" cy="2258836"/>
        </a:xfrm>
        <a:prstGeom prst="roundRect">
          <a:avLst>
            <a:gd name="adj" fmla="val 5000"/>
          </a:avLst>
        </a:prstGeom>
        <a:solidFill>
          <a:schemeClr val="accent2">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0" tIns="61722" rIns="80010" bIns="0" numCol="1" spcCol="1270" anchor="t" anchorCtr="0">
          <a:noAutofit/>
        </a:bodyPr>
        <a:lstStyle/>
        <a:p>
          <a:pPr lvl="0" algn="r" defTabSz="800100">
            <a:lnSpc>
              <a:spcPct val="90000"/>
            </a:lnSpc>
            <a:spcBef>
              <a:spcPct val="0"/>
            </a:spcBef>
            <a:spcAft>
              <a:spcPct val="35000"/>
            </a:spcAft>
          </a:pPr>
          <a:r>
            <a:rPr lang="en-US" sz="1800" b="1" u="sng" kern="1200" dirty="0" smtClean="0"/>
            <a:t>Construct</a:t>
          </a:r>
          <a:endParaRPr lang="en-US" sz="1800" b="1" u="sng" kern="1200" dirty="0"/>
        </a:p>
      </dsp:txBody>
      <dsp:txXfrm rot="16200000">
        <a:off x="-633595" y="634273"/>
        <a:ext cx="1852245" cy="583697"/>
      </dsp:txXfrm>
    </dsp:sp>
    <dsp:sp modelId="{0F07502A-98A4-4880-9779-27EA2BEB6F02}">
      <dsp:nvSpPr>
        <dsp:cNvPr id="0" name=""/>
        <dsp:cNvSpPr/>
      </dsp:nvSpPr>
      <dsp:spPr>
        <a:xfrm>
          <a:off x="584376" y="0"/>
          <a:ext cx="2174274" cy="2258836"/>
        </a:xfrm>
        <a:prstGeom prst="rect">
          <a:avLst/>
        </a:prstGeom>
        <a:noFill/>
        <a:ln w="25400" cap="flat" cmpd="sng" algn="ctr">
          <a:noFill/>
          <a:prstDash val="solid"/>
        </a:ln>
        <a:effectLst/>
        <a:sp3d/>
      </dsp:spPr>
      <dsp:style>
        <a:lnRef idx="2">
          <a:scrgbClr r="0" g="0" b="0"/>
        </a:lnRef>
        <a:fillRef idx="1">
          <a:scrgbClr r="0" g="0" b="0"/>
        </a:fillRef>
        <a:effectRef idx="0">
          <a:scrgbClr r="0" g="0" b="0"/>
        </a:effectRef>
        <a:fontRef idx="minor">
          <a:schemeClr val="lt1"/>
        </a:fontRef>
      </dsp:style>
      <dsp:txBody>
        <a:bodyPr spcFirstLastPara="0" vert="horz" wrap="square" lIns="0" tIns="109728" rIns="0" bIns="0" numCol="1" spcCol="1270" anchor="t" anchorCtr="0">
          <a:noAutofit/>
        </a:bodyPr>
        <a:lstStyle/>
        <a:p>
          <a:pPr lvl="0" algn="l" defTabSz="1422400">
            <a:lnSpc>
              <a:spcPct val="90000"/>
            </a:lnSpc>
            <a:spcBef>
              <a:spcPct val="0"/>
            </a:spcBef>
            <a:spcAft>
              <a:spcPct val="35000"/>
            </a:spcAft>
          </a:pPr>
          <a:r>
            <a:rPr lang="en-US" sz="3200" kern="1200" dirty="0" smtClean="0"/>
            <a:t>Spatial Distance</a:t>
          </a:r>
          <a:endParaRPr lang="en-US" sz="3200" kern="1200" dirty="0"/>
        </a:p>
      </dsp:txBody>
      <dsp:txXfrm>
        <a:off x="584376" y="0"/>
        <a:ext cx="2174274" cy="2258836"/>
      </dsp:txXfrm>
    </dsp:sp>
    <dsp:sp modelId="{63E694CA-EB8A-49E7-8F7E-40E9648E8D50}">
      <dsp:nvSpPr>
        <dsp:cNvPr id="0" name=""/>
        <dsp:cNvSpPr/>
      </dsp:nvSpPr>
      <dsp:spPr>
        <a:xfrm>
          <a:off x="3021315" y="0"/>
          <a:ext cx="2918489" cy="2258836"/>
        </a:xfrm>
        <a:prstGeom prst="roundRect">
          <a:avLst>
            <a:gd name="adj" fmla="val 5000"/>
          </a:avLst>
        </a:prstGeom>
        <a:solidFill>
          <a:schemeClr val="accent3">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0" tIns="61722" rIns="80010" bIns="0" numCol="1" spcCol="1270" anchor="t" anchorCtr="0">
          <a:noAutofit/>
        </a:bodyPr>
        <a:lstStyle/>
        <a:p>
          <a:pPr lvl="0" algn="r" defTabSz="800100">
            <a:lnSpc>
              <a:spcPct val="90000"/>
            </a:lnSpc>
            <a:spcBef>
              <a:spcPct val="0"/>
            </a:spcBef>
            <a:spcAft>
              <a:spcPct val="35000"/>
            </a:spcAft>
          </a:pPr>
          <a:r>
            <a:rPr lang="en-US" sz="1800" b="1" u="sng" kern="1200" dirty="0" smtClean="0"/>
            <a:t>Operationalization</a:t>
          </a:r>
          <a:endParaRPr lang="en-US" sz="1800" b="1" u="sng" kern="1200" dirty="0"/>
        </a:p>
      </dsp:txBody>
      <dsp:txXfrm rot="16200000">
        <a:off x="2387041" y="634273"/>
        <a:ext cx="1852245" cy="583697"/>
      </dsp:txXfrm>
    </dsp:sp>
    <dsp:sp modelId="{45668240-D897-4FC1-8421-6DD785B65040}">
      <dsp:nvSpPr>
        <dsp:cNvPr id="0" name=""/>
        <dsp:cNvSpPr/>
      </dsp:nvSpPr>
      <dsp:spPr>
        <a:xfrm rot="5400000">
          <a:off x="2869855" y="1718386"/>
          <a:ext cx="332104" cy="437773"/>
        </a:xfrm>
        <a:prstGeom prst="flowChartExtract">
          <a:avLst/>
        </a:prstGeom>
        <a:solidFill>
          <a:schemeClr val="lt1">
            <a:hueOff val="0"/>
            <a:satOff val="0"/>
            <a:lumOff val="0"/>
            <a:alphaOff val="0"/>
          </a:schemeClr>
        </a:solidFill>
        <a:ln w="25400" cap="flat" cmpd="sng" algn="ctr">
          <a:solidFill>
            <a:schemeClr val="accent2">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 modelId="{27D5C2FA-66B3-4507-8DD9-0DFEBE9E49C4}">
      <dsp:nvSpPr>
        <dsp:cNvPr id="0" name=""/>
        <dsp:cNvSpPr/>
      </dsp:nvSpPr>
      <dsp:spPr>
        <a:xfrm>
          <a:off x="3605013" y="0"/>
          <a:ext cx="2174274" cy="2258836"/>
        </a:xfrm>
        <a:prstGeom prst="rect">
          <a:avLst/>
        </a:prstGeom>
        <a:noFill/>
        <a:ln w="25400" cap="flat" cmpd="sng" algn="ctr">
          <a:noFill/>
          <a:prstDash val="solid"/>
        </a:ln>
        <a:effectLst/>
        <a:sp3d/>
      </dsp:spPr>
      <dsp:style>
        <a:lnRef idx="2">
          <a:scrgbClr r="0" g="0" b="0"/>
        </a:lnRef>
        <a:fillRef idx="1">
          <a:scrgbClr r="0" g="0" b="0"/>
        </a:fillRef>
        <a:effectRef idx="0">
          <a:scrgbClr r="0" g="0" b="0"/>
        </a:effectRef>
        <a:fontRef idx="minor">
          <a:schemeClr val="lt1"/>
        </a:fontRef>
      </dsp:style>
      <dsp:txBody>
        <a:bodyPr spcFirstLastPara="0" vert="horz" wrap="square" lIns="0" tIns="61722" rIns="0" bIns="0" numCol="1" spcCol="1270" anchor="t" anchorCtr="0">
          <a:noAutofit/>
        </a:bodyPr>
        <a:lstStyle/>
        <a:p>
          <a:pPr lvl="0" algn="l" defTabSz="800100">
            <a:lnSpc>
              <a:spcPct val="90000"/>
            </a:lnSpc>
            <a:spcBef>
              <a:spcPct val="0"/>
            </a:spcBef>
            <a:spcAft>
              <a:spcPct val="35000"/>
            </a:spcAft>
          </a:pPr>
          <a:r>
            <a:rPr lang="en-US" sz="1800" kern="1200" dirty="0" smtClean="0"/>
            <a:t>The distance from the institution that received the federal funding award for the R&amp;D project to the centroid of the nearest </a:t>
          </a:r>
          <a:r>
            <a:rPr lang="en-US" sz="1800" kern="1200" dirty="0" smtClean="0"/>
            <a:t>MSA that meets the study requirements.</a:t>
          </a:r>
          <a:endParaRPr lang="en-US" sz="1800" kern="1200" dirty="0"/>
        </a:p>
      </dsp:txBody>
      <dsp:txXfrm>
        <a:off x="3605013" y="0"/>
        <a:ext cx="2174274" cy="2258836"/>
      </dsp:txXfrm>
    </dsp:sp>
    <dsp:sp modelId="{89F889ED-FCCD-445E-BB3B-3F65B70521C8}">
      <dsp:nvSpPr>
        <dsp:cNvPr id="0" name=""/>
        <dsp:cNvSpPr/>
      </dsp:nvSpPr>
      <dsp:spPr>
        <a:xfrm>
          <a:off x="6041952" y="0"/>
          <a:ext cx="2918489" cy="2258836"/>
        </a:xfrm>
        <a:prstGeom prst="roundRect">
          <a:avLst>
            <a:gd name="adj" fmla="val 5000"/>
          </a:avLst>
        </a:prstGeom>
        <a:solidFill>
          <a:schemeClr val="accent4">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0" tIns="61722" rIns="80010" bIns="0" numCol="1" spcCol="1270" anchor="t" anchorCtr="0">
          <a:noAutofit/>
        </a:bodyPr>
        <a:lstStyle/>
        <a:p>
          <a:pPr lvl="0" algn="r" defTabSz="800100">
            <a:lnSpc>
              <a:spcPct val="90000"/>
            </a:lnSpc>
            <a:spcBef>
              <a:spcPct val="0"/>
            </a:spcBef>
            <a:spcAft>
              <a:spcPct val="35000"/>
            </a:spcAft>
          </a:pPr>
          <a:r>
            <a:rPr lang="en-US" sz="1800" b="1" u="sng" kern="1200" dirty="0" smtClean="0"/>
            <a:t>Indicators</a:t>
          </a:r>
          <a:endParaRPr lang="en-US" sz="1800" b="1" u="sng" kern="1200" dirty="0"/>
        </a:p>
      </dsp:txBody>
      <dsp:txXfrm rot="16200000">
        <a:off x="5407678" y="634273"/>
        <a:ext cx="1852245" cy="583697"/>
      </dsp:txXfrm>
    </dsp:sp>
    <dsp:sp modelId="{0B1D8E78-2B68-4C5D-9329-AB01D008FC04}">
      <dsp:nvSpPr>
        <dsp:cNvPr id="0" name=""/>
        <dsp:cNvSpPr/>
      </dsp:nvSpPr>
      <dsp:spPr>
        <a:xfrm rot="5400000">
          <a:off x="5890492" y="1718386"/>
          <a:ext cx="332104" cy="437773"/>
        </a:xfrm>
        <a:prstGeom prst="flowChartExtract">
          <a:avLst/>
        </a:prstGeom>
        <a:solidFill>
          <a:schemeClr val="lt1">
            <a:hueOff val="0"/>
            <a:satOff val="0"/>
            <a:lumOff val="0"/>
            <a:alphaOff val="0"/>
          </a:schemeClr>
        </a:solidFill>
        <a:ln w="25400" cap="flat" cmpd="sng" algn="ctr">
          <a:solidFill>
            <a:schemeClr val="accent3">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 modelId="{545B6FF8-55C8-4464-AD34-37C6C75F354E}">
      <dsp:nvSpPr>
        <dsp:cNvPr id="0" name=""/>
        <dsp:cNvSpPr/>
      </dsp:nvSpPr>
      <dsp:spPr>
        <a:xfrm>
          <a:off x="6625649" y="0"/>
          <a:ext cx="2174274" cy="2258836"/>
        </a:xfrm>
        <a:prstGeom prst="rect">
          <a:avLst/>
        </a:prstGeom>
        <a:noFill/>
        <a:ln w="25400" cap="flat" cmpd="sng" algn="ctr">
          <a:noFill/>
          <a:prstDash val="solid"/>
        </a:ln>
        <a:effectLst/>
        <a:sp3d/>
      </dsp:spPr>
      <dsp:style>
        <a:lnRef idx="2">
          <a:scrgbClr r="0" g="0" b="0"/>
        </a:lnRef>
        <a:fillRef idx="1">
          <a:scrgbClr r="0" g="0" b="0"/>
        </a:fillRef>
        <a:effectRef idx="0">
          <a:scrgbClr r="0" g="0" b="0"/>
        </a:effectRef>
        <a:fontRef idx="minor">
          <a:schemeClr val="lt1"/>
        </a:fontRef>
      </dsp:style>
      <dsp:txBody>
        <a:bodyPr spcFirstLastPara="0" vert="horz" wrap="square" lIns="0" tIns="61722" rIns="0" bIns="0" numCol="1" spcCol="1270" anchor="t" anchorCtr="0">
          <a:noAutofit/>
        </a:bodyPr>
        <a:lstStyle/>
        <a:p>
          <a:pPr lvl="0" algn="l" defTabSz="800100">
            <a:lnSpc>
              <a:spcPct val="90000"/>
            </a:lnSpc>
            <a:spcBef>
              <a:spcPct val="0"/>
            </a:spcBef>
            <a:spcAft>
              <a:spcPct val="35000"/>
            </a:spcAft>
          </a:pPr>
          <a:r>
            <a:rPr lang="en-US" sz="1800" kern="1200" dirty="0" smtClean="0"/>
            <a:t>Location coordinates in longitude and latitude</a:t>
          </a:r>
        </a:p>
        <a:p>
          <a:pPr lvl="0" algn="l" defTabSz="800100">
            <a:lnSpc>
              <a:spcPct val="90000"/>
            </a:lnSpc>
            <a:spcBef>
              <a:spcPct val="0"/>
            </a:spcBef>
            <a:spcAft>
              <a:spcPct val="35000"/>
            </a:spcAft>
          </a:pPr>
          <a:r>
            <a:rPr lang="en-US" sz="1800" kern="1200" dirty="0" smtClean="0"/>
            <a:t>Absolute distance measured in miles</a:t>
          </a:r>
        </a:p>
      </dsp:txBody>
      <dsp:txXfrm>
        <a:off x="6625649" y="0"/>
        <a:ext cx="2174274" cy="2258836"/>
      </dsp:txXfrm>
    </dsp:sp>
  </dsp:spTree>
</dsp:drawing>
</file>

<file path=ppt/diagrams/drawing1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5EE1D2E5-E13B-4FA3-A68E-FA18C8AD1A1A}">
      <dsp:nvSpPr>
        <dsp:cNvPr id="0" name=""/>
        <dsp:cNvSpPr/>
      </dsp:nvSpPr>
      <dsp:spPr>
        <a:xfrm>
          <a:off x="678" y="0"/>
          <a:ext cx="2918489" cy="2258836"/>
        </a:xfrm>
        <a:prstGeom prst="roundRect">
          <a:avLst>
            <a:gd name="adj" fmla="val 5000"/>
          </a:avLst>
        </a:prstGeom>
        <a:solidFill>
          <a:schemeClr val="accent2">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0" tIns="61722" rIns="80010" bIns="0" numCol="1" spcCol="1270" anchor="t" anchorCtr="0">
          <a:noAutofit/>
        </a:bodyPr>
        <a:lstStyle/>
        <a:p>
          <a:pPr lvl="0" algn="r" defTabSz="800100">
            <a:lnSpc>
              <a:spcPct val="90000"/>
            </a:lnSpc>
            <a:spcBef>
              <a:spcPct val="0"/>
            </a:spcBef>
            <a:spcAft>
              <a:spcPct val="35000"/>
            </a:spcAft>
          </a:pPr>
          <a:r>
            <a:rPr lang="en-US" sz="1800" b="1" u="sng" kern="1200" dirty="0" smtClean="0"/>
            <a:t>Construct</a:t>
          </a:r>
          <a:endParaRPr lang="en-US" sz="1800" b="1" u="sng" kern="1200" dirty="0"/>
        </a:p>
      </dsp:txBody>
      <dsp:txXfrm rot="16200000">
        <a:off x="-633595" y="634273"/>
        <a:ext cx="1852245" cy="583697"/>
      </dsp:txXfrm>
    </dsp:sp>
    <dsp:sp modelId="{0F07502A-98A4-4880-9779-27EA2BEB6F02}">
      <dsp:nvSpPr>
        <dsp:cNvPr id="0" name=""/>
        <dsp:cNvSpPr/>
      </dsp:nvSpPr>
      <dsp:spPr>
        <a:xfrm>
          <a:off x="584376" y="0"/>
          <a:ext cx="2174274" cy="2258836"/>
        </a:xfrm>
        <a:prstGeom prst="rect">
          <a:avLst/>
        </a:prstGeom>
        <a:noFill/>
        <a:ln w="25400" cap="flat" cmpd="sng" algn="ctr">
          <a:noFill/>
          <a:prstDash val="solid"/>
        </a:ln>
        <a:effectLst/>
        <a:sp3d/>
      </dsp:spPr>
      <dsp:style>
        <a:lnRef idx="2">
          <a:scrgbClr r="0" g="0" b="0"/>
        </a:lnRef>
        <a:fillRef idx="1">
          <a:scrgbClr r="0" g="0" b="0"/>
        </a:fillRef>
        <a:effectRef idx="0">
          <a:scrgbClr r="0" g="0" b="0"/>
        </a:effectRef>
        <a:fontRef idx="minor">
          <a:schemeClr val="lt1"/>
        </a:fontRef>
      </dsp:style>
      <dsp:txBody>
        <a:bodyPr spcFirstLastPara="0" vert="horz" wrap="square" lIns="0" tIns="109728" rIns="0" bIns="0" numCol="1" spcCol="1270" anchor="t" anchorCtr="0">
          <a:noAutofit/>
        </a:bodyPr>
        <a:lstStyle/>
        <a:p>
          <a:pPr lvl="0" algn="l" defTabSz="1422400">
            <a:lnSpc>
              <a:spcPct val="90000"/>
            </a:lnSpc>
            <a:spcBef>
              <a:spcPct val="0"/>
            </a:spcBef>
            <a:spcAft>
              <a:spcPct val="35000"/>
            </a:spcAft>
          </a:pPr>
          <a:r>
            <a:rPr lang="en-US" sz="3200" kern="1200" dirty="0" smtClean="0"/>
            <a:t>Technology Category</a:t>
          </a:r>
          <a:endParaRPr lang="en-US" sz="3200" kern="1200" dirty="0"/>
        </a:p>
      </dsp:txBody>
      <dsp:txXfrm>
        <a:off x="584376" y="0"/>
        <a:ext cx="2174274" cy="2258836"/>
      </dsp:txXfrm>
    </dsp:sp>
    <dsp:sp modelId="{63E694CA-EB8A-49E7-8F7E-40E9648E8D50}">
      <dsp:nvSpPr>
        <dsp:cNvPr id="0" name=""/>
        <dsp:cNvSpPr/>
      </dsp:nvSpPr>
      <dsp:spPr>
        <a:xfrm>
          <a:off x="3021315" y="0"/>
          <a:ext cx="2918489" cy="2258836"/>
        </a:xfrm>
        <a:prstGeom prst="roundRect">
          <a:avLst>
            <a:gd name="adj" fmla="val 5000"/>
          </a:avLst>
        </a:prstGeom>
        <a:solidFill>
          <a:schemeClr val="accent3">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0" tIns="61722" rIns="80010" bIns="0" numCol="1" spcCol="1270" anchor="t" anchorCtr="0">
          <a:noAutofit/>
        </a:bodyPr>
        <a:lstStyle/>
        <a:p>
          <a:pPr lvl="0" algn="r" defTabSz="800100">
            <a:lnSpc>
              <a:spcPct val="90000"/>
            </a:lnSpc>
            <a:spcBef>
              <a:spcPct val="0"/>
            </a:spcBef>
            <a:spcAft>
              <a:spcPct val="35000"/>
            </a:spcAft>
          </a:pPr>
          <a:r>
            <a:rPr lang="en-US" sz="1800" b="1" u="sng" kern="1200" dirty="0" smtClean="0"/>
            <a:t>Operationalization</a:t>
          </a:r>
          <a:endParaRPr lang="en-US" sz="1800" b="1" u="sng" kern="1200" dirty="0"/>
        </a:p>
      </dsp:txBody>
      <dsp:txXfrm rot="16200000">
        <a:off x="2387041" y="634273"/>
        <a:ext cx="1852245" cy="583697"/>
      </dsp:txXfrm>
    </dsp:sp>
    <dsp:sp modelId="{45668240-D897-4FC1-8421-6DD785B65040}">
      <dsp:nvSpPr>
        <dsp:cNvPr id="0" name=""/>
        <dsp:cNvSpPr/>
      </dsp:nvSpPr>
      <dsp:spPr>
        <a:xfrm rot="5400000">
          <a:off x="2869855" y="1718386"/>
          <a:ext cx="332104" cy="437773"/>
        </a:xfrm>
        <a:prstGeom prst="flowChartExtract">
          <a:avLst/>
        </a:prstGeom>
        <a:solidFill>
          <a:schemeClr val="lt1">
            <a:hueOff val="0"/>
            <a:satOff val="0"/>
            <a:lumOff val="0"/>
            <a:alphaOff val="0"/>
          </a:schemeClr>
        </a:solidFill>
        <a:ln w="25400" cap="flat" cmpd="sng" algn="ctr">
          <a:solidFill>
            <a:schemeClr val="accent2">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 modelId="{27D5C2FA-66B3-4507-8DD9-0DFEBE9E49C4}">
      <dsp:nvSpPr>
        <dsp:cNvPr id="0" name=""/>
        <dsp:cNvSpPr/>
      </dsp:nvSpPr>
      <dsp:spPr>
        <a:xfrm>
          <a:off x="3605013" y="0"/>
          <a:ext cx="2174274" cy="2258836"/>
        </a:xfrm>
        <a:prstGeom prst="rect">
          <a:avLst/>
        </a:prstGeom>
        <a:noFill/>
        <a:ln w="25400" cap="flat" cmpd="sng" algn="ctr">
          <a:noFill/>
          <a:prstDash val="solid"/>
        </a:ln>
        <a:effectLst/>
        <a:sp3d/>
      </dsp:spPr>
      <dsp:style>
        <a:lnRef idx="2">
          <a:scrgbClr r="0" g="0" b="0"/>
        </a:lnRef>
        <a:fillRef idx="1">
          <a:scrgbClr r="0" g="0" b="0"/>
        </a:fillRef>
        <a:effectRef idx="0">
          <a:scrgbClr r="0" g="0" b="0"/>
        </a:effectRef>
        <a:fontRef idx="minor">
          <a:schemeClr val="lt1"/>
        </a:fontRef>
      </dsp:style>
      <dsp:txBody>
        <a:bodyPr spcFirstLastPara="0" vert="horz" wrap="square" lIns="0" tIns="61722" rIns="0" bIns="0" numCol="1" spcCol="1270" anchor="t" anchorCtr="0">
          <a:noAutofit/>
        </a:bodyPr>
        <a:lstStyle/>
        <a:p>
          <a:pPr lvl="0" algn="l" defTabSz="800100">
            <a:lnSpc>
              <a:spcPct val="90000"/>
            </a:lnSpc>
            <a:spcBef>
              <a:spcPct val="0"/>
            </a:spcBef>
            <a:spcAft>
              <a:spcPct val="35000"/>
            </a:spcAft>
          </a:pPr>
          <a:r>
            <a:rPr lang="en-US" sz="1800" kern="1200" dirty="0" smtClean="0"/>
            <a:t>The predominant context of likely intended applications for any technologies derived from the federally-funded R&amp;D project.</a:t>
          </a:r>
          <a:endParaRPr lang="en-US" sz="1800" kern="1200" dirty="0"/>
        </a:p>
      </dsp:txBody>
      <dsp:txXfrm>
        <a:off x="3605013" y="0"/>
        <a:ext cx="2174274" cy="2258836"/>
      </dsp:txXfrm>
    </dsp:sp>
    <dsp:sp modelId="{89F889ED-FCCD-445E-BB3B-3F65B70521C8}">
      <dsp:nvSpPr>
        <dsp:cNvPr id="0" name=""/>
        <dsp:cNvSpPr/>
      </dsp:nvSpPr>
      <dsp:spPr>
        <a:xfrm>
          <a:off x="6041952" y="0"/>
          <a:ext cx="2918489" cy="2258836"/>
        </a:xfrm>
        <a:prstGeom prst="roundRect">
          <a:avLst>
            <a:gd name="adj" fmla="val 5000"/>
          </a:avLst>
        </a:prstGeom>
        <a:solidFill>
          <a:schemeClr val="accent4">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0" tIns="61722" rIns="80010" bIns="0" numCol="1" spcCol="1270" anchor="t" anchorCtr="0">
          <a:noAutofit/>
        </a:bodyPr>
        <a:lstStyle/>
        <a:p>
          <a:pPr lvl="0" algn="r" defTabSz="800100">
            <a:lnSpc>
              <a:spcPct val="90000"/>
            </a:lnSpc>
            <a:spcBef>
              <a:spcPct val="0"/>
            </a:spcBef>
            <a:spcAft>
              <a:spcPct val="35000"/>
            </a:spcAft>
          </a:pPr>
          <a:r>
            <a:rPr lang="en-US" sz="1800" b="1" u="sng" kern="1200" dirty="0" smtClean="0"/>
            <a:t>Indicators</a:t>
          </a:r>
          <a:endParaRPr lang="en-US" sz="1800" b="1" u="sng" kern="1200" dirty="0"/>
        </a:p>
      </dsp:txBody>
      <dsp:txXfrm rot="16200000">
        <a:off x="5407678" y="634273"/>
        <a:ext cx="1852245" cy="583697"/>
      </dsp:txXfrm>
    </dsp:sp>
    <dsp:sp modelId="{0B1D8E78-2B68-4C5D-9329-AB01D008FC04}">
      <dsp:nvSpPr>
        <dsp:cNvPr id="0" name=""/>
        <dsp:cNvSpPr/>
      </dsp:nvSpPr>
      <dsp:spPr>
        <a:xfrm rot="5400000">
          <a:off x="5890492" y="1718386"/>
          <a:ext cx="332104" cy="437773"/>
        </a:xfrm>
        <a:prstGeom prst="flowChartExtract">
          <a:avLst/>
        </a:prstGeom>
        <a:solidFill>
          <a:schemeClr val="lt1">
            <a:hueOff val="0"/>
            <a:satOff val="0"/>
            <a:lumOff val="0"/>
            <a:alphaOff val="0"/>
          </a:schemeClr>
        </a:solidFill>
        <a:ln w="25400" cap="flat" cmpd="sng" algn="ctr">
          <a:solidFill>
            <a:schemeClr val="accent3">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 modelId="{545B6FF8-55C8-4464-AD34-37C6C75F354E}">
      <dsp:nvSpPr>
        <dsp:cNvPr id="0" name=""/>
        <dsp:cNvSpPr/>
      </dsp:nvSpPr>
      <dsp:spPr>
        <a:xfrm>
          <a:off x="6625649" y="0"/>
          <a:ext cx="2174274" cy="2258836"/>
        </a:xfrm>
        <a:prstGeom prst="rect">
          <a:avLst/>
        </a:prstGeom>
        <a:noFill/>
        <a:ln w="25400" cap="flat" cmpd="sng" algn="ctr">
          <a:noFill/>
          <a:prstDash val="solid"/>
        </a:ln>
        <a:effectLst/>
        <a:sp3d/>
      </dsp:spPr>
      <dsp:style>
        <a:lnRef idx="2">
          <a:scrgbClr r="0" g="0" b="0"/>
        </a:lnRef>
        <a:fillRef idx="1">
          <a:scrgbClr r="0" g="0" b="0"/>
        </a:fillRef>
        <a:effectRef idx="0">
          <a:scrgbClr r="0" g="0" b="0"/>
        </a:effectRef>
        <a:fontRef idx="minor">
          <a:schemeClr val="lt1"/>
        </a:fontRef>
      </dsp:style>
      <dsp:txBody>
        <a:bodyPr spcFirstLastPara="0" vert="horz" wrap="square" lIns="0" tIns="61722" rIns="0" bIns="0" numCol="1" spcCol="1270" anchor="t" anchorCtr="0">
          <a:noAutofit/>
        </a:bodyPr>
        <a:lstStyle/>
        <a:p>
          <a:pPr lvl="0" algn="l" defTabSz="800100">
            <a:lnSpc>
              <a:spcPct val="90000"/>
            </a:lnSpc>
            <a:spcBef>
              <a:spcPct val="0"/>
            </a:spcBef>
            <a:spcAft>
              <a:spcPct val="35000"/>
            </a:spcAft>
          </a:pPr>
          <a:r>
            <a:rPr lang="en-US" sz="1800" kern="1200" dirty="0" smtClean="0"/>
            <a:t>R&amp;D project abstracts</a:t>
          </a:r>
          <a:endParaRPr lang="en-US" sz="1800" kern="1200" dirty="0"/>
        </a:p>
        <a:p>
          <a:pPr lvl="0" algn="l" defTabSz="800100">
            <a:lnSpc>
              <a:spcPct val="90000"/>
            </a:lnSpc>
            <a:spcBef>
              <a:spcPct val="0"/>
            </a:spcBef>
            <a:spcAft>
              <a:spcPct val="35000"/>
            </a:spcAft>
          </a:pPr>
          <a:r>
            <a:rPr lang="en-US" sz="1800" kern="1200" dirty="0" smtClean="0"/>
            <a:t>R&amp;D project reports</a:t>
          </a:r>
          <a:endParaRPr lang="en-US" sz="1800" kern="1200" dirty="0"/>
        </a:p>
        <a:p>
          <a:pPr lvl="0" algn="l" defTabSz="800100">
            <a:lnSpc>
              <a:spcPct val="90000"/>
            </a:lnSpc>
            <a:spcBef>
              <a:spcPct val="0"/>
            </a:spcBef>
            <a:spcAft>
              <a:spcPct val="35000"/>
            </a:spcAft>
          </a:pPr>
          <a:r>
            <a:rPr lang="en-US" sz="1800" kern="1200" dirty="0" smtClean="0"/>
            <a:t>U.S. patents</a:t>
          </a:r>
        </a:p>
        <a:p>
          <a:pPr lvl="0" algn="l" defTabSz="800100">
            <a:lnSpc>
              <a:spcPct val="90000"/>
            </a:lnSpc>
            <a:spcBef>
              <a:spcPct val="0"/>
            </a:spcBef>
            <a:spcAft>
              <a:spcPct val="35000"/>
            </a:spcAft>
          </a:pPr>
          <a:r>
            <a:rPr lang="en-US" sz="1800" kern="1200" dirty="0" smtClean="0"/>
            <a:t>Disallowed U.S. patent applications</a:t>
          </a:r>
        </a:p>
        <a:p>
          <a:pPr lvl="0" algn="l" defTabSz="800100">
            <a:lnSpc>
              <a:spcPct val="90000"/>
            </a:lnSpc>
            <a:spcBef>
              <a:spcPct val="0"/>
            </a:spcBef>
            <a:spcAft>
              <a:spcPct val="35000"/>
            </a:spcAft>
          </a:pPr>
          <a:r>
            <a:rPr lang="en-US" sz="1800" kern="1200" dirty="0" smtClean="0"/>
            <a:t>Published peer-reviewed journal articles</a:t>
          </a:r>
          <a:endParaRPr lang="en-US" sz="1800" kern="1200" dirty="0"/>
        </a:p>
      </dsp:txBody>
      <dsp:txXfrm>
        <a:off x="6625649" y="0"/>
        <a:ext cx="2174274" cy="2258836"/>
      </dsp:txXfrm>
    </dsp:sp>
  </dsp:spTree>
</dsp:drawing>
</file>

<file path=ppt/diagrams/drawing1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5EE1D2E5-E13B-4FA3-A68E-FA18C8AD1A1A}">
      <dsp:nvSpPr>
        <dsp:cNvPr id="0" name=""/>
        <dsp:cNvSpPr/>
      </dsp:nvSpPr>
      <dsp:spPr>
        <a:xfrm>
          <a:off x="678" y="0"/>
          <a:ext cx="2918489" cy="2258836"/>
        </a:xfrm>
        <a:prstGeom prst="roundRect">
          <a:avLst>
            <a:gd name="adj" fmla="val 5000"/>
          </a:avLst>
        </a:prstGeom>
        <a:solidFill>
          <a:schemeClr val="accent2">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0" tIns="61722" rIns="80010" bIns="0" numCol="1" spcCol="1270" anchor="t" anchorCtr="0">
          <a:noAutofit/>
        </a:bodyPr>
        <a:lstStyle/>
        <a:p>
          <a:pPr lvl="0" algn="r" defTabSz="800100">
            <a:lnSpc>
              <a:spcPct val="90000"/>
            </a:lnSpc>
            <a:spcBef>
              <a:spcPct val="0"/>
            </a:spcBef>
            <a:spcAft>
              <a:spcPct val="35000"/>
            </a:spcAft>
          </a:pPr>
          <a:r>
            <a:rPr lang="en-US" sz="1800" b="1" u="sng" kern="1200" dirty="0" smtClean="0"/>
            <a:t>Construct</a:t>
          </a:r>
          <a:endParaRPr lang="en-US" sz="1800" b="1" u="sng" kern="1200" dirty="0"/>
        </a:p>
      </dsp:txBody>
      <dsp:txXfrm rot="16200000">
        <a:off x="-633595" y="634273"/>
        <a:ext cx="1852245" cy="583697"/>
      </dsp:txXfrm>
    </dsp:sp>
    <dsp:sp modelId="{0F07502A-98A4-4880-9779-27EA2BEB6F02}">
      <dsp:nvSpPr>
        <dsp:cNvPr id="0" name=""/>
        <dsp:cNvSpPr/>
      </dsp:nvSpPr>
      <dsp:spPr>
        <a:xfrm>
          <a:off x="584376" y="0"/>
          <a:ext cx="2174274" cy="2258836"/>
        </a:xfrm>
        <a:prstGeom prst="rect">
          <a:avLst/>
        </a:prstGeom>
        <a:noFill/>
        <a:ln w="25400" cap="flat" cmpd="sng" algn="ctr">
          <a:noFill/>
          <a:prstDash val="solid"/>
        </a:ln>
        <a:effectLst/>
        <a:sp3d/>
      </dsp:spPr>
      <dsp:style>
        <a:lnRef idx="2">
          <a:scrgbClr r="0" g="0" b="0"/>
        </a:lnRef>
        <a:fillRef idx="1">
          <a:scrgbClr r="0" g="0" b="0"/>
        </a:fillRef>
        <a:effectRef idx="0">
          <a:scrgbClr r="0" g="0" b="0"/>
        </a:effectRef>
        <a:fontRef idx="minor">
          <a:schemeClr val="lt1"/>
        </a:fontRef>
      </dsp:style>
      <dsp:txBody>
        <a:bodyPr spcFirstLastPara="0" vert="horz" wrap="square" lIns="0" tIns="109728" rIns="0" bIns="0" numCol="1" spcCol="1270" anchor="t" anchorCtr="0">
          <a:noAutofit/>
        </a:bodyPr>
        <a:lstStyle/>
        <a:p>
          <a:pPr lvl="0" algn="l" defTabSz="1422400">
            <a:lnSpc>
              <a:spcPct val="90000"/>
            </a:lnSpc>
            <a:spcBef>
              <a:spcPct val="0"/>
            </a:spcBef>
            <a:spcAft>
              <a:spcPct val="35000"/>
            </a:spcAft>
          </a:pPr>
          <a:r>
            <a:rPr lang="en-US" sz="3200" kern="1200" dirty="0" smtClean="0"/>
            <a:t>Technology Embodiment</a:t>
          </a:r>
          <a:endParaRPr lang="en-US" sz="3200" kern="1200" dirty="0"/>
        </a:p>
      </dsp:txBody>
      <dsp:txXfrm>
        <a:off x="584376" y="0"/>
        <a:ext cx="2174274" cy="2258836"/>
      </dsp:txXfrm>
    </dsp:sp>
    <dsp:sp modelId="{63E694CA-EB8A-49E7-8F7E-40E9648E8D50}">
      <dsp:nvSpPr>
        <dsp:cNvPr id="0" name=""/>
        <dsp:cNvSpPr/>
      </dsp:nvSpPr>
      <dsp:spPr>
        <a:xfrm>
          <a:off x="3021315" y="0"/>
          <a:ext cx="2918489" cy="2258836"/>
        </a:xfrm>
        <a:prstGeom prst="roundRect">
          <a:avLst>
            <a:gd name="adj" fmla="val 5000"/>
          </a:avLst>
        </a:prstGeom>
        <a:solidFill>
          <a:schemeClr val="accent3">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0" tIns="61722" rIns="80010" bIns="0" numCol="1" spcCol="1270" anchor="t" anchorCtr="0">
          <a:noAutofit/>
        </a:bodyPr>
        <a:lstStyle/>
        <a:p>
          <a:pPr lvl="0" algn="r" defTabSz="800100">
            <a:lnSpc>
              <a:spcPct val="90000"/>
            </a:lnSpc>
            <a:spcBef>
              <a:spcPct val="0"/>
            </a:spcBef>
            <a:spcAft>
              <a:spcPct val="35000"/>
            </a:spcAft>
          </a:pPr>
          <a:r>
            <a:rPr lang="en-US" sz="1800" b="1" u="sng" kern="1200" dirty="0" smtClean="0"/>
            <a:t>Operationalization</a:t>
          </a:r>
          <a:endParaRPr lang="en-US" sz="1800" b="1" u="sng" kern="1200" dirty="0"/>
        </a:p>
      </dsp:txBody>
      <dsp:txXfrm rot="16200000">
        <a:off x="2387041" y="634273"/>
        <a:ext cx="1852245" cy="583697"/>
      </dsp:txXfrm>
    </dsp:sp>
    <dsp:sp modelId="{45668240-D897-4FC1-8421-6DD785B65040}">
      <dsp:nvSpPr>
        <dsp:cNvPr id="0" name=""/>
        <dsp:cNvSpPr/>
      </dsp:nvSpPr>
      <dsp:spPr>
        <a:xfrm rot="5400000">
          <a:off x="2869855" y="1718386"/>
          <a:ext cx="332104" cy="437773"/>
        </a:xfrm>
        <a:prstGeom prst="flowChartExtract">
          <a:avLst/>
        </a:prstGeom>
        <a:solidFill>
          <a:schemeClr val="lt1">
            <a:hueOff val="0"/>
            <a:satOff val="0"/>
            <a:lumOff val="0"/>
            <a:alphaOff val="0"/>
          </a:schemeClr>
        </a:solidFill>
        <a:ln w="25400" cap="flat" cmpd="sng" algn="ctr">
          <a:solidFill>
            <a:schemeClr val="accent2">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 modelId="{27D5C2FA-66B3-4507-8DD9-0DFEBE9E49C4}">
      <dsp:nvSpPr>
        <dsp:cNvPr id="0" name=""/>
        <dsp:cNvSpPr/>
      </dsp:nvSpPr>
      <dsp:spPr>
        <a:xfrm>
          <a:off x="3605013" y="0"/>
          <a:ext cx="2174274" cy="2258836"/>
        </a:xfrm>
        <a:prstGeom prst="rect">
          <a:avLst/>
        </a:prstGeom>
        <a:noFill/>
        <a:ln w="25400" cap="flat" cmpd="sng" algn="ctr">
          <a:noFill/>
          <a:prstDash val="solid"/>
        </a:ln>
        <a:effectLst/>
        <a:sp3d/>
      </dsp:spPr>
      <dsp:style>
        <a:lnRef idx="2">
          <a:scrgbClr r="0" g="0" b="0"/>
        </a:lnRef>
        <a:fillRef idx="1">
          <a:scrgbClr r="0" g="0" b="0"/>
        </a:fillRef>
        <a:effectRef idx="0">
          <a:scrgbClr r="0" g="0" b="0"/>
        </a:effectRef>
        <a:fontRef idx="minor">
          <a:schemeClr val="lt1"/>
        </a:fontRef>
      </dsp:style>
      <dsp:txBody>
        <a:bodyPr spcFirstLastPara="0" vert="horz" wrap="square" lIns="0" tIns="61722" rIns="0" bIns="0" numCol="1" spcCol="1270" anchor="t" anchorCtr="0">
          <a:noAutofit/>
        </a:bodyPr>
        <a:lstStyle/>
        <a:p>
          <a:pPr lvl="0" algn="l" defTabSz="800100">
            <a:lnSpc>
              <a:spcPct val="90000"/>
            </a:lnSpc>
            <a:spcBef>
              <a:spcPct val="0"/>
            </a:spcBef>
            <a:spcAft>
              <a:spcPct val="35000"/>
            </a:spcAft>
          </a:pPr>
          <a:r>
            <a:rPr lang="en-US" sz="1800" kern="1200" dirty="0" smtClean="0"/>
            <a:t>The tangible forms that </a:t>
          </a:r>
          <a:r>
            <a:rPr lang="en-US" sz="1800" kern="1200" dirty="0" smtClean="0"/>
            <a:t>document the </a:t>
          </a:r>
          <a:r>
            <a:rPr lang="en-US" sz="1800" kern="1200" dirty="0" smtClean="0"/>
            <a:t>details of the technology and enable its use.</a:t>
          </a:r>
          <a:endParaRPr lang="en-US" sz="1800" kern="1200" dirty="0"/>
        </a:p>
      </dsp:txBody>
      <dsp:txXfrm>
        <a:off x="3605013" y="0"/>
        <a:ext cx="2174274" cy="2258836"/>
      </dsp:txXfrm>
    </dsp:sp>
    <dsp:sp modelId="{89F889ED-FCCD-445E-BB3B-3F65B70521C8}">
      <dsp:nvSpPr>
        <dsp:cNvPr id="0" name=""/>
        <dsp:cNvSpPr/>
      </dsp:nvSpPr>
      <dsp:spPr>
        <a:xfrm>
          <a:off x="6041952" y="0"/>
          <a:ext cx="2918489" cy="2258836"/>
        </a:xfrm>
        <a:prstGeom prst="roundRect">
          <a:avLst>
            <a:gd name="adj" fmla="val 5000"/>
          </a:avLst>
        </a:prstGeom>
        <a:solidFill>
          <a:schemeClr val="accent4">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0" tIns="61722" rIns="80010" bIns="0" numCol="1" spcCol="1270" anchor="t" anchorCtr="0">
          <a:noAutofit/>
        </a:bodyPr>
        <a:lstStyle/>
        <a:p>
          <a:pPr lvl="0" algn="r" defTabSz="800100">
            <a:lnSpc>
              <a:spcPct val="90000"/>
            </a:lnSpc>
            <a:spcBef>
              <a:spcPct val="0"/>
            </a:spcBef>
            <a:spcAft>
              <a:spcPct val="35000"/>
            </a:spcAft>
          </a:pPr>
          <a:r>
            <a:rPr lang="en-US" sz="1800" b="1" u="sng" kern="1200" dirty="0" smtClean="0"/>
            <a:t>Indicators</a:t>
          </a:r>
          <a:endParaRPr lang="en-US" sz="1800" b="1" u="sng" kern="1200" dirty="0"/>
        </a:p>
      </dsp:txBody>
      <dsp:txXfrm rot="16200000">
        <a:off x="5407678" y="634273"/>
        <a:ext cx="1852245" cy="583697"/>
      </dsp:txXfrm>
    </dsp:sp>
    <dsp:sp modelId="{0B1D8E78-2B68-4C5D-9329-AB01D008FC04}">
      <dsp:nvSpPr>
        <dsp:cNvPr id="0" name=""/>
        <dsp:cNvSpPr/>
      </dsp:nvSpPr>
      <dsp:spPr>
        <a:xfrm rot="5400000">
          <a:off x="5890492" y="1718386"/>
          <a:ext cx="332104" cy="437773"/>
        </a:xfrm>
        <a:prstGeom prst="flowChartExtract">
          <a:avLst/>
        </a:prstGeom>
        <a:solidFill>
          <a:schemeClr val="lt1">
            <a:hueOff val="0"/>
            <a:satOff val="0"/>
            <a:lumOff val="0"/>
            <a:alphaOff val="0"/>
          </a:schemeClr>
        </a:solidFill>
        <a:ln w="25400" cap="flat" cmpd="sng" algn="ctr">
          <a:solidFill>
            <a:schemeClr val="accent3">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 modelId="{545B6FF8-55C8-4464-AD34-37C6C75F354E}">
      <dsp:nvSpPr>
        <dsp:cNvPr id="0" name=""/>
        <dsp:cNvSpPr/>
      </dsp:nvSpPr>
      <dsp:spPr>
        <a:xfrm>
          <a:off x="6625649" y="0"/>
          <a:ext cx="2174274" cy="2258836"/>
        </a:xfrm>
        <a:prstGeom prst="rect">
          <a:avLst/>
        </a:prstGeom>
        <a:noFill/>
        <a:ln w="25400" cap="flat" cmpd="sng" algn="ctr">
          <a:noFill/>
          <a:prstDash val="solid"/>
        </a:ln>
        <a:effectLst/>
        <a:sp3d/>
      </dsp:spPr>
      <dsp:style>
        <a:lnRef idx="2">
          <a:scrgbClr r="0" g="0" b="0"/>
        </a:lnRef>
        <a:fillRef idx="1">
          <a:scrgbClr r="0" g="0" b="0"/>
        </a:fillRef>
        <a:effectRef idx="0">
          <a:scrgbClr r="0" g="0" b="0"/>
        </a:effectRef>
        <a:fontRef idx="minor">
          <a:schemeClr val="lt1"/>
        </a:fontRef>
      </dsp:style>
      <dsp:txBody>
        <a:bodyPr spcFirstLastPara="0" vert="horz" wrap="square" lIns="0" tIns="61722" rIns="0" bIns="0" numCol="1" spcCol="1270" anchor="t" anchorCtr="0">
          <a:noAutofit/>
        </a:bodyPr>
        <a:lstStyle/>
        <a:p>
          <a:pPr lvl="0" algn="l" defTabSz="800100">
            <a:lnSpc>
              <a:spcPct val="90000"/>
            </a:lnSpc>
            <a:spcBef>
              <a:spcPct val="0"/>
            </a:spcBef>
            <a:spcAft>
              <a:spcPct val="35000"/>
            </a:spcAft>
          </a:pPr>
          <a:r>
            <a:rPr lang="en-US" sz="1800" kern="1200" dirty="0" smtClean="0"/>
            <a:t>R&amp;D project reports</a:t>
          </a:r>
        </a:p>
        <a:p>
          <a:pPr lvl="0" algn="l" defTabSz="800100">
            <a:lnSpc>
              <a:spcPct val="90000"/>
            </a:lnSpc>
            <a:spcBef>
              <a:spcPct val="0"/>
            </a:spcBef>
            <a:spcAft>
              <a:spcPct val="35000"/>
            </a:spcAft>
          </a:pPr>
          <a:r>
            <a:rPr lang="en-US" sz="1800" kern="1200" dirty="0" smtClean="0"/>
            <a:t>Published peer-reviewed journal articles</a:t>
          </a:r>
        </a:p>
        <a:p>
          <a:pPr lvl="0" algn="l" defTabSz="800100">
            <a:lnSpc>
              <a:spcPct val="90000"/>
            </a:lnSpc>
            <a:spcBef>
              <a:spcPct val="0"/>
            </a:spcBef>
            <a:spcAft>
              <a:spcPct val="35000"/>
            </a:spcAft>
          </a:pPr>
          <a:r>
            <a:rPr lang="en-US" sz="1800" kern="1200" dirty="0" smtClean="0"/>
            <a:t>Disallowed U.S. patent applications</a:t>
          </a:r>
        </a:p>
        <a:p>
          <a:pPr lvl="0" algn="l" defTabSz="800100">
            <a:lnSpc>
              <a:spcPct val="90000"/>
            </a:lnSpc>
            <a:spcBef>
              <a:spcPct val="0"/>
            </a:spcBef>
            <a:spcAft>
              <a:spcPct val="35000"/>
            </a:spcAft>
          </a:pPr>
          <a:r>
            <a:rPr lang="en-US" sz="1800" kern="1200" dirty="0" smtClean="0"/>
            <a:t>Allowed U.S. patents</a:t>
          </a:r>
        </a:p>
      </dsp:txBody>
      <dsp:txXfrm>
        <a:off x="6625649" y="0"/>
        <a:ext cx="2174274" cy="2258836"/>
      </dsp:txXfrm>
    </dsp:sp>
  </dsp:spTree>
</dsp:drawing>
</file>

<file path=ppt/diagrams/drawing1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5EE1D2E5-E13B-4FA3-A68E-FA18C8AD1A1A}">
      <dsp:nvSpPr>
        <dsp:cNvPr id="0" name=""/>
        <dsp:cNvSpPr/>
      </dsp:nvSpPr>
      <dsp:spPr>
        <a:xfrm>
          <a:off x="678" y="0"/>
          <a:ext cx="2918489" cy="2258836"/>
        </a:xfrm>
        <a:prstGeom prst="roundRect">
          <a:avLst>
            <a:gd name="adj" fmla="val 5000"/>
          </a:avLst>
        </a:prstGeom>
        <a:solidFill>
          <a:schemeClr val="accent2">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0" tIns="61722" rIns="80010" bIns="0" numCol="1" spcCol="1270" anchor="t" anchorCtr="0">
          <a:noAutofit/>
        </a:bodyPr>
        <a:lstStyle/>
        <a:p>
          <a:pPr lvl="0" algn="r" defTabSz="800100">
            <a:lnSpc>
              <a:spcPct val="90000"/>
            </a:lnSpc>
            <a:spcBef>
              <a:spcPct val="0"/>
            </a:spcBef>
            <a:spcAft>
              <a:spcPct val="35000"/>
            </a:spcAft>
          </a:pPr>
          <a:r>
            <a:rPr lang="en-US" sz="1800" b="1" u="sng" kern="1200" dirty="0" smtClean="0"/>
            <a:t>Construct</a:t>
          </a:r>
          <a:endParaRPr lang="en-US" sz="1800" b="1" u="sng" kern="1200" dirty="0"/>
        </a:p>
      </dsp:txBody>
      <dsp:txXfrm rot="16200000">
        <a:off x="-633595" y="634273"/>
        <a:ext cx="1852245" cy="583697"/>
      </dsp:txXfrm>
    </dsp:sp>
    <dsp:sp modelId="{0F07502A-98A4-4880-9779-27EA2BEB6F02}">
      <dsp:nvSpPr>
        <dsp:cNvPr id="0" name=""/>
        <dsp:cNvSpPr/>
      </dsp:nvSpPr>
      <dsp:spPr>
        <a:xfrm>
          <a:off x="584376" y="0"/>
          <a:ext cx="2174274" cy="2258836"/>
        </a:xfrm>
        <a:prstGeom prst="rect">
          <a:avLst/>
        </a:prstGeom>
        <a:noFill/>
        <a:ln w="25400" cap="flat" cmpd="sng" algn="ctr">
          <a:noFill/>
          <a:prstDash val="solid"/>
        </a:ln>
        <a:effectLst/>
        <a:sp3d/>
      </dsp:spPr>
      <dsp:style>
        <a:lnRef idx="2">
          <a:scrgbClr r="0" g="0" b="0"/>
        </a:lnRef>
        <a:fillRef idx="1">
          <a:scrgbClr r="0" g="0" b="0"/>
        </a:fillRef>
        <a:effectRef idx="0">
          <a:scrgbClr r="0" g="0" b="0"/>
        </a:effectRef>
        <a:fontRef idx="minor">
          <a:schemeClr val="lt1"/>
        </a:fontRef>
      </dsp:style>
      <dsp:txBody>
        <a:bodyPr spcFirstLastPara="0" vert="horz" wrap="square" lIns="0" tIns="109728" rIns="0" bIns="0" numCol="1" spcCol="1270" anchor="t" anchorCtr="0">
          <a:noAutofit/>
        </a:bodyPr>
        <a:lstStyle/>
        <a:p>
          <a:pPr lvl="0" algn="l" defTabSz="1422400">
            <a:lnSpc>
              <a:spcPct val="90000"/>
            </a:lnSpc>
            <a:spcBef>
              <a:spcPct val="0"/>
            </a:spcBef>
            <a:spcAft>
              <a:spcPct val="35000"/>
            </a:spcAft>
          </a:pPr>
          <a:r>
            <a:rPr lang="en-US" sz="3200" kern="1200" dirty="0" smtClean="0"/>
            <a:t>Institution Size</a:t>
          </a:r>
          <a:endParaRPr lang="en-US" sz="3200" kern="1200" dirty="0"/>
        </a:p>
      </dsp:txBody>
      <dsp:txXfrm>
        <a:off x="584376" y="0"/>
        <a:ext cx="2174274" cy="2258836"/>
      </dsp:txXfrm>
    </dsp:sp>
    <dsp:sp modelId="{63E694CA-EB8A-49E7-8F7E-40E9648E8D50}">
      <dsp:nvSpPr>
        <dsp:cNvPr id="0" name=""/>
        <dsp:cNvSpPr/>
      </dsp:nvSpPr>
      <dsp:spPr>
        <a:xfrm>
          <a:off x="3021315" y="0"/>
          <a:ext cx="2918489" cy="2258836"/>
        </a:xfrm>
        <a:prstGeom prst="roundRect">
          <a:avLst>
            <a:gd name="adj" fmla="val 5000"/>
          </a:avLst>
        </a:prstGeom>
        <a:solidFill>
          <a:schemeClr val="accent3">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0" tIns="61722" rIns="80010" bIns="0" numCol="1" spcCol="1270" anchor="t" anchorCtr="0">
          <a:noAutofit/>
        </a:bodyPr>
        <a:lstStyle/>
        <a:p>
          <a:pPr lvl="0" algn="r" defTabSz="800100">
            <a:lnSpc>
              <a:spcPct val="90000"/>
            </a:lnSpc>
            <a:spcBef>
              <a:spcPct val="0"/>
            </a:spcBef>
            <a:spcAft>
              <a:spcPct val="35000"/>
            </a:spcAft>
          </a:pPr>
          <a:r>
            <a:rPr lang="en-US" sz="1800" b="1" u="sng" kern="1200" dirty="0" smtClean="0"/>
            <a:t>Operationalization</a:t>
          </a:r>
          <a:endParaRPr lang="en-US" sz="1800" b="1" u="sng" kern="1200" dirty="0"/>
        </a:p>
      </dsp:txBody>
      <dsp:txXfrm rot="16200000">
        <a:off x="2387041" y="634273"/>
        <a:ext cx="1852245" cy="583697"/>
      </dsp:txXfrm>
    </dsp:sp>
    <dsp:sp modelId="{45668240-D897-4FC1-8421-6DD785B65040}">
      <dsp:nvSpPr>
        <dsp:cNvPr id="0" name=""/>
        <dsp:cNvSpPr/>
      </dsp:nvSpPr>
      <dsp:spPr>
        <a:xfrm rot="5400000">
          <a:off x="2869855" y="1718386"/>
          <a:ext cx="332104" cy="437773"/>
        </a:xfrm>
        <a:prstGeom prst="flowChartExtract">
          <a:avLst/>
        </a:prstGeom>
        <a:solidFill>
          <a:schemeClr val="lt1">
            <a:hueOff val="0"/>
            <a:satOff val="0"/>
            <a:lumOff val="0"/>
            <a:alphaOff val="0"/>
          </a:schemeClr>
        </a:solidFill>
        <a:ln w="25400" cap="flat" cmpd="sng" algn="ctr">
          <a:solidFill>
            <a:schemeClr val="accent2">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 modelId="{27D5C2FA-66B3-4507-8DD9-0DFEBE9E49C4}">
      <dsp:nvSpPr>
        <dsp:cNvPr id="0" name=""/>
        <dsp:cNvSpPr/>
      </dsp:nvSpPr>
      <dsp:spPr>
        <a:xfrm>
          <a:off x="3605013" y="0"/>
          <a:ext cx="2174274" cy="2258836"/>
        </a:xfrm>
        <a:prstGeom prst="rect">
          <a:avLst/>
        </a:prstGeom>
        <a:noFill/>
        <a:ln w="25400" cap="flat" cmpd="sng" algn="ctr">
          <a:noFill/>
          <a:prstDash val="solid"/>
        </a:ln>
        <a:effectLst/>
        <a:sp3d/>
      </dsp:spPr>
      <dsp:style>
        <a:lnRef idx="2">
          <a:scrgbClr r="0" g="0" b="0"/>
        </a:lnRef>
        <a:fillRef idx="1">
          <a:scrgbClr r="0" g="0" b="0"/>
        </a:fillRef>
        <a:effectRef idx="0">
          <a:scrgbClr r="0" g="0" b="0"/>
        </a:effectRef>
        <a:fontRef idx="minor">
          <a:schemeClr val="lt1"/>
        </a:fontRef>
      </dsp:style>
      <dsp:txBody>
        <a:bodyPr spcFirstLastPara="0" vert="horz" wrap="square" lIns="0" tIns="61722" rIns="0" bIns="0" numCol="1" spcCol="1270" anchor="t" anchorCtr="0">
          <a:noAutofit/>
        </a:bodyPr>
        <a:lstStyle/>
        <a:p>
          <a:pPr lvl="0" algn="l" defTabSz="800100">
            <a:lnSpc>
              <a:spcPct val="90000"/>
            </a:lnSpc>
            <a:spcBef>
              <a:spcPct val="0"/>
            </a:spcBef>
            <a:spcAft>
              <a:spcPct val="35000"/>
            </a:spcAft>
          </a:pPr>
          <a:r>
            <a:rPr lang="en-US" sz="1800" kern="1200" dirty="0" smtClean="0"/>
            <a:t>The total amount of R&amp;D expenditures in calendar year 2010 for the institution listed as the primary award recipient.</a:t>
          </a:r>
          <a:endParaRPr lang="en-US" sz="1800" kern="1200" dirty="0"/>
        </a:p>
      </dsp:txBody>
      <dsp:txXfrm>
        <a:off x="3605013" y="0"/>
        <a:ext cx="2174274" cy="2258836"/>
      </dsp:txXfrm>
    </dsp:sp>
    <dsp:sp modelId="{89F889ED-FCCD-445E-BB3B-3F65B70521C8}">
      <dsp:nvSpPr>
        <dsp:cNvPr id="0" name=""/>
        <dsp:cNvSpPr/>
      </dsp:nvSpPr>
      <dsp:spPr>
        <a:xfrm>
          <a:off x="6041952" y="0"/>
          <a:ext cx="2918489" cy="2258836"/>
        </a:xfrm>
        <a:prstGeom prst="roundRect">
          <a:avLst>
            <a:gd name="adj" fmla="val 5000"/>
          </a:avLst>
        </a:prstGeom>
        <a:solidFill>
          <a:schemeClr val="accent4">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0" tIns="61722" rIns="80010" bIns="0" numCol="1" spcCol="1270" anchor="t" anchorCtr="0">
          <a:noAutofit/>
        </a:bodyPr>
        <a:lstStyle/>
        <a:p>
          <a:pPr lvl="0" algn="r" defTabSz="800100">
            <a:lnSpc>
              <a:spcPct val="90000"/>
            </a:lnSpc>
            <a:spcBef>
              <a:spcPct val="0"/>
            </a:spcBef>
            <a:spcAft>
              <a:spcPct val="35000"/>
            </a:spcAft>
          </a:pPr>
          <a:r>
            <a:rPr lang="en-US" sz="1800" b="1" u="sng" kern="1200" dirty="0" smtClean="0"/>
            <a:t>Indicators</a:t>
          </a:r>
          <a:endParaRPr lang="en-US" sz="1800" b="1" u="sng" kern="1200" dirty="0"/>
        </a:p>
      </dsp:txBody>
      <dsp:txXfrm rot="16200000">
        <a:off x="5407678" y="634273"/>
        <a:ext cx="1852245" cy="583697"/>
      </dsp:txXfrm>
    </dsp:sp>
    <dsp:sp modelId="{0B1D8E78-2B68-4C5D-9329-AB01D008FC04}">
      <dsp:nvSpPr>
        <dsp:cNvPr id="0" name=""/>
        <dsp:cNvSpPr/>
      </dsp:nvSpPr>
      <dsp:spPr>
        <a:xfrm rot="5400000">
          <a:off x="5890492" y="1718386"/>
          <a:ext cx="332104" cy="437773"/>
        </a:xfrm>
        <a:prstGeom prst="flowChartExtract">
          <a:avLst/>
        </a:prstGeom>
        <a:solidFill>
          <a:schemeClr val="lt1">
            <a:hueOff val="0"/>
            <a:satOff val="0"/>
            <a:lumOff val="0"/>
            <a:alphaOff val="0"/>
          </a:schemeClr>
        </a:solidFill>
        <a:ln w="25400" cap="flat" cmpd="sng" algn="ctr">
          <a:solidFill>
            <a:schemeClr val="accent3">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 modelId="{545B6FF8-55C8-4464-AD34-37C6C75F354E}">
      <dsp:nvSpPr>
        <dsp:cNvPr id="0" name=""/>
        <dsp:cNvSpPr/>
      </dsp:nvSpPr>
      <dsp:spPr>
        <a:xfrm>
          <a:off x="6625649" y="0"/>
          <a:ext cx="2174274" cy="2258836"/>
        </a:xfrm>
        <a:prstGeom prst="rect">
          <a:avLst/>
        </a:prstGeom>
        <a:noFill/>
        <a:ln w="25400" cap="flat" cmpd="sng" algn="ctr">
          <a:noFill/>
          <a:prstDash val="solid"/>
        </a:ln>
        <a:effectLst/>
        <a:sp3d/>
      </dsp:spPr>
      <dsp:style>
        <a:lnRef idx="2">
          <a:scrgbClr r="0" g="0" b="0"/>
        </a:lnRef>
        <a:fillRef idx="1">
          <a:scrgbClr r="0" g="0" b="0"/>
        </a:fillRef>
        <a:effectRef idx="0">
          <a:scrgbClr r="0" g="0" b="0"/>
        </a:effectRef>
        <a:fontRef idx="minor">
          <a:schemeClr val="lt1"/>
        </a:fontRef>
      </dsp:style>
      <dsp:txBody>
        <a:bodyPr spcFirstLastPara="0" vert="horz" wrap="square" lIns="0" tIns="61722" rIns="0" bIns="0" numCol="1" spcCol="1270" anchor="t" anchorCtr="0">
          <a:noAutofit/>
        </a:bodyPr>
        <a:lstStyle/>
        <a:p>
          <a:pPr lvl="0" algn="l" defTabSz="800100">
            <a:lnSpc>
              <a:spcPct val="90000"/>
            </a:lnSpc>
            <a:spcBef>
              <a:spcPct val="0"/>
            </a:spcBef>
            <a:spcAft>
              <a:spcPct val="35000"/>
            </a:spcAft>
          </a:pPr>
          <a:r>
            <a:rPr lang="en-US" sz="1800" kern="1200" dirty="0" smtClean="0"/>
            <a:t>NSF rankings by total R&amp;D expenditures</a:t>
          </a:r>
          <a:endParaRPr lang="en-US" sz="1800" kern="1200" dirty="0"/>
        </a:p>
      </dsp:txBody>
      <dsp:txXfrm>
        <a:off x="6625649" y="0"/>
        <a:ext cx="2174274" cy="2258836"/>
      </dsp:txXfrm>
    </dsp:sp>
  </dsp:spTree>
</dsp:drawing>
</file>

<file path=ppt/diagrams/layout1.xml><?xml version="1.0" encoding="utf-8"?>
<dgm:layoutDef xmlns:dgm="http://schemas.openxmlformats.org/drawingml/2006/diagram" xmlns:a="http://schemas.openxmlformats.org/drawingml/2006/main" uniqueId="urn:microsoft.com/office/officeart/2005/8/layout/vList3">
  <dgm:title val=""/>
  <dgm:desc val=""/>
  <dgm:catLst>
    <dgm:cat type="list" pri="14000"/>
    <dgm:cat type="convert" pri="3000"/>
    <dgm:cat type="picture" pri="27000"/>
    <dgm:cat type="pictureconvert" pri="27000"/>
  </dgm:catLst>
  <dgm:sampData useDef="1">
    <dgm:dataModel>
      <dgm:pt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Flow">
    <dgm:varLst>
      <dgm:dir/>
      <dgm:resizeHandles val="exact"/>
    </dgm:varLst>
    <dgm:alg type="lin">
      <dgm:param type="linDir" val="fromT"/>
      <dgm:param type="vertAlign" val="mid"/>
      <dgm:param type="horzAlign" val="ctr"/>
    </dgm:alg>
    <dgm:shape xmlns:r="http://schemas.openxmlformats.org/officeDocument/2006/relationships" r:blip="">
      <dgm:adjLst/>
    </dgm:shape>
    <dgm:presOf/>
    <dgm:constrLst>
      <dgm:constr type="w" for="ch" forName="composite" refType="w"/>
      <dgm:constr type="h" for="ch" forName="composite" refType="h"/>
      <dgm:constr type="h" for="ch" forName="spacing" refType="h" refFor="ch" refForName="composite" fact="0.25"/>
      <dgm:constr type="h" for="ch" forName="spacing" refType="w" op="lte" fact="0.1"/>
      <dgm:constr type="primFontSz" for="des" ptType="node" op="equ" val="65"/>
    </dgm:constrLst>
    <dgm:ruleLst/>
    <dgm:forEach name="Name0" axis="ch" ptType="node">
      <dgm:layoutNode name="composite">
        <dgm:alg type="composite"/>
        <dgm:shape xmlns:r="http://schemas.openxmlformats.org/officeDocument/2006/relationships" r:blip="">
          <dgm:adjLst/>
        </dgm:shape>
        <dgm:presOf/>
        <dgm:choose name="Name1">
          <dgm:if name="Name2" func="var" arg="dir" op="equ" val="norm">
            <dgm:constrLst>
              <dgm:constr type="w" for="ch" forName="imgShp" refType="w" fact="0.335"/>
              <dgm:constr type="h" for="ch" forName="imgShp" refType="w" refFor="ch" refForName="imgShp" op="equ"/>
              <dgm:constr type="h" for="ch" forName="imgShp" refType="h" op="lte"/>
              <dgm:constr type="ctrY" for="ch" forName="imgShp" refType="h" fact="0.5"/>
              <dgm:constr type="l" for="ch" forName="imgShp"/>
              <dgm:constr type="w" for="ch" forName="txShp" refType="w" op="equ" fact="0.665"/>
              <dgm:constr type="h" for="ch" forName="txShp" refType="h" refFor="ch" refForName="imgShp" op="equ"/>
              <dgm:constr type="ctrY" for="ch" forName="txShp" refType="h" fact="0.5"/>
              <dgm:constr type="l" for="ch" forName="txShp" refType="w" refFor="ch" refForName="imgShp" fact="0.5"/>
              <dgm:constr type="lMarg" for="ch" forName="txShp" refType="w" refFor="ch" refForName="imgShp" fact="1.25"/>
            </dgm:constrLst>
          </dgm:if>
          <dgm:else name="Name3">
            <dgm:constrLst>
              <dgm:constr type="w" for="ch" forName="imgShp" refType="w" fact="0.335"/>
              <dgm:constr type="h" for="ch" forName="imgShp" refType="w" refFor="ch" refForName="imgShp" op="equ"/>
              <dgm:constr type="h" for="ch" forName="imgShp" refType="h" op="lte"/>
              <dgm:constr type="ctrY" for="ch" forName="imgShp" refType="h" fact="0.5"/>
              <dgm:constr type="r" for="ch" forName="imgShp" refType="w"/>
              <dgm:constr type="w" for="ch" forName="txShp" refType="w" op="equ" fact="0.665"/>
              <dgm:constr type="h" for="ch" forName="txShp" refType="h" refFor="ch" refForName="imgShp" op="equ"/>
              <dgm:constr type="ctrY" for="ch" forName="txShp" refType="h" fact="0.5"/>
              <dgm:constr type="r" for="ch" forName="txShp" refType="ctrX" refFor="ch" refForName="imgShp"/>
              <dgm:constr type="rMarg" for="ch" forName="txShp" refType="w" refFor="ch" refForName="imgShp" fact="1.25"/>
            </dgm:constrLst>
          </dgm:else>
        </dgm:choose>
        <dgm:ruleLst/>
        <dgm:layoutNode name="imgShp" styleLbl="fgImgPlace1">
          <dgm:alg type="sp"/>
          <dgm:shape xmlns:r="http://schemas.openxmlformats.org/officeDocument/2006/relationships" type="ellipse" r:blip="" blipPhldr="1">
            <dgm:adjLst/>
          </dgm:shape>
          <dgm:presOf/>
          <dgm:constrLst/>
          <dgm:ruleLst/>
        </dgm:layoutNode>
        <dgm:layoutNode name="txShp">
          <dgm:varLst>
            <dgm:bulletEnabled val="1"/>
          </dgm:varLst>
          <dgm:alg type="tx"/>
          <dgm:choose name="Name4">
            <dgm:if name="Name5" func="var" arg="dir" op="equ" val="norm">
              <dgm:shape xmlns:r="http://schemas.openxmlformats.org/officeDocument/2006/relationships" rot="180" type="homePlate" r:blip="" zOrderOff="-1">
                <dgm:adjLst/>
              </dgm:shape>
            </dgm:if>
            <dgm:else name="Name6">
              <dgm:shape xmlns:r="http://schemas.openxmlformats.org/officeDocument/2006/relationships" type="homePlate" r:blip="" zOrderOff="-1">
                <dgm:adjLst/>
              </dgm:shape>
            </dgm:else>
          </dgm:choose>
          <dgm:presOf axis="desOrSelf" ptType="node"/>
          <dgm:constrLst>
            <dgm:constr type="tMarg" refType="primFontSz" fact="0.3"/>
            <dgm:constr type="bMarg" refType="primFontSz" fact="0.3"/>
          </dgm:constrLst>
          <dgm:ruleLst>
            <dgm:rule type="primFontSz" val="5" fact="NaN" max="NaN"/>
          </dgm:ruleLst>
        </dgm:layoutNode>
      </dgm:layoutNode>
      <dgm:forEach name="Name7" axis="followSib" ptType="sibTrans" cnt="1">
        <dgm:layoutNode name="spacing">
          <dgm:alg type="sp"/>
          <dgm:shape xmlns:r="http://schemas.openxmlformats.org/officeDocument/2006/relationships" r:blip="">
            <dgm:adjLst/>
          </dgm:shape>
          <dgm:presOf axis="self"/>
          <dgm:constrLst/>
          <dgm:ruleLst/>
        </dgm:layoutNode>
      </dgm:forEach>
    </dgm:forEach>
  </dgm:layoutNode>
</dgm:layoutDef>
</file>

<file path=ppt/diagrams/layout2.xml><?xml version="1.0" encoding="utf-8"?>
<dgm:layoutDef xmlns:dgm="http://schemas.openxmlformats.org/drawingml/2006/diagram" xmlns:a="http://schemas.openxmlformats.org/drawingml/2006/main" uniqueId="urn:microsoft.com/office/officeart/2005/8/layout/hProcess7">
  <dgm:title val=""/>
  <dgm:desc val=""/>
  <dgm:catLst>
    <dgm:cat type="process" pri="21000"/>
    <dgm:cat type="list" pri="9000"/>
  </dgm:catLst>
  <dgm:sampData>
    <dgm:dataModel>
      <dgm:ptLst>
        <dgm:pt modelId="0" type="doc"/>
        <dgm:pt modelId="1">
          <dgm:prSet phldr="1"/>
        </dgm:pt>
        <dgm:pt modelId="11">
          <dgm:prSet phldr="1"/>
        </dgm:pt>
        <dgm:pt modelId="2">
          <dgm:prSet phldr="1"/>
        </dgm:pt>
        <dgm:pt modelId="21">
          <dgm:prSet phldr="1"/>
        </dgm:pt>
        <dgm:pt modelId="3">
          <dgm:prSet phldr="1"/>
        </dgm:pt>
        <dgm:pt modelId="31">
          <dgm:prSet phldr="1"/>
        </dgm:pt>
      </dgm:ptLst>
      <dgm:cxnLst>
        <dgm:cxn modelId="4" srcId="0" destId="1" srcOrd="0" destOrd="0"/>
        <dgm:cxn modelId="5" srcId="0" destId="2" srcOrd="1" destOrd="0"/>
        <dgm:cxn modelId="6" srcId="0" destId="3" srcOrd="2" destOrd="0"/>
        <dgm:cxn modelId="13" srcId="1" destId="11" srcOrd="0" destOrd="0"/>
        <dgm:cxn modelId="23" srcId="2" destId="21" srcOrd="0" destOrd="0"/>
        <dgm:cxn modelId="33" srcId="3" destId="31" srcOrd="0" destOrd="0"/>
      </dgm:cxnLst>
      <dgm:bg/>
      <dgm:whole/>
    </dgm:dataModel>
  </dgm:sampData>
  <dgm:styleData>
    <dgm:dataModel>
      <dgm:ptLst>
        <dgm:pt modelId="0" type="doc"/>
        <dgm:pt modelId="1"/>
        <dgm:pt modelId="11"/>
        <dgm:pt modelId="2"/>
        <dgm:pt modelId="21"/>
      </dgm:ptLst>
      <dgm:cxnLst>
        <dgm:cxn modelId="4" srcId="0" destId="1" srcOrd="0" destOrd="0"/>
        <dgm:cxn modelId="5" srcId="0" destId="2" srcOrd="1" destOrd="0"/>
        <dgm:cxn modelId="13" srcId="1" destId="11" srcOrd="0" destOrd="0"/>
        <dgm:cxn modelId="23" srcId="2" destId="21" srcOrd="0" destOrd="0"/>
      </dgm:cxnLst>
      <dgm:bg/>
      <dgm:whole/>
    </dgm:dataModel>
  </dgm:styleData>
  <dgm:clrData>
    <dgm:dataModel>
      <dgm:ptLst>
        <dgm:pt modelId="0" type="doc"/>
        <dgm:pt modelId="1"/>
        <dgm:pt modelId="11"/>
        <dgm:pt modelId="2"/>
        <dgm:pt modelId="21"/>
        <dgm:pt modelId="3"/>
        <dgm:pt modelId="31"/>
        <dgm:pt modelId="4"/>
        <dgm:pt modelId="41"/>
      </dgm:ptLst>
      <dgm:cxnLst>
        <dgm:cxn modelId="5" srcId="0" destId="1" srcOrd="0" destOrd="0"/>
        <dgm:cxn modelId="6" srcId="0" destId="2" srcOrd="1" destOrd="0"/>
        <dgm:cxn modelId="7" srcId="0" destId="3" srcOrd="2" destOrd="0"/>
        <dgm:cxn modelId="8" srcId="0" destId="4" srcOrd="3" destOrd="0"/>
        <dgm:cxn modelId="13" srcId="1" destId="11" srcOrd="0" destOrd="0"/>
        <dgm:cxn modelId="23" srcId="2" destId="21" srcOrd="0" destOrd="0"/>
        <dgm:cxn modelId="33" srcId="3" destId="31" srcOrd="0" destOrd="0"/>
        <dgm:cxn modelId="43" srcId="4" destId="41" srcOrd="0" destOrd="0"/>
      </dgm:cxnLst>
      <dgm:bg/>
      <dgm:whole/>
    </dgm:dataModel>
  </dgm:clrData>
  <dgm:layoutNode name="Name0">
    <dgm:varLst>
      <dgm:dir/>
      <dgm:animLvl val="lvl"/>
      <dgm:resizeHandles val="exact"/>
    </dgm:varLst>
    <dgm:choose name="Name1">
      <dgm:if name="Name2" func="var" arg="dir" op="equ" val="norm">
        <dgm:alg type="lin">
          <dgm:param type="linDir" val="fromL"/>
          <dgm:param type="nodeVertAlign" val="t"/>
        </dgm:alg>
      </dgm:if>
      <dgm:else name="Name3">
        <dgm:alg type="lin">
          <dgm:param type="linDir" val="fromR"/>
          <dgm:param type="nodeVertAlign" val="t"/>
        </dgm:alg>
      </dgm:else>
    </dgm:choose>
    <dgm:shape xmlns:r="http://schemas.openxmlformats.org/officeDocument/2006/relationships" r:blip="">
      <dgm:adjLst/>
    </dgm:shape>
    <dgm:presOf/>
    <dgm:constrLst>
      <dgm:constr type="h" for="ch" forName="compositeNode" refType="h"/>
      <dgm:constr type="w" for="ch" forName="compositeNode" refType="w"/>
      <dgm:constr type="w" for="ch" forName="hSp" refType="w" refFor="ch" refForName="compositeNode" fact="-0.035"/>
      <dgm:constr type="w" for="des" forName="simulatedConn" refType="w" refFor="ch" refForName="compositeNode" fact="0.15"/>
      <dgm:constr type="h" for="des" forName="simulatedConn" refType="w" refFor="des" refForName="simulatedConn"/>
      <dgm:constr type="h" for="des" forName="vSp1" refType="w" refFor="ch" refForName="compositeNode" fact="0.8"/>
      <dgm:constr type="h" for="des" forName="vSp2" refType="w" refFor="ch" refForName="compositeNode" fact="0.07"/>
      <dgm:constr type="w" for="ch" forName="vProcSp" refType="w" refFor="des" refForName="simulatedConn" op="equ"/>
      <dgm:constr type="h" for="ch" forName="vProcSp" refType="h" refFor="ch" refForName="compositeNode" op="equ"/>
      <dgm:constr type="w" for="ch" forName="sibTrans" refType="w" refFor="ch" refForName="compositeNode" fact="-0.08"/>
      <dgm:constr type="primFontSz" for="des" forName="parentNode" op="equ"/>
      <dgm:constr type="primFontSz" for="des" forName="childNode" op="equ"/>
    </dgm:constrLst>
    <dgm:ruleLst/>
    <dgm:forEach name="Name4" axis="ch" ptType="node">
      <dgm:layoutNode name="compositeNode">
        <dgm:varLst>
          <dgm:bulletEnabled val="1"/>
        </dgm:varLst>
        <dgm:alg type="composite"/>
        <dgm:choose name="Name5">
          <dgm:if name="Name6" func="var" arg="dir" op="equ" val="norm">
            <dgm:constrLst>
              <dgm:constr type="h" refType="w" op="lte" fact="1.2"/>
              <dgm:constr type="w" for="ch" forName="bgRect" refType="w"/>
              <dgm:constr type="h" for="ch" forName="bgRect" refType="h"/>
              <dgm:constr type="t" for="ch" forName="bgRect"/>
              <dgm:constr type="l" for="ch" forName="bgRect"/>
              <dgm:constr type="w" for="ch" forName="parentNode" refType="w" refFor="ch" refForName="bgRect" fact="0.2"/>
              <dgm:constr type="h" for="ch" forName="parentNode" refType="h" fact="0.82"/>
              <dgm:constr type="t" for="ch" forName="parentNode"/>
              <dgm:constr type="l" for="ch" forName="parentNode"/>
              <dgm:constr type="r" for="ch" forName="childNode" refType="r" refFor="ch" refForName="bgRect" fact="0.945"/>
              <dgm:constr type="h" for="ch" forName="childNode" refType="h" refFor="ch" refForName="bgRect" op="equ"/>
              <dgm:constr type="t" for="ch" forName="childNode"/>
              <dgm:constr type="l" for="ch" forName="childNode" refType="r" refFor="ch" refForName="parentNode"/>
            </dgm:constrLst>
          </dgm:if>
          <dgm:else name="Name7">
            <dgm:constrLst>
              <dgm:constr type="h" refType="w" op="lte" fact="1.2"/>
              <dgm:constr type="w" for="ch" forName="bgRect" refType="w"/>
              <dgm:constr type="h" for="ch" forName="bgRect" refType="h"/>
              <dgm:constr type="t" for="ch" forName="bgRect"/>
              <dgm:constr type="r" for="ch" forName="bgRect" refType="w"/>
              <dgm:constr type="w" for="ch" forName="parentNode" refType="w" refFor="ch" refForName="bgRect" fact="0.2"/>
              <dgm:constr type="h" for="ch" forName="parentNode" refType="h" fact="0.82"/>
              <dgm:constr type="t" for="ch" forName="parentNode"/>
              <dgm:constr type="r" for="ch" forName="parentNode" refType="w"/>
              <dgm:constr type="h" for="ch" forName="childNode" refType="h" refFor="ch" refForName="bgRect"/>
              <dgm:constr type="t" for="ch" forName="childNode"/>
              <dgm:constr type="r" for="ch" forName="childNode" refType="l" refFor="ch" refForName="parentNode"/>
              <dgm:constr type="l" for="ch" forName="childNode" refType="w" refFor="ch" refForName="bgRect" fact="0.055"/>
            </dgm:constrLst>
          </dgm:else>
        </dgm:choose>
        <dgm:ruleLst>
          <dgm:rule type="w" for="ch" forName="childNode" val="NaN" fact="NaN" max="30"/>
        </dgm:ruleLst>
        <dgm:layoutNode name="bgRect" styleLbl="node1">
          <dgm:alg type="sp"/>
          <dgm:shape xmlns:r="http://schemas.openxmlformats.org/officeDocument/2006/relationships" type="roundRect" r:blip="" zOrderOff="-1">
            <dgm:adjLst>
              <dgm:adj idx="1" val="0.05"/>
            </dgm:adjLst>
          </dgm:shape>
          <dgm:presOf axis="self"/>
          <dgm:constrLst/>
          <dgm:ruleLst/>
        </dgm:layoutNode>
        <dgm:layoutNode name="parentNode" styleLbl="node1">
          <dgm:varLst>
            <dgm:chMax val="0"/>
            <dgm:bulletEnabled val="1"/>
          </dgm:varLst>
          <dgm:presOf axis="self"/>
          <dgm:choose name="Name8">
            <dgm:if name="Name9" func="var" arg="dir" op="equ" val="norm">
              <dgm:alg type="tx">
                <dgm:param type="autoTxRot" val="grav"/>
                <dgm:param type="txAnchorVert" val="t"/>
                <dgm:param type="parTxLTRAlign" val="r"/>
                <dgm:param type="parTxRTLAlign" val="r"/>
              </dgm:alg>
              <dgm:shape xmlns:r="http://schemas.openxmlformats.org/officeDocument/2006/relationships" rot="270" type="rect" r:blip="" hideGeom="1">
                <dgm:adjLst/>
              </dgm:shape>
              <dgm:constrLst>
                <dgm:constr type="primFontSz" val="65"/>
                <dgm:constr type="lMarg"/>
                <dgm:constr type="rMarg" refType="primFontSz" fact="0.35"/>
                <dgm:constr type="tMarg" refType="primFontSz" fact="0.27"/>
                <dgm:constr type="bMarg"/>
              </dgm:constrLst>
            </dgm:if>
            <dgm:else name="Name10">
              <dgm:alg type="tx">
                <dgm:param type="autoTxRot" val="grav"/>
                <dgm:param type="txAnchorVert" val="t"/>
                <dgm:param type="parTxLTRAlign" val="l"/>
                <dgm:param type="parTxRTLAlign" val="l"/>
              </dgm:alg>
              <dgm:shape xmlns:r="http://schemas.openxmlformats.org/officeDocument/2006/relationships" rot="90" type="rect" r:blip="" hideGeom="1">
                <dgm:adjLst/>
              </dgm:shape>
              <dgm:constrLst>
                <dgm:constr type="primFontSz" val="65"/>
                <dgm:constr type="lMarg" refType="primFontSz" fact="0.35"/>
                <dgm:constr type="rMarg"/>
                <dgm:constr type="tMarg" refType="primFontSz" fact="0.27"/>
                <dgm:constr type="bMarg"/>
              </dgm:constrLst>
            </dgm:else>
          </dgm:choose>
          <dgm:ruleLst>
            <dgm:rule type="primFontSz" val="5" fact="NaN" max="NaN"/>
          </dgm:ruleLst>
        </dgm:layoutNode>
        <dgm:choose name="Name11">
          <dgm:if name="Name12" axis="ch" ptType="node" func="cnt" op="gte" val="1">
            <dgm:layoutNode name="childNode" styleLbl="node1" moveWith="bgRect">
              <dgm:varLst>
                <dgm:bulletEnabled val="1"/>
              </dgm:varLst>
              <dgm:alg type="tx">
                <dgm:param type="parTxLTRAlign" val="l"/>
                <dgm:param type="parTxRTLAlign" val="r"/>
                <dgm:param type="txAnchorVert" val="t"/>
              </dgm:alg>
              <dgm:shape xmlns:r="http://schemas.openxmlformats.org/officeDocument/2006/relationships" type="rect" r:blip="" hideGeom="1">
                <dgm:adjLst/>
              </dgm:shape>
              <dgm:presOf axis="des" ptType="node"/>
              <dgm:constrLst>
                <dgm:constr type="primFontSz" val="65"/>
                <dgm:constr type="lMarg"/>
                <dgm:constr type="bMarg"/>
                <dgm:constr type="tMarg" refType="primFontSz" fact="0.27"/>
                <dgm:constr type="rMarg"/>
              </dgm:constrLst>
              <dgm:ruleLst>
                <dgm:rule type="primFontSz" val="5" fact="NaN" max="NaN"/>
              </dgm:ruleLst>
            </dgm:layoutNode>
          </dgm:if>
          <dgm:else name="Name13"/>
        </dgm:choose>
      </dgm:layoutNode>
      <dgm:forEach name="Name14" axis="followSib" ptType="sibTrans" cnt="1">
        <dgm:layoutNode name="hSp">
          <dgm:alg type="sp"/>
          <dgm:shape xmlns:r="http://schemas.openxmlformats.org/officeDocument/2006/relationships" r:blip="">
            <dgm:adjLst/>
          </dgm:shape>
          <dgm:presOf/>
          <dgm:constrLst/>
          <dgm:ruleLst/>
        </dgm:layoutNode>
        <dgm:layoutNode name="vProcSp" moveWith="bgRect">
          <dgm:alg type="lin">
            <dgm:param type="linDir" val="fromT"/>
          </dgm:alg>
          <dgm:shape xmlns:r="http://schemas.openxmlformats.org/officeDocument/2006/relationships" r:blip="">
            <dgm:adjLst/>
          </dgm:shape>
          <dgm:presOf/>
          <dgm:constrLst>
            <dgm:constr type="w" for="ch" forName="vSp1" refType="w"/>
            <dgm:constr type="w" for="ch" forName="simulatedConn" refType="w"/>
            <dgm:constr type="w" for="ch" forName="vSp2" refType="w"/>
          </dgm:constrLst>
          <dgm:ruleLst/>
          <dgm:layoutNode name="vSp1">
            <dgm:alg type="sp"/>
            <dgm:shape xmlns:r="http://schemas.openxmlformats.org/officeDocument/2006/relationships" r:blip="">
              <dgm:adjLst/>
            </dgm:shape>
            <dgm:presOf/>
            <dgm:constrLst/>
            <dgm:ruleLst/>
          </dgm:layoutNode>
          <dgm:layoutNode name="simulatedConn" styleLbl="solidFgAcc1">
            <dgm:alg type="sp"/>
            <dgm:choose name="Name15">
              <dgm:if name="Name16" func="var" arg="dir" op="equ" val="norm">
                <dgm:shape xmlns:r="http://schemas.openxmlformats.org/officeDocument/2006/relationships" rot="90" type="flowChartExtract" r:blip="">
                  <dgm:adjLst/>
                </dgm:shape>
              </dgm:if>
              <dgm:else name="Name17">
                <dgm:shape xmlns:r="http://schemas.openxmlformats.org/officeDocument/2006/relationships" rot="-90" type="flowChartExtract" r:blip="">
                  <dgm:adjLst/>
                </dgm:shape>
              </dgm:else>
            </dgm:choose>
            <dgm:presOf/>
            <dgm:constrLst/>
            <dgm:ruleLst/>
          </dgm:layoutNode>
          <dgm:layoutNode name="vSp2">
            <dgm:alg type="sp"/>
            <dgm:shape xmlns:r="http://schemas.openxmlformats.org/officeDocument/2006/relationships" r:blip="">
              <dgm:adjLst/>
            </dgm:shape>
            <dgm:presOf/>
            <dgm:constrLst/>
            <dgm:ruleLst/>
          </dgm:layoutNode>
        </dgm:layoutNode>
        <dgm:layoutNode name="sibTrans">
          <dgm:alg type="sp"/>
          <dgm:shape xmlns:r="http://schemas.openxmlformats.org/officeDocument/2006/relationships" r:blip="">
            <dgm:adjLst/>
          </dgm:shape>
          <dgm:presOf/>
          <dgm:constrLst/>
          <dgm:ruleLst/>
        </dgm:layoutNode>
      </dgm:forEach>
    </dgm:forEach>
  </dgm:layoutNode>
</dgm:layoutDef>
</file>

<file path=ppt/diagrams/layout3.xml><?xml version="1.0" encoding="utf-8"?>
<dgm:layoutDef xmlns:dgm="http://schemas.openxmlformats.org/drawingml/2006/diagram" xmlns:a="http://schemas.openxmlformats.org/drawingml/2006/main" uniqueId="urn:microsoft.com/office/officeart/2005/8/layout/hProcess7">
  <dgm:title val=""/>
  <dgm:desc val=""/>
  <dgm:catLst>
    <dgm:cat type="process" pri="21000"/>
    <dgm:cat type="list" pri="9000"/>
  </dgm:catLst>
  <dgm:sampData>
    <dgm:dataModel>
      <dgm:ptLst>
        <dgm:pt modelId="0" type="doc"/>
        <dgm:pt modelId="1">
          <dgm:prSet phldr="1"/>
        </dgm:pt>
        <dgm:pt modelId="11">
          <dgm:prSet phldr="1"/>
        </dgm:pt>
        <dgm:pt modelId="2">
          <dgm:prSet phldr="1"/>
        </dgm:pt>
        <dgm:pt modelId="21">
          <dgm:prSet phldr="1"/>
        </dgm:pt>
        <dgm:pt modelId="3">
          <dgm:prSet phldr="1"/>
        </dgm:pt>
        <dgm:pt modelId="31">
          <dgm:prSet phldr="1"/>
        </dgm:pt>
      </dgm:ptLst>
      <dgm:cxnLst>
        <dgm:cxn modelId="4" srcId="0" destId="1" srcOrd="0" destOrd="0"/>
        <dgm:cxn modelId="5" srcId="0" destId="2" srcOrd="1" destOrd="0"/>
        <dgm:cxn modelId="6" srcId="0" destId="3" srcOrd="2" destOrd="0"/>
        <dgm:cxn modelId="13" srcId="1" destId="11" srcOrd="0" destOrd="0"/>
        <dgm:cxn modelId="23" srcId="2" destId="21" srcOrd="0" destOrd="0"/>
        <dgm:cxn modelId="33" srcId="3" destId="31" srcOrd="0" destOrd="0"/>
      </dgm:cxnLst>
      <dgm:bg/>
      <dgm:whole/>
    </dgm:dataModel>
  </dgm:sampData>
  <dgm:styleData>
    <dgm:dataModel>
      <dgm:ptLst>
        <dgm:pt modelId="0" type="doc"/>
        <dgm:pt modelId="1"/>
        <dgm:pt modelId="11"/>
        <dgm:pt modelId="2"/>
        <dgm:pt modelId="21"/>
      </dgm:ptLst>
      <dgm:cxnLst>
        <dgm:cxn modelId="4" srcId="0" destId="1" srcOrd="0" destOrd="0"/>
        <dgm:cxn modelId="5" srcId="0" destId="2" srcOrd="1" destOrd="0"/>
        <dgm:cxn modelId="13" srcId="1" destId="11" srcOrd="0" destOrd="0"/>
        <dgm:cxn modelId="23" srcId="2" destId="21" srcOrd="0" destOrd="0"/>
      </dgm:cxnLst>
      <dgm:bg/>
      <dgm:whole/>
    </dgm:dataModel>
  </dgm:styleData>
  <dgm:clrData>
    <dgm:dataModel>
      <dgm:ptLst>
        <dgm:pt modelId="0" type="doc"/>
        <dgm:pt modelId="1"/>
        <dgm:pt modelId="11"/>
        <dgm:pt modelId="2"/>
        <dgm:pt modelId="21"/>
        <dgm:pt modelId="3"/>
        <dgm:pt modelId="31"/>
        <dgm:pt modelId="4"/>
        <dgm:pt modelId="41"/>
      </dgm:ptLst>
      <dgm:cxnLst>
        <dgm:cxn modelId="5" srcId="0" destId="1" srcOrd="0" destOrd="0"/>
        <dgm:cxn modelId="6" srcId="0" destId="2" srcOrd="1" destOrd="0"/>
        <dgm:cxn modelId="7" srcId="0" destId="3" srcOrd="2" destOrd="0"/>
        <dgm:cxn modelId="8" srcId="0" destId="4" srcOrd="3" destOrd="0"/>
        <dgm:cxn modelId="13" srcId="1" destId="11" srcOrd="0" destOrd="0"/>
        <dgm:cxn modelId="23" srcId="2" destId="21" srcOrd="0" destOrd="0"/>
        <dgm:cxn modelId="33" srcId="3" destId="31" srcOrd="0" destOrd="0"/>
        <dgm:cxn modelId="43" srcId="4" destId="41" srcOrd="0" destOrd="0"/>
      </dgm:cxnLst>
      <dgm:bg/>
      <dgm:whole/>
    </dgm:dataModel>
  </dgm:clrData>
  <dgm:layoutNode name="Name0">
    <dgm:varLst>
      <dgm:dir/>
      <dgm:animLvl val="lvl"/>
      <dgm:resizeHandles val="exact"/>
    </dgm:varLst>
    <dgm:choose name="Name1">
      <dgm:if name="Name2" func="var" arg="dir" op="equ" val="norm">
        <dgm:alg type="lin">
          <dgm:param type="linDir" val="fromL"/>
          <dgm:param type="nodeVertAlign" val="t"/>
        </dgm:alg>
      </dgm:if>
      <dgm:else name="Name3">
        <dgm:alg type="lin">
          <dgm:param type="linDir" val="fromR"/>
          <dgm:param type="nodeVertAlign" val="t"/>
        </dgm:alg>
      </dgm:else>
    </dgm:choose>
    <dgm:shape xmlns:r="http://schemas.openxmlformats.org/officeDocument/2006/relationships" r:blip="">
      <dgm:adjLst/>
    </dgm:shape>
    <dgm:presOf/>
    <dgm:constrLst>
      <dgm:constr type="h" for="ch" forName="compositeNode" refType="h"/>
      <dgm:constr type="w" for="ch" forName="compositeNode" refType="w"/>
      <dgm:constr type="w" for="ch" forName="hSp" refType="w" refFor="ch" refForName="compositeNode" fact="-0.035"/>
      <dgm:constr type="w" for="des" forName="simulatedConn" refType="w" refFor="ch" refForName="compositeNode" fact="0.15"/>
      <dgm:constr type="h" for="des" forName="simulatedConn" refType="w" refFor="des" refForName="simulatedConn"/>
      <dgm:constr type="h" for="des" forName="vSp1" refType="w" refFor="ch" refForName="compositeNode" fact="0.8"/>
      <dgm:constr type="h" for="des" forName="vSp2" refType="w" refFor="ch" refForName="compositeNode" fact="0.07"/>
      <dgm:constr type="w" for="ch" forName="vProcSp" refType="w" refFor="des" refForName="simulatedConn" op="equ"/>
      <dgm:constr type="h" for="ch" forName="vProcSp" refType="h" refFor="ch" refForName="compositeNode" op="equ"/>
      <dgm:constr type="w" for="ch" forName="sibTrans" refType="w" refFor="ch" refForName="compositeNode" fact="-0.08"/>
      <dgm:constr type="primFontSz" for="des" forName="parentNode" op="equ"/>
      <dgm:constr type="primFontSz" for="des" forName="childNode" op="equ"/>
    </dgm:constrLst>
    <dgm:ruleLst/>
    <dgm:forEach name="Name4" axis="ch" ptType="node">
      <dgm:layoutNode name="compositeNode">
        <dgm:varLst>
          <dgm:bulletEnabled val="1"/>
        </dgm:varLst>
        <dgm:alg type="composite"/>
        <dgm:choose name="Name5">
          <dgm:if name="Name6" func="var" arg="dir" op="equ" val="norm">
            <dgm:constrLst>
              <dgm:constr type="h" refType="w" op="lte" fact="1.2"/>
              <dgm:constr type="w" for="ch" forName="bgRect" refType="w"/>
              <dgm:constr type="h" for="ch" forName="bgRect" refType="h"/>
              <dgm:constr type="t" for="ch" forName="bgRect"/>
              <dgm:constr type="l" for="ch" forName="bgRect"/>
              <dgm:constr type="w" for="ch" forName="parentNode" refType="w" refFor="ch" refForName="bgRect" fact="0.2"/>
              <dgm:constr type="h" for="ch" forName="parentNode" refType="h" fact="0.82"/>
              <dgm:constr type="t" for="ch" forName="parentNode"/>
              <dgm:constr type="l" for="ch" forName="parentNode"/>
              <dgm:constr type="r" for="ch" forName="childNode" refType="r" refFor="ch" refForName="bgRect" fact="0.945"/>
              <dgm:constr type="h" for="ch" forName="childNode" refType="h" refFor="ch" refForName="bgRect" op="equ"/>
              <dgm:constr type="t" for="ch" forName="childNode"/>
              <dgm:constr type="l" for="ch" forName="childNode" refType="r" refFor="ch" refForName="parentNode"/>
            </dgm:constrLst>
          </dgm:if>
          <dgm:else name="Name7">
            <dgm:constrLst>
              <dgm:constr type="h" refType="w" op="lte" fact="1.2"/>
              <dgm:constr type="w" for="ch" forName="bgRect" refType="w"/>
              <dgm:constr type="h" for="ch" forName="bgRect" refType="h"/>
              <dgm:constr type="t" for="ch" forName="bgRect"/>
              <dgm:constr type="r" for="ch" forName="bgRect" refType="w"/>
              <dgm:constr type="w" for="ch" forName="parentNode" refType="w" refFor="ch" refForName="bgRect" fact="0.2"/>
              <dgm:constr type="h" for="ch" forName="parentNode" refType="h" fact="0.82"/>
              <dgm:constr type="t" for="ch" forName="parentNode"/>
              <dgm:constr type="r" for="ch" forName="parentNode" refType="w"/>
              <dgm:constr type="h" for="ch" forName="childNode" refType="h" refFor="ch" refForName="bgRect"/>
              <dgm:constr type="t" for="ch" forName="childNode"/>
              <dgm:constr type="r" for="ch" forName="childNode" refType="l" refFor="ch" refForName="parentNode"/>
              <dgm:constr type="l" for="ch" forName="childNode" refType="w" refFor="ch" refForName="bgRect" fact="0.055"/>
            </dgm:constrLst>
          </dgm:else>
        </dgm:choose>
        <dgm:ruleLst>
          <dgm:rule type="w" for="ch" forName="childNode" val="NaN" fact="NaN" max="30"/>
        </dgm:ruleLst>
        <dgm:layoutNode name="bgRect" styleLbl="node1">
          <dgm:alg type="sp"/>
          <dgm:shape xmlns:r="http://schemas.openxmlformats.org/officeDocument/2006/relationships" type="roundRect" r:blip="" zOrderOff="-1">
            <dgm:adjLst>
              <dgm:adj idx="1" val="0.05"/>
            </dgm:adjLst>
          </dgm:shape>
          <dgm:presOf axis="self"/>
          <dgm:constrLst/>
          <dgm:ruleLst/>
        </dgm:layoutNode>
        <dgm:layoutNode name="parentNode" styleLbl="node1">
          <dgm:varLst>
            <dgm:chMax val="0"/>
            <dgm:bulletEnabled val="1"/>
          </dgm:varLst>
          <dgm:presOf axis="self"/>
          <dgm:choose name="Name8">
            <dgm:if name="Name9" func="var" arg="dir" op="equ" val="norm">
              <dgm:alg type="tx">
                <dgm:param type="autoTxRot" val="grav"/>
                <dgm:param type="txAnchorVert" val="t"/>
                <dgm:param type="parTxLTRAlign" val="r"/>
                <dgm:param type="parTxRTLAlign" val="r"/>
              </dgm:alg>
              <dgm:shape xmlns:r="http://schemas.openxmlformats.org/officeDocument/2006/relationships" rot="270" type="rect" r:blip="" hideGeom="1">
                <dgm:adjLst/>
              </dgm:shape>
              <dgm:constrLst>
                <dgm:constr type="primFontSz" val="65"/>
                <dgm:constr type="lMarg"/>
                <dgm:constr type="rMarg" refType="primFontSz" fact="0.35"/>
                <dgm:constr type="tMarg" refType="primFontSz" fact="0.27"/>
                <dgm:constr type="bMarg"/>
              </dgm:constrLst>
            </dgm:if>
            <dgm:else name="Name10">
              <dgm:alg type="tx">
                <dgm:param type="autoTxRot" val="grav"/>
                <dgm:param type="txAnchorVert" val="t"/>
                <dgm:param type="parTxLTRAlign" val="l"/>
                <dgm:param type="parTxRTLAlign" val="l"/>
              </dgm:alg>
              <dgm:shape xmlns:r="http://schemas.openxmlformats.org/officeDocument/2006/relationships" rot="90" type="rect" r:blip="" hideGeom="1">
                <dgm:adjLst/>
              </dgm:shape>
              <dgm:constrLst>
                <dgm:constr type="primFontSz" val="65"/>
                <dgm:constr type="lMarg" refType="primFontSz" fact="0.35"/>
                <dgm:constr type="rMarg"/>
                <dgm:constr type="tMarg" refType="primFontSz" fact="0.27"/>
                <dgm:constr type="bMarg"/>
              </dgm:constrLst>
            </dgm:else>
          </dgm:choose>
          <dgm:ruleLst>
            <dgm:rule type="primFontSz" val="5" fact="NaN" max="NaN"/>
          </dgm:ruleLst>
        </dgm:layoutNode>
        <dgm:choose name="Name11">
          <dgm:if name="Name12" axis="ch" ptType="node" func="cnt" op="gte" val="1">
            <dgm:layoutNode name="childNode" styleLbl="node1" moveWith="bgRect">
              <dgm:varLst>
                <dgm:bulletEnabled val="1"/>
              </dgm:varLst>
              <dgm:alg type="tx">
                <dgm:param type="parTxLTRAlign" val="l"/>
                <dgm:param type="parTxRTLAlign" val="r"/>
                <dgm:param type="txAnchorVert" val="t"/>
              </dgm:alg>
              <dgm:shape xmlns:r="http://schemas.openxmlformats.org/officeDocument/2006/relationships" type="rect" r:blip="" hideGeom="1">
                <dgm:adjLst/>
              </dgm:shape>
              <dgm:presOf axis="des" ptType="node"/>
              <dgm:constrLst>
                <dgm:constr type="primFontSz" val="65"/>
                <dgm:constr type="lMarg"/>
                <dgm:constr type="bMarg"/>
                <dgm:constr type="tMarg" refType="primFontSz" fact="0.27"/>
                <dgm:constr type="rMarg"/>
              </dgm:constrLst>
              <dgm:ruleLst>
                <dgm:rule type="primFontSz" val="5" fact="NaN" max="NaN"/>
              </dgm:ruleLst>
            </dgm:layoutNode>
          </dgm:if>
          <dgm:else name="Name13"/>
        </dgm:choose>
      </dgm:layoutNode>
      <dgm:forEach name="Name14" axis="followSib" ptType="sibTrans" cnt="1">
        <dgm:layoutNode name="hSp">
          <dgm:alg type="sp"/>
          <dgm:shape xmlns:r="http://schemas.openxmlformats.org/officeDocument/2006/relationships" r:blip="">
            <dgm:adjLst/>
          </dgm:shape>
          <dgm:presOf/>
          <dgm:constrLst/>
          <dgm:ruleLst/>
        </dgm:layoutNode>
        <dgm:layoutNode name="vProcSp" moveWith="bgRect">
          <dgm:alg type="lin">
            <dgm:param type="linDir" val="fromT"/>
          </dgm:alg>
          <dgm:shape xmlns:r="http://schemas.openxmlformats.org/officeDocument/2006/relationships" r:blip="">
            <dgm:adjLst/>
          </dgm:shape>
          <dgm:presOf/>
          <dgm:constrLst>
            <dgm:constr type="w" for="ch" forName="vSp1" refType="w"/>
            <dgm:constr type="w" for="ch" forName="simulatedConn" refType="w"/>
            <dgm:constr type="w" for="ch" forName="vSp2" refType="w"/>
          </dgm:constrLst>
          <dgm:ruleLst/>
          <dgm:layoutNode name="vSp1">
            <dgm:alg type="sp"/>
            <dgm:shape xmlns:r="http://schemas.openxmlformats.org/officeDocument/2006/relationships" r:blip="">
              <dgm:adjLst/>
            </dgm:shape>
            <dgm:presOf/>
            <dgm:constrLst/>
            <dgm:ruleLst/>
          </dgm:layoutNode>
          <dgm:layoutNode name="simulatedConn" styleLbl="solidFgAcc1">
            <dgm:alg type="sp"/>
            <dgm:choose name="Name15">
              <dgm:if name="Name16" func="var" arg="dir" op="equ" val="norm">
                <dgm:shape xmlns:r="http://schemas.openxmlformats.org/officeDocument/2006/relationships" rot="90" type="flowChartExtract" r:blip="">
                  <dgm:adjLst/>
                </dgm:shape>
              </dgm:if>
              <dgm:else name="Name17">
                <dgm:shape xmlns:r="http://schemas.openxmlformats.org/officeDocument/2006/relationships" rot="-90" type="flowChartExtract" r:blip="">
                  <dgm:adjLst/>
                </dgm:shape>
              </dgm:else>
            </dgm:choose>
            <dgm:presOf/>
            <dgm:constrLst/>
            <dgm:ruleLst/>
          </dgm:layoutNode>
          <dgm:layoutNode name="vSp2">
            <dgm:alg type="sp"/>
            <dgm:shape xmlns:r="http://schemas.openxmlformats.org/officeDocument/2006/relationships" r:blip="">
              <dgm:adjLst/>
            </dgm:shape>
            <dgm:presOf/>
            <dgm:constrLst/>
            <dgm:ruleLst/>
          </dgm:layoutNode>
        </dgm:layoutNode>
        <dgm:layoutNode name="sibTrans">
          <dgm:alg type="sp"/>
          <dgm:shape xmlns:r="http://schemas.openxmlformats.org/officeDocument/2006/relationships" r:blip="">
            <dgm:adjLst/>
          </dgm:shape>
          <dgm:presOf/>
          <dgm:constrLst/>
          <dgm:ruleLst/>
        </dgm:layoutNode>
      </dgm:forEach>
    </dgm:forEach>
  </dgm:layoutNode>
</dgm:layoutDef>
</file>

<file path=ppt/diagrams/layout4.xml><?xml version="1.0" encoding="utf-8"?>
<dgm:layoutDef xmlns:dgm="http://schemas.openxmlformats.org/drawingml/2006/diagram" xmlns:a="http://schemas.openxmlformats.org/drawingml/2006/main" uniqueId="urn:microsoft.com/office/officeart/2005/8/layout/hProcess7">
  <dgm:title val=""/>
  <dgm:desc val=""/>
  <dgm:catLst>
    <dgm:cat type="process" pri="21000"/>
    <dgm:cat type="list" pri="9000"/>
  </dgm:catLst>
  <dgm:sampData>
    <dgm:dataModel>
      <dgm:ptLst>
        <dgm:pt modelId="0" type="doc"/>
        <dgm:pt modelId="1">
          <dgm:prSet phldr="1"/>
        </dgm:pt>
        <dgm:pt modelId="11">
          <dgm:prSet phldr="1"/>
        </dgm:pt>
        <dgm:pt modelId="2">
          <dgm:prSet phldr="1"/>
        </dgm:pt>
        <dgm:pt modelId="21">
          <dgm:prSet phldr="1"/>
        </dgm:pt>
        <dgm:pt modelId="3">
          <dgm:prSet phldr="1"/>
        </dgm:pt>
        <dgm:pt modelId="31">
          <dgm:prSet phldr="1"/>
        </dgm:pt>
      </dgm:ptLst>
      <dgm:cxnLst>
        <dgm:cxn modelId="4" srcId="0" destId="1" srcOrd="0" destOrd="0"/>
        <dgm:cxn modelId="5" srcId="0" destId="2" srcOrd="1" destOrd="0"/>
        <dgm:cxn modelId="6" srcId="0" destId="3" srcOrd="2" destOrd="0"/>
        <dgm:cxn modelId="13" srcId="1" destId="11" srcOrd="0" destOrd="0"/>
        <dgm:cxn modelId="23" srcId="2" destId="21" srcOrd="0" destOrd="0"/>
        <dgm:cxn modelId="33" srcId="3" destId="31" srcOrd="0" destOrd="0"/>
      </dgm:cxnLst>
      <dgm:bg/>
      <dgm:whole/>
    </dgm:dataModel>
  </dgm:sampData>
  <dgm:styleData>
    <dgm:dataModel>
      <dgm:ptLst>
        <dgm:pt modelId="0" type="doc"/>
        <dgm:pt modelId="1"/>
        <dgm:pt modelId="11"/>
        <dgm:pt modelId="2"/>
        <dgm:pt modelId="21"/>
      </dgm:ptLst>
      <dgm:cxnLst>
        <dgm:cxn modelId="4" srcId="0" destId="1" srcOrd="0" destOrd="0"/>
        <dgm:cxn modelId="5" srcId="0" destId="2" srcOrd="1" destOrd="0"/>
        <dgm:cxn modelId="13" srcId="1" destId="11" srcOrd="0" destOrd="0"/>
        <dgm:cxn modelId="23" srcId="2" destId="21" srcOrd="0" destOrd="0"/>
      </dgm:cxnLst>
      <dgm:bg/>
      <dgm:whole/>
    </dgm:dataModel>
  </dgm:styleData>
  <dgm:clrData>
    <dgm:dataModel>
      <dgm:ptLst>
        <dgm:pt modelId="0" type="doc"/>
        <dgm:pt modelId="1"/>
        <dgm:pt modelId="11"/>
        <dgm:pt modelId="2"/>
        <dgm:pt modelId="21"/>
        <dgm:pt modelId="3"/>
        <dgm:pt modelId="31"/>
        <dgm:pt modelId="4"/>
        <dgm:pt modelId="41"/>
      </dgm:ptLst>
      <dgm:cxnLst>
        <dgm:cxn modelId="5" srcId="0" destId="1" srcOrd="0" destOrd="0"/>
        <dgm:cxn modelId="6" srcId="0" destId="2" srcOrd="1" destOrd="0"/>
        <dgm:cxn modelId="7" srcId="0" destId="3" srcOrd="2" destOrd="0"/>
        <dgm:cxn modelId="8" srcId="0" destId="4" srcOrd="3" destOrd="0"/>
        <dgm:cxn modelId="13" srcId="1" destId="11" srcOrd="0" destOrd="0"/>
        <dgm:cxn modelId="23" srcId="2" destId="21" srcOrd="0" destOrd="0"/>
        <dgm:cxn modelId="33" srcId="3" destId="31" srcOrd="0" destOrd="0"/>
        <dgm:cxn modelId="43" srcId="4" destId="41" srcOrd="0" destOrd="0"/>
      </dgm:cxnLst>
      <dgm:bg/>
      <dgm:whole/>
    </dgm:dataModel>
  </dgm:clrData>
  <dgm:layoutNode name="Name0">
    <dgm:varLst>
      <dgm:dir/>
      <dgm:animLvl val="lvl"/>
      <dgm:resizeHandles val="exact"/>
    </dgm:varLst>
    <dgm:choose name="Name1">
      <dgm:if name="Name2" func="var" arg="dir" op="equ" val="norm">
        <dgm:alg type="lin">
          <dgm:param type="linDir" val="fromL"/>
          <dgm:param type="nodeVertAlign" val="t"/>
        </dgm:alg>
      </dgm:if>
      <dgm:else name="Name3">
        <dgm:alg type="lin">
          <dgm:param type="linDir" val="fromR"/>
          <dgm:param type="nodeVertAlign" val="t"/>
        </dgm:alg>
      </dgm:else>
    </dgm:choose>
    <dgm:shape xmlns:r="http://schemas.openxmlformats.org/officeDocument/2006/relationships" r:blip="">
      <dgm:adjLst/>
    </dgm:shape>
    <dgm:presOf/>
    <dgm:constrLst>
      <dgm:constr type="h" for="ch" forName="compositeNode" refType="h"/>
      <dgm:constr type="w" for="ch" forName="compositeNode" refType="w"/>
      <dgm:constr type="w" for="ch" forName="hSp" refType="w" refFor="ch" refForName="compositeNode" fact="-0.035"/>
      <dgm:constr type="w" for="des" forName="simulatedConn" refType="w" refFor="ch" refForName="compositeNode" fact="0.15"/>
      <dgm:constr type="h" for="des" forName="simulatedConn" refType="w" refFor="des" refForName="simulatedConn"/>
      <dgm:constr type="h" for="des" forName="vSp1" refType="w" refFor="ch" refForName="compositeNode" fact="0.8"/>
      <dgm:constr type="h" for="des" forName="vSp2" refType="w" refFor="ch" refForName="compositeNode" fact="0.07"/>
      <dgm:constr type="w" for="ch" forName="vProcSp" refType="w" refFor="des" refForName="simulatedConn" op="equ"/>
      <dgm:constr type="h" for="ch" forName="vProcSp" refType="h" refFor="ch" refForName="compositeNode" op="equ"/>
      <dgm:constr type="w" for="ch" forName="sibTrans" refType="w" refFor="ch" refForName="compositeNode" fact="-0.08"/>
      <dgm:constr type="primFontSz" for="des" forName="parentNode" op="equ"/>
      <dgm:constr type="primFontSz" for="des" forName="childNode" op="equ"/>
    </dgm:constrLst>
    <dgm:ruleLst/>
    <dgm:forEach name="Name4" axis="ch" ptType="node">
      <dgm:layoutNode name="compositeNode">
        <dgm:varLst>
          <dgm:bulletEnabled val="1"/>
        </dgm:varLst>
        <dgm:alg type="composite"/>
        <dgm:choose name="Name5">
          <dgm:if name="Name6" func="var" arg="dir" op="equ" val="norm">
            <dgm:constrLst>
              <dgm:constr type="h" refType="w" op="lte" fact="1.2"/>
              <dgm:constr type="w" for="ch" forName="bgRect" refType="w"/>
              <dgm:constr type="h" for="ch" forName="bgRect" refType="h"/>
              <dgm:constr type="t" for="ch" forName="bgRect"/>
              <dgm:constr type="l" for="ch" forName="bgRect"/>
              <dgm:constr type="w" for="ch" forName="parentNode" refType="w" refFor="ch" refForName="bgRect" fact="0.2"/>
              <dgm:constr type="h" for="ch" forName="parentNode" refType="h" fact="0.82"/>
              <dgm:constr type="t" for="ch" forName="parentNode"/>
              <dgm:constr type="l" for="ch" forName="parentNode"/>
              <dgm:constr type="r" for="ch" forName="childNode" refType="r" refFor="ch" refForName="bgRect" fact="0.945"/>
              <dgm:constr type="h" for="ch" forName="childNode" refType="h" refFor="ch" refForName="bgRect" op="equ"/>
              <dgm:constr type="t" for="ch" forName="childNode"/>
              <dgm:constr type="l" for="ch" forName="childNode" refType="r" refFor="ch" refForName="parentNode"/>
            </dgm:constrLst>
          </dgm:if>
          <dgm:else name="Name7">
            <dgm:constrLst>
              <dgm:constr type="h" refType="w" op="lte" fact="1.2"/>
              <dgm:constr type="w" for="ch" forName="bgRect" refType="w"/>
              <dgm:constr type="h" for="ch" forName="bgRect" refType="h"/>
              <dgm:constr type="t" for="ch" forName="bgRect"/>
              <dgm:constr type="r" for="ch" forName="bgRect" refType="w"/>
              <dgm:constr type="w" for="ch" forName="parentNode" refType="w" refFor="ch" refForName="bgRect" fact="0.2"/>
              <dgm:constr type="h" for="ch" forName="parentNode" refType="h" fact="0.82"/>
              <dgm:constr type="t" for="ch" forName="parentNode"/>
              <dgm:constr type="r" for="ch" forName="parentNode" refType="w"/>
              <dgm:constr type="h" for="ch" forName="childNode" refType="h" refFor="ch" refForName="bgRect"/>
              <dgm:constr type="t" for="ch" forName="childNode"/>
              <dgm:constr type="r" for="ch" forName="childNode" refType="l" refFor="ch" refForName="parentNode"/>
              <dgm:constr type="l" for="ch" forName="childNode" refType="w" refFor="ch" refForName="bgRect" fact="0.055"/>
            </dgm:constrLst>
          </dgm:else>
        </dgm:choose>
        <dgm:ruleLst>
          <dgm:rule type="w" for="ch" forName="childNode" val="NaN" fact="NaN" max="30"/>
        </dgm:ruleLst>
        <dgm:layoutNode name="bgRect" styleLbl="node1">
          <dgm:alg type="sp"/>
          <dgm:shape xmlns:r="http://schemas.openxmlformats.org/officeDocument/2006/relationships" type="roundRect" r:blip="" zOrderOff="-1">
            <dgm:adjLst>
              <dgm:adj idx="1" val="0.05"/>
            </dgm:adjLst>
          </dgm:shape>
          <dgm:presOf axis="self"/>
          <dgm:constrLst/>
          <dgm:ruleLst/>
        </dgm:layoutNode>
        <dgm:layoutNode name="parentNode" styleLbl="node1">
          <dgm:varLst>
            <dgm:chMax val="0"/>
            <dgm:bulletEnabled val="1"/>
          </dgm:varLst>
          <dgm:presOf axis="self"/>
          <dgm:choose name="Name8">
            <dgm:if name="Name9" func="var" arg="dir" op="equ" val="norm">
              <dgm:alg type="tx">
                <dgm:param type="autoTxRot" val="grav"/>
                <dgm:param type="txAnchorVert" val="t"/>
                <dgm:param type="parTxLTRAlign" val="r"/>
                <dgm:param type="parTxRTLAlign" val="r"/>
              </dgm:alg>
              <dgm:shape xmlns:r="http://schemas.openxmlformats.org/officeDocument/2006/relationships" rot="270" type="rect" r:blip="" hideGeom="1">
                <dgm:adjLst/>
              </dgm:shape>
              <dgm:constrLst>
                <dgm:constr type="primFontSz" val="65"/>
                <dgm:constr type="lMarg"/>
                <dgm:constr type="rMarg" refType="primFontSz" fact="0.35"/>
                <dgm:constr type="tMarg" refType="primFontSz" fact="0.27"/>
                <dgm:constr type="bMarg"/>
              </dgm:constrLst>
            </dgm:if>
            <dgm:else name="Name10">
              <dgm:alg type="tx">
                <dgm:param type="autoTxRot" val="grav"/>
                <dgm:param type="txAnchorVert" val="t"/>
                <dgm:param type="parTxLTRAlign" val="l"/>
                <dgm:param type="parTxRTLAlign" val="l"/>
              </dgm:alg>
              <dgm:shape xmlns:r="http://schemas.openxmlformats.org/officeDocument/2006/relationships" rot="90" type="rect" r:blip="" hideGeom="1">
                <dgm:adjLst/>
              </dgm:shape>
              <dgm:constrLst>
                <dgm:constr type="primFontSz" val="65"/>
                <dgm:constr type="lMarg" refType="primFontSz" fact="0.35"/>
                <dgm:constr type="rMarg"/>
                <dgm:constr type="tMarg" refType="primFontSz" fact="0.27"/>
                <dgm:constr type="bMarg"/>
              </dgm:constrLst>
            </dgm:else>
          </dgm:choose>
          <dgm:ruleLst>
            <dgm:rule type="primFontSz" val="5" fact="NaN" max="NaN"/>
          </dgm:ruleLst>
        </dgm:layoutNode>
        <dgm:choose name="Name11">
          <dgm:if name="Name12" axis="ch" ptType="node" func="cnt" op="gte" val="1">
            <dgm:layoutNode name="childNode" styleLbl="node1" moveWith="bgRect">
              <dgm:varLst>
                <dgm:bulletEnabled val="1"/>
              </dgm:varLst>
              <dgm:alg type="tx">
                <dgm:param type="parTxLTRAlign" val="l"/>
                <dgm:param type="parTxRTLAlign" val="r"/>
                <dgm:param type="txAnchorVert" val="t"/>
              </dgm:alg>
              <dgm:shape xmlns:r="http://schemas.openxmlformats.org/officeDocument/2006/relationships" type="rect" r:blip="" hideGeom="1">
                <dgm:adjLst/>
              </dgm:shape>
              <dgm:presOf axis="des" ptType="node"/>
              <dgm:constrLst>
                <dgm:constr type="primFontSz" val="65"/>
                <dgm:constr type="lMarg"/>
                <dgm:constr type="bMarg"/>
                <dgm:constr type="tMarg" refType="primFontSz" fact="0.27"/>
                <dgm:constr type="rMarg"/>
              </dgm:constrLst>
              <dgm:ruleLst>
                <dgm:rule type="primFontSz" val="5" fact="NaN" max="NaN"/>
              </dgm:ruleLst>
            </dgm:layoutNode>
          </dgm:if>
          <dgm:else name="Name13"/>
        </dgm:choose>
      </dgm:layoutNode>
      <dgm:forEach name="Name14" axis="followSib" ptType="sibTrans" cnt="1">
        <dgm:layoutNode name="hSp">
          <dgm:alg type="sp"/>
          <dgm:shape xmlns:r="http://schemas.openxmlformats.org/officeDocument/2006/relationships" r:blip="">
            <dgm:adjLst/>
          </dgm:shape>
          <dgm:presOf/>
          <dgm:constrLst/>
          <dgm:ruleLst/>
        </dgm:layoutNode>
        <dgm:layoutNode name="vProcSp" moveWith="bgRect">
          <dgm:alg type="lin">
            <dgm:param type="linDir" val="fromT"/>
          </dgm:alg>
          <dgm:shape xmlns:r="http://schemas.openxmlformats.org/officeDocument/2006/relationships" r:blip="">
            <dgm:adjLst/>
          </dgm:shape>
          <dgm:presOf/>
          <dgm:constrLst>
            <dgm:constr type="w" for="ch" forName="vSp1" refType="w"/>
            <dgm:constr type="w" for="ch" forName="simulatedConn" refType="w"/>
            <dgm:constr type="w" for="ch" forName="vSp2" refType="w"/>
          </dgm:constrLst>
          <dgm:ruleLst/>
          <dgm:layoutNode name="vSp1">
            <dgm:alg type="sp"/>
            <dgm:shape xmlns:r="http://schemas.openxmlformats.org/officeDocument/2006/relationships" r:blip="">
              <dgm:adjLst/>
            </dgm:shape>
            <dgm:presOf/>
            <dgm:constrLst/>
            <dgm:ruleLst/>
          </dgm:layoutNode>
          <dgm:layoutNode name="simulatedConn" styleLbl="solidFgAcc1">
            <dgm:alg type="sp"/>
            <dgm:choose name="Name15">
              <dgm:if name="Name16" func="var" arg="dir" op="equ" val="norm">
                <dgm:shape xmlns:r="http://schemas.openxmlformats.org/officeDocument/2006/relationships" rot="90" type="flowChartExtract" r:blip="">
                  <dgm:adjLst/>
                </dgm:shape>
              </dgm:if>
              <dgm:else name="Name17">
                <dgm:shape xmlns:r="http://schemas.openxmlformats.org/officeDocument/2006/relationships" rot="-90" type="flowChartExtract" r:blip="">
                  <dgm:adjLst/>
                </dgm:shape>
              </dgm:else>
            </dgm:choose>
            <dgm:presOf/>
            <dgm:constrLst/>
            <dgm:ruleLst/>
          </dgm:layoutNode>
          <dgm:layoutNode name="vSp2">
            <dgm:alg type="sp"/>
            <dgm:shape xmlns:r="http://schemas.openxmlformats.org/officeDocument/2006/relationships" r:blip="">
              <dgm:adjLst/>
            </dgm:shape>
            <dgm:presOf/>
            <dgm:constrLst/>
            <dgm:ruleLst/>
          </dgm:layoutNode>
        </dgm:layoutNode>
        <dgm:layoutNode name="sibTrans">
          <dgm:alg type="sp"/>
          <dgm:shape xmlns:r="http://schemas.openxmlformats.org/officeDocument/2006/relationships" r:blip="">
            <dgm:adjLst/>
          </dgm:shape>
          <dgm:presOf/>
          <dgm:constrLst/>
          <dgm:ruleLst/>
        </dgm:layoutNode>
      </dgm:forEach>
    </dgm:forEach>
  </dgm:layoutNode>
</dgm:layoutDef>
</file>

<file path=ppt/diagrams/layout5.xml><?xml version="1.0" encoding="utf-8"?>
<dgm:layoutDef xmlns:dgm="http://schemas.openxmlformats.org/drawingml/2006/diagram" xmlns:a="http://schemas.openxmlformats.org/drawingml/2006/main" uniqueId="urn:microsoft.com/office/officeart/2005/8/layout/hProcess7">
  <dgm:title val=""/>
  <dgm:desc val=""/>
  <dgm:catLst>
    <dgm:cat type="process" pri="21000"/>
    <dgm:cat type="list" pri="9000"/>
  </dgm:catLst>
  <dgm:sampData>
    <dgm:dataModel>
      <dgm:ptLst>
        <dgm:pt modelId="0" type="doc"/>
        <dgm:pt modelId="1">
          <dgm:prSet phldr="1"/>
        </dgm:pt>
        <dgm:pt modelId="11">
          <dgm:prSet phldr="1"/>
        </dgm:pt>
        <dgm:pt modelId="2">
          <dgm:prSet phldr="1"/>
        </dgm:pt>
        <dgm:pt modelId="21">
          <dgm:prSet phldr="1"/>
        </dgm:pt>
        <dgm:pt modelId="3">
          <dgm:prSet phldr="1"/>
        </dgm:pt>
        <dgm:pt modelId="31">
          <dgm:prSet phldr="1"/>
        </dgm:pt>
      </dgm:ptLst>
      <dgm:cxnLst>
        <dgm:cxn modelId="4" srcId="0" destId="1" srcOrd="0" destOrd="0"/>
        <dgm:cxn modelId="5" srcId="0" destId="2" srcOrd="1" destOrd="0"/>
        <dgm:cxn modelId="6" srcId="0" destId="3" srcOrd="2" destOrd="0"/>
        <dgm:cxn modelId="13" srcId="1" destId="11" srcOrd="0" destOrd="0"/>
        <dgm:cxn modelId="23" srcId="2" destId="21" srcOrd="0" destOrd="0"/>
        <dgm:cxn modelId="33" srcId="3" destId="31" srcOrd="0" destOrd="0"/>
      </dgm:cxnLst>
      <dgm:bg/>
      <dgm:whole/>
    </dgm:dataModel>
  </dgm:sampData>
  <dgm:styleData>
    <dgm:dataModel>
      <dgm:ptLst>
        <dgm:pt modelId="0" type="doc"/>
        <dgm:pt modelId="1"/>
        <dgm:pt modelId="11"/>
        <dgm:pt modelId="2"/>
        <dgm:pt modelId="21"/>
      </dgm:ptLst>
      <dgm:cxnLst>
        <dgm:cxn modelId="4" srcId="0" destId="1" srcOrd="0" destOrd="0"/>
        <dgm:cxn modelId="5" srcId="0" destId="2" srcOrd="1" destOrd="0"/>
        <dgm:cxn modelId="13" srcId="1" destId="11" srcOrd="0" destOrd="0"/>
        <dgm:cxn modelId="23" srcId="2" destId="21" srcOrd="0" destOrd="0"/>
      </dgm:cxnLst>
      <dgm:bg/>
      <dgm:whole/>
    </dgm:dataModel>
  </dgm:styleData>
  <dgm:clrData>
    <dgm:dataModel>
      <dgm:ptLst>
        <dgm:pt modelId="0" type="doc"/>
        <dgm:pt modelId="1"/>
        <dgm:pt modelId="11"/>
        <dgm:pt modelId="2"/>
        <dgm:pt modelId="21"/>
        <dgm:pt modelId="3"/>
        <dgm:pt modelId="31"/>
        <dgm:pt modelId="4"/>
        <dgm:pt modelId="41"/>
      </dgm:ptLst>
      <dgm:cxnLst>
        <dgm:cxn modelId="5" srcId="0" destId="1" srcOrd="0" destOrd="0"/>
        <dgm:cxn modelId="6" srcId="0" destId="2" srcOrd="1" destOrd="0"/>
        <dgm:cxn modelId="7" srcId="0" destId="3" srcOrd="2" destOrd="0"/>
        <dgm:cxn modelId="8" srcId="0" destId="4" srcOrd="3" destOrd="0"/>
        <dgm:cxn modelId="13" srcId="1" destId="11" srcOrd="0" destOrd="0"/>
        <dgm:cxn modelId="23" srcId="2" destId="21" srcOrd="0" destOrd="0"/>
        <dgm:cxn modelId="33" srcId="3" destId="31" srcOrd="0" destOrd="0"/>
        <dgm:cxn modelId="43" srcId="4" destId="41" srcOrd="0" destOrd="0"/>
      </dgm:cxnLst>
      <dgm:bg/>
      <dgm:whole/>
    </dgm:dataModel>
  </dgm:clrData>
  <dgm:layoutNode name="Name0">
    <dgm:varLst>
      <dgm:dir/>
      <dgm:animLvl val="lvl"/>
      <dgm:resizeHandles val="exact"/>
    </dgm:varLst>
    <dgm:choose name="Name1">
      <dgm:if name="Name2" func="var" arg="dir" op="equ" val="norm">
        <dgm:alg type="lin">
          <dgm:param type="linDir" val="fromL"/>
          <dgm:param type="nodeVertAlign" val="t"/>
        </dgm:alg>
      </dgm:if>
      <dgm:else name="Name3">
        <dgm:alg type="lin">
          <dgm:param type="linDir" val="fromR"/>
          <dgm:param type="nodeVertAlign" val="t"/>
        </dgm:alg>
      </dgm:else>
    </dgm:choose>
    <dgm:shape xmlns:r="http://schemas.openxmlformats.org/officeDocument/2006/relationships" r:blip="">
      <dgm:adjLst/>
    </dgm:shape>
    <dgm:presOf/>
    <dgm:constrLst>
      <dgm:constr type="h" for="ch" forName="compositeNode" refType="h"/>
      <dgm:constr type="w" for="ch" forName="compositeNode" refType="w"/>
      <dgm:constr type="w" for="ch" forName="hSp" refType="w" refFor="ch" refForName="compositeNode" fact="-0.035"/>
      <dgm:constr type="w" for="des" forName="simulatedConn" refType="w" refFor="ch" refForName="compositeNode" fact="0.15"/>
      <dgm:constr type="h" for="des" forName="simulatedConn" refType="w" refFor="des" refForName="simulatedConn"/>
      <dgm:constr type="h" for="des" forName="vSp1" refType="w" refFor="ch" refForName="compositeNode" fact="0.8"/>
      <dgm:constr type="h" for="des" forName="vSp2" refType="w" refFor="ch" refForName="compositeNode" fact="0.07"/>
      <dgm:constr type="w" for="ch" forName="vProcSp" refType="w" refFor="des" refForName="simulatedConn" op="equ"/>
      <dgm:constr type="h" for="ch" forName="vProcSp" refType="h" refFor="ch" refForName="compositeNode" op="equ"/>
      <dgm:constr type="w" for="ch" forName="sibTrans" refType="w" refFor="ch" refForName="compositeNode" fact="-0.08"/>
      <dgm:constr type="primFontSz" for="des" forName="parentNode" op="equ"/>
      <dgm:constr type="primFontSz" for="des" forName="childNode" op="equ"/>
    </dgm:constrLst>
    <dgm:ruleLst/>
    <dgm:forEach name="Name4" axis="ch" ptType="node">
      <dgm:layoutNode name="compositeNode">
        <dgm:varLst>
          <dgm:bulletEnabled val="1"/>
        </dgm:varLst>
        <dgm:alg type="composite"/>
        <dgm:choose name="Name5">
          <dgm:if name="Name6" func="var" arg="dir" op="equ" val="norm">
            <dgm:constrLst>
              <dgm:constr type="h" refType="w" op="lte" fact="1.2"/>
              <dgm:constr type="w" for="ch" forName="bgRect" refType="w"/>
              <dgm:constr type="h" for="ch" forName="bgRect" refType="h"/>
              <dgm:constr type="t" for="ch" forName="bgRect"/>
              <dgm:constr type="l" for="ch" forName="bgRect"/>
              <dgm:constr type="w" for="ch" forName="parentNode" refType="w" refFor="ch" refForName="bgRect" fact="0.2"/>
              <dgm:constr type="h" for="ch" forName="parentNode" refType="h" fact="0.82"/>
              <dgm:constr type="t" for="ch" forName="parentNode"/>
              <dgm:constr type="l" for="ch" forName="parentNode"/>
              <dgm:constr type="r" for="ch" forName="childNode" refType="r" refFor="ch" refForName="bgRect" fact="0.945"/>
              <dgm:constr type="h" for="ch" forName="childNode" refType="h" refFor="ch" refForName="bgRect" op="equ"/>
              <dgm:constr type="t" for="ch" forName="childNode"/>
              <dgm:constr type="l" for="ch" forName="childNode" refType="r" refFor="ch" refForName="parentNode"/>
            </dgm:constrLst>
          </dgm:if>
          <dgm:else name="Name7">
            <dgm:constrLst>
              <dgm:constr type="h" refType="w" op="lte" fact="1.2"/>
              <dgm:constr type="w" for="ch" forName="bgRect" refType="w"/>
              <dgm:constr type="h" for="ch" forName="bgRect" refType="h"/>
              <dgm:constr type="t" for="ch" forName="bgRect"/>
              <dgm:constr type="r" for="ch" forName="bgRect" refType="w"/>
              <dgm:constr type="w" for="ch" forName="parentNode" refType="w" refFor="ch" refForName="bgRect" fact="0.2"/>
              <dgm:constr type="h" for="ch" forName="parentNode" refType="h" fact="0.82"/>
              <dgm:constr type="t" for="ch" forName="parentNode"/>
              <dgm:constr type="r" for="ch" forName="parentNode" refType="w"/>
              <dgm:constr type="h" for="ch" forName="childNode" refType="h" refFor="ch" refForName="bgRect"/>
              <dgm:constr type="t" for="ch" forName="childNode"/>
              <dgm:constr type="r" for="ch" forName="childNode" refType="l" refFor="ch" refForName="parentNode"/>
              <dgm:constr type="l" for="ch" forName="childNode" refType="w" refFor="ch" refForName="bgRect" fact="0.055"/>
            </dgm:constrLst>
          </dgm:else>
        </dgm:choose>
        <dgm:ruleLst>
          <dgm:rule type="w" for="ch" forName="childNode" val="NaN" fact="NaN" max="30"/>
        </dgm:ruleLst>
        <dgm:layoutNode name="bgRect" styleLbl="node1">
          <dgm:alg type="sp"/>
          <dgm:shape xmlns:r="http://schemas.openxmlformats.org/officeDocument/2006/relationships" type="roundRect" r:blip="" zOrderOff="-1">
            <dgm:adjLst>
              <dgm:adj idx="1" val="0.05"/>
            </dgm:adjLst>
          </dgm:shape>
          <dgm:presOf axis="self"/>
          <dgm:constrLst/>
          <dgm:ruleLst/>
        </dgm:layoutNode>
        <dgm:layoutNode name="parentNode" styleLbl="node1">
          <dgm:varLst>
            <dgm:chMax val="0"/>
            <dgm:bulletEnabled val="1"/>
          </dgm:varLst>
          <dgm:presOf axis="self"/>
          <dgm:choose name="Name8">
            <dgm:if name="Name9" func="var" arg="dir" op="equ" val="norm">
              <dgm:alg type="tx">
                <dgm:param type="autoTxRot" val="grav"/>
                <dgm:param type="txAnchorVert" val="t"/>
                <dgm:param type="parTxLTRAlign" val="r"/>
                <dgm:param type="parTxRTLAlign" val="r"/>
              </dgm:alg>
              <dgm:shape xmlns:r="http://schemas.openxmlformats.org/officeDocument/2006/relationships" rot="270" type="rect" r:blip="" hideGeom="1">
                <dgm:adjLst/>
              </dgm:shape>
              <dgm:constrLst>
                <dgm:constr type="primFontSz" val="65"/>
                <dgm:constr type="lMarg"/>
                <dgm:constr type="rMarg" refType="primFontSz" fact="0.35"/>
                <dgm:constr type="tMarg" refType="primFontSz" fact="0.27"/>
                <dgm:constr type="bMarg"/>
              </dgm:constrLst>
            </dgm:if>
            <dgm:else name="Name10">
              <dgm:alg type="tx">
                <dgm:param type="autoTxRot" val="grav"/>
                <dgm:param type="txAnchorVert" val="t"/>
                <dgm:param type="parTxLTRAlign" val="l"/>
                <dgm:param type="parTxRTLAlign" val="l"/>
              </dgm:alg>
              <dgm:shape xmlns:r="http://schemas.openxmlformats.org/officeDocument/2006/relationships" rot="90" type="rect" r:blip="" hideGeom="1">
                <dgm:adjLst/>
              </dgm:shape>
              <dgm:constrLst>
                <dgm:constr type="primFontSz" val="65"/>
                <dgm:constr type="lMarg" refType="primFontSz" fact="0.35"/>
                <dgm:constr type="rMarg"/>
                <dgm:constr type="tMarg" refType="primFontSz" fact="0.27"/>
                <dgm:constr type="bMarg"/>
              </dgm:constrLst>
            </dgm:else>
          </dgm:choose>
          <dgm:ruleLst>
            <dgm:rule type="primFontSz" val="5" fact="NaN" max="NaN"/>
          </dgm:ruleLst>
        </dgm:layoutNode>
        <dgm:choose name="Name11">
          <dgm:if name="Name12" axis="ch" ptType="node" func="cnt" op="gte" val="1">
            <dgm:layoutNode name="childNode" styleLbl="node1" moveWith="bgRect">
              <dgm:varLst>
                <dgm:bulletEnabled val="1"/>
              </dgm:varLst>
              <dgm:alg type="tx">
                <dgm:param type="parTxLTRAlign" val="l"/>
                <dgm:param type="parTxRTLAlign" val="r"/>
                <dgm:param type="txAnchorVert" val="t"/>
              </dgm:alg>
              <dgm:shape xmlns:r="http://schemas.openxmlformats.org/officeDocument/2006/relationships" type="rect" r:blip="" hideGeom="1">
                <dgm:adjLst/>
              </dgm:shape>
              <dgm:presOf axis="des" ptType="node"/>
              <dgm:constrLst>
                <dgm:constr type="primFontSz" val="65"/>
                <dgm:constr type="lMarg"/>
                <dgm:constr type="bMarg"/>
                <dgm:constr type="tMarg" refType="primFontSz" fact="0.27"/>
                <dgm:constr type="rMarg"/>
              </dgm:constrLst>
              <dgm:ruleLst>
                <dgm:rule type="primFontSz" val="5" fact="NaN" max="NaN"/>
              </dgm:ruleLst>
            </dgm:layoutNode>
          </dgm:if>
          <dgm:else name="Name13"/>
        </dgm:choose>
      </dgm:layoutNode>
      <dgm:forEach name="Name14" axis="followSib" ptType="sibTrans" cnt="1">
        <dgm:layoutNode name="hSp">
          <dgm:alg type="sp"/>
          <dgm:shape xmlns:r="http://schemas.openxmlformats.org/officeDocument/2006/relationships" r:blip="">
            <dgm:adjLst/>
          </dgm:shape>
          <dgm:presOf/>
          <dgm:constrLst/>
          <dgm:ruleLst/>
        </dgm:layoutNode>
        <dgm:layoutNode name="vProcSp" moveWith="bgRect">
          <dgm:alg type="lin">
            <dgm:param type="linDir" val="fromT"/>
          </dgm:alg>
          <dgm:shape xmlns:r="http://schemas.openxmlformats.org/officeDocument/2006/relationships" r:blip="">
            <dgm:adjLst/>
          </dgm:shape>
          <dgm:presOf/>
          <dgm:constrLst>
            <dgm:constr type="w" for="ch" forName="vSp1" refType="w"/>
            <dgm:constr type="w" for="ch" forName="simulatedConn" refType="w"/>
            <dgm:constr type="w" for="ch" forName="vSp2" refType="w"/>
          </dgm:constrLst>
          <dgm:ruleLst/>
          <dgm:layoutNode name="vSp1">
            <dgm:alg type="sp"/>
            <dgm:shape xmlns:r="http://schemas.openxmlformats.org/officeDocument/2006/relationships" r:blip="">
              <dgm:adjLst/>
            </dgm:shape>
            <dgm:presOf/>
            <dgm:constrLst/>
            <dgm:ruleLst/>
          </dgm:layoutNode>
          <dgm:layoutNode name="simulatedConn" styleLbl="solidFgAcc1">
            <dgm:alg type="sp"/>
            <dgm:choose name="Name15">
              <dgm:if name="Name16" func="var" arg="dir" op="equ" val="norm">
                <dgm:shape xmlns:r="http://schemas.openxmlformats.org/officeDocument/2006/relationships" rot="90" type="flowChartExtract" r:blip="">
                  <dgm:adjLst/>
                </dgm:shape>
              </dgm:if>
              <dgm:else name="Name17">
                <dgm:shape xmlns:r="http://schemas.openxmlformats.org/officeDocument/2006/relationships" rot="-90" type="flowChartExtract" r:blip="">
                  <dgm:adjLst/>
                </dgm:shape>
              </dgm:else>
            </dgm:choose>
            <dgm:presOf/>
            <dgm:constrLst/>
            <dgm:ruleLst/>
          </dgm:layoutNode>
          <dgm:layoutNode name="vSp2">
            <dgm:alg type="sp"/>
            <dgm:shape xmlns:r="http://schemas.openxmlformats.org/officeDocument/2006/relationships" r:blip="">
              <dgm:adjLst/>
            </dgm:shape>
            <dgm:presOf/>
            <dgm:constrLst/>
            <dgm:ruleLst/>
          </dgm:layoutNode>
        </dgm:layoutNode>
        <dgm:layoutNode name="sibTrans">
          <dgm:alg type="sp"/>
          <dgm:shape xmlns:r="http://schemas.openxmlformats.org/officeDocument/2006/relationships" r:blip="">
            <dgm:adjLst/>
          </dgm:shape>
          <dgm:presOf/>
          <dgm:constrLst/>
          <dgm:ruleLst/>
        </dgm:layoutNode>
      </dgm:forEach>
    </dgm:forEach>
  </dgm:layoutNode>
</dgm:layoutDef>
</file>

<file path=ppt/diagrams/layout6.xml><?xml version="1.0" encoding="utf-8"?>
<dgm:layoutDef xmlns:dgm="http://schemas.openxmlformats.org/drawingml/2006/diagram" xmlns:a="http://schemas.openxmlformats.org/drawingml/2006/main" uniqueId="urn:microsoft.com/office/officeart/2005/8/layout/hProcess7">
  <dgm:title val=""/>
  <dgm:desc val=""/>
  <dgm:catLst>
    <dgm:cat type="process" pri="21000"/>
    <dgm:cat type="list" pri="9000"/>
  </dgm:catLst>
  <dgm:sampData>
    <dgm:dataModel>
      <dgm:ptLst>
        <dgm:pt modelId="0" type="doc"/>
        <dgm:pt modelId="1">
          <dgm:prSet phldr="1"/>
        </dgm:pt>
        <dgm:pt modelId="11">
          <dgm:prSet phldr="1"/>
        </dgm:pt>
        <dgm:pt modelId="2">
          <dgm:prSet phldr="1"/>
        </dgm:pt>
        <dgm:pt modelId="21">
          <dgm:prSet phldr="1"/>
        </dgm:pt>
        <dgm:pt modelId="3">
          <dgm:prSet phldr="1"/>
        </dgm:pt>
        <dgm:pt modelId="31">
          <dgm:prSet phldr="1"/>
        </dgm:pt>
      </dgm:ptLst>
      <dgm:cxnLst>
        <dgm:cxn modelId="4" srcId="0" destId="1" srcOrd="0" destOrd="0"/>
        <dgm:cxn modelId="5" srcId="0" destId="2" srcOrd="1" destOrd="0"/>
        <dgm:cxn modelId="6" srcId="0" destId="3" srcOrd="2" destOrd="0"/>
        <dgm:cxn modelId="13" srcId="1" destId="11" srcOrd="0" destOrd="0"/>
        <dgm:cxn modelId="23" srcId="2" destId="21" srcOrd="0" destOrd="0"/>
        <dgm:cxn modelId="33" srcId="3" destId="31" srcOrd="0" destOrd="0"/>
      </dgm:cxnLst>
      <dgm:bg/>
      <dgm:whole/>
    </dgm:dataModel>
  </dgm:sampData>
  <dgm:styleData>
    <dgm:dataModel>
      <dgm:ptLst>
        <dgm:pt modelId="0" type="doc"/>
        <dgm:pt modelId="1"/>
        <dgm:pt modelId="11"/>
        <dgm:pt modelId="2"/>
        <dgm:pt modelId="21"/>
      </dgm:ptLst>
      <dgm:cxnLst>
        <dgm:cxn modelId="4" srcId="0" destId="1" srcOrd="0" destOrd="0"/>
        <dgm:cxn modelId="5" srcId="0" destId="2" srcOrd="1" destOrd="0"/>
        <dgm:cxn modelId="13" srcId="1" destId="11" srcOrd="0" destOrd="0"/>
        <dgm:cxn modelId="23" srcId="2" destId="21" srcOrd="0" destOrd="0"/>
      </dgm:cxnLst>
      <dgm:bg/>
      <dgm:whole/>
    </dgm:dataModel>
  </dgm:styleData>
  <dgm:clrData>
    <dgm:dataModel>
      <dgm:ptLst>
        <dgm:pt modelId="0" type="doc"/>
        <dgm:pt modelId="1"/>
        <dgm:pt modelId="11"/>
        <dgm:pt modelId="2"/>
        <dgm:pt modelId="21"/>
        <dgm:pt modelId="3"/>
        <dgm:pt modelId="31"/>
        <dgm:pt modelId="4"/>
        <dgm:pt modelId="41"/>
      </dgm:ptLst>
      <dgm:cxnLst>
        <dgm:cxn modelId="5" srcId="0" destId="1" srcOrd="0" destOrd="0"/>
        <dgm:cxn modelId="6" srcId="0" destId="2" srcOrd="1" destOrd="0"/>
        <dgm:cxn modelId="7" srcId="0" destId="3" srcOrd="2" destOrd="0"/>
        <dgm:cxn modelId="8" srcId="0" destId="4" srcOrd="3" destOrd="0"/>
        <dgm:cxn modelId="13" srcId="1" destId="11" srcOrd="0" destOrd="0"/>
        <dgm:cxn modelId="23" srcId="2" destId="21" srcOrd="0" destOrd="0"/>
        <dgm:cxn modelId="33" srcId="3" destId="31" srcOrd="0" destOrd="0"/>
        <dgm:cxn modelId="43" srcId="4" destId="41" srcOrd="0" destOrd="0"/>
      </dgm:cxnLst>
      <dgm:bg/>
      <dgm:whole/>
    </dgm:dataModel>
  </dgm:clrData>
  <dgm:layoutNode name="Name0">
    <dgm:varLst>
      <dgm:dir/>
      <dgm:animLvl val="lvl"/>
      <dgm:resizeHandles val="exact"/>
    </dgm:varLst>
    <dgm:choose name="Name1">
      <dgm:if name="Name2" func="var" arg="dir" op="equ" val="norm">
        <dgm:alg type="lin">
          <dgm:param type="linDir" val="fromL"/>
          <dgm:param type="nodeVertAlign" val="t"/>
        </dgm:alg>
      </dgm:if>
      <dgm:else name="Name3">
        <dgm:alg type="lin">
          <dgm:param type="linDir" val="fromR"/>
          <dgm:param type="nodeVertAlign" val="t"/>
        </dgm:alg>
      </dgm:else>
    </dgm:choose>
    <dgm:shape xmlns:r="http://schemas.openxmlformats.org/officeDocument/2006/relationships" r:blip="">
      <dgm:adjLst/>
    </dgm:shape>
    <dgm:presOf/>
    <dgm:constrLst>
      <dgm:constr type="h" for="ch" forName="compositeNode" refType="h"/>
      <dgm:constr type="w" for="ch" forName="compositeNode" refType="w"/>
      <dgm:constr type="w" for="ch" forName="hSp" refType="w" refFor="ch" refForName="compositeNode" fact="-0.035"/>
      <dgm:constr type="w" for="des" forName="simulatedConn" refType="w" refFor="ch" refForName="compositeNode" fact="0.15"/>
      <dgm:constr type="h" for="des" forName="simulatedConn" refType="w" refFor="des" refForName="simulatedConn"/>
      <dgm:constr type="h" for="des" forName="vSp1" refType="w" refFor="ch" refForName="compositeNode" fact="0.8"/>
      <dgm:constr type="h" for="des" forName="vSp2" refType="w" refFor="ch" refForName="compositeNode" fact="0.07"/>
      <dgm:constr type="w" for="ch" forName="vProcSp" refType="w" refFor="des" refForName="simulatedConn" op="equ"/>
      <dgm:constr type="h" for="ch" forName="vProcSp" refType="h" refFor="ch" refForName="compositeNode" op="equ"/>
      <dgm:constr type="w" for="ch" forName="sibTrans" refType="w" refFor="ch" refForName="compositeNode" fact="-0.08"/>
      <dgm:constr type="primFontSz" for="des" forName="parentNode" op="equ"/>
      <dgm:constr type="primFontSz" for="des" forName="childNode" op="equ"/>
    </dgm:constrLst>
    <dgm:ruleLst/>
    <dgm:forEach name="Name4" axis="ch" ptType="node">
      <dgm:layoutNode name="compositeNode">
        <dgm:varLst>
          <dgm:bulletEnabled val="1"/>
        </dgm:varLst>
        <dgm:alg type="composite"/>
        <dgm:choose name="Name5">
          <dgm:if name="Name6" func="var" arg="dir" op="equ" val="norm">
            <dgm:constrLst>
              <dgm:constr type="h" refType="w" op="lte" fact="1.2"/>
              <dgm:constr type="w" for="ch" forName="bgRect" refType="w"/>
              <dgm:constr type="h" for="ch" forName="bgRect" refType="h"/>
              <dgm:constr type="t" for="ch" forName="bgRect"/>
              <dgm:constr type="l" for="ch" forName="bgRect"/>
              <dgm:constr type="w" for="ch" forName="parentNode" refType="w" refFor="ch" refForName="bgRect" fact="0.2"/>
              <dgm:constr type="h" for="ch" forName="parentNode" refType="h" fact="0.82"/>
              <dgm:constr type="t" for="ch" forName="parentNode"/>
              <dgm:constr type="l" for="ch" forName="parentNode"/>
              <dgm:constr type="r" for="ch" forName="childNode" refType="r" refFor="ch" refForName="bgRect" fact="0.945"/>
              <dgm:constr type="h" for="ch" forName="childNode" refType="h" refFor="ch" refForName="bgRect" op="equ"/>
              <dgm:constr type="t" for="ch" forName="childNode"/>
              <dgm:constr type="l" for="ch" forName="childNode" refType="r" refFor="ch" refForName="parentNode"/>
            </dgm:constrLst>
          </dgm:if>
          <dgm:else name="Name7">
            <dgm:constrLst>
              <dgm:constr type="h" refType="w" op="lte" fact="1.2"/>
              <dgm:constr type="w" for="ch" forName="bgRect" refType="w"/>
              <dgm:constr type="h" for="ch" forName="bgRect" refType="h"/>
              <dgm:constr type="t" for="ch" forName="bgRect"/>
              <dgm:constr type="r" for="ch" forName="bgRect" refType="w"/>
              <dgm:constr type="w" for="ch" forName="parentNode" refType="w" refFor="ch" refForName="bgRect" fact="0.2"/>
              <dgm:constr type="h" for="ch" forName="parentNode" refType="h" fact="0.82"/>
              <dgm:constr type="t" for="ch" forName="parentNode"/>
              <dgm:constr type="r" for="ch" forName="parentNode" refType="w"/>
              <dgm:constr type="h" for="ch" forName="childNode" refType="h" refFor="ch" refForName="bgRect"/>
              <dgm:constr type="t" for="ch" forName="childNode"/>
              <dgm:constr type="r" for="ch" forName="childNode" refType="l" refFor="ch" refForName="parentNode"/>
              <dgm:constr type="l" for="ch" forName="childNode" refType="w" refFor="ch" refForName="bgRect" fact="0.055"/>
            </dgm:constrLst>
          </dgm:else>
        </dgm:choose>
        <dgm:ruleLst>
          <dgm:rule type="w" for="ch" forName="childNode" val="NaN" fact="NaN" max="30"/>
        </dgm:ruleLst>
        <dgm:layoutNode name="bgRect" styleLbl="node1">
          <dgm:alg type="sp"/>
          <dgm:shape xmlns:r="http://schemas.openxmlformats.org/officeDocument/2006/relationships" type="roundRect" r:blip="" zOrderOff="-1">
            <dgm:adjLst>
              <dgm:adj idx="1" val="0.05"/>
            </dgm:adjLst>
          </dgm:shape>
          <dgm:presOf axis="self"/>
          <dgm:constrLst/>
          <dgm:ruleLst/>
        </dgm:layoutNode>
        <dgm:layoutNode name="parentNode" styleLbl="node1">
          <dgm:varLst>
            <dgm:chMax val="0"/>
            <dgm:bulletEnabled val="1"/>
          </dgm:varLst>
          <dgm:presOf axis="self"/>
          <dgm:choose name="Name8">
            <dgm:if name="Name9" func="var" arg="dir" op="equ" val="norm">
              <dgm:alg type="tx">
                <dgm:param type="autoTxRot" val="grav"/>
                <dgm:param type="txAnchorVert" val="t"/>
                <dgm:param type="parTxLTRAlign" val="r"/>
                <dgm:param type="parTxRTLAlign" val="r"/>
              </dgm:alg>
              <dgm:shape xmlns:r="http://schemas.openxmlformats.org/officeDocument/2006/relationships" rot="270" type="rect" r:blip="" hideGeom="1">
                <dgm:adjLst/>
              </dgm:shape>
              <dgm:constrLst>
                <dgm:constr type="primFontSz" val="65"/>
                <dgm:constr type="lMarg"/>
                <dgm:constr type="rMarg" refType="primFontSz" fact="0.35"/>
                <dgm:constr type="tMarg" refType="primFontSz" fact="0.27"/>
                <dgm:constr type="bMarg"/>
              </dgm:constrLst>
            </dgm:if>
            <dgm:else name="Name10">
              <dgm:alg type="tx">
                <dgm:param type="autoTxRot" val="grav"/>
                <dgm:param type="txAnchorVert" val="t"/>
                <dgm:param type="parTxLTRAlign" val="l"/>
                <dgm:param type="parTxRTLAlign" val="l"/>
              </dgm:alg>
              <dgm:shape xmlns:r="http://schemas.openxmlformats.org/officeDocument/2006/relationships" rot="90" type="rect" r:blip="" hideGeom="1">
                <dgm:adjLst/>
              </dgm:shape>
              <dgm:constrLst>
                <dgm:constr type="primFontSz" val="65"/>
                <dgm:constr type="lMarg" refType="primFontSz" fact="0.35"/>
                <dgm:constr type="rMarg"/>
                <dgm:constr type="tMarg" refType="primFontSz" fact="0.27"/>
                <dgm:constr type="bMarg"/>
              </dgm:constrLst>
            </dgm:else>
          </dgm:choose>
          <dgm:ruleLst>
            <dgm:rule type="primFontSz" val="5" fact="NaN" max="NaN"/>
          </dgm:ruleLst>
        </dgm:layoutNode>
        <dgm:choose name="Name11">
          <dgm:if name="Name12" axis="ch" ptType="node" func="cnt" op="gte" val="1">
            <dgm:layoutNode name="childNode" styleLbl="node1" moveWith="bgRect">
              <dgm:varLst>
                <dgm:bulletEnabled val="1"/>
              </dgm:varLst>
              <dgm:alg type="tx">
                <dgm:param type="parTxLTRAlign" val="l"/>
                <dgm:param type="parTxRTLAlign" val="r"/>
                <dgm:param type="txAnchorVert" val="t"/>
              </dgm:alg>
              <dgm:shape xmlns:r="http://schemas.openxmlformats.org/officeDocument/2006/relationships" type="rect" r:blip="" hideGeom="1">
                <dgm:adjLst/>
              </dgm:shape>
              <dgm:presOf axis="des" ptType="node"/>
              <dgm:constrLst>
                <dgm:constr type="primFontSz" val="65"/>
                <dgm:constr type="lMarg"/>
                <dgm:constr type="bMarg"/>
                <dgm:constr type="tMarg" refType="primFontSz" fact="0.27"/>
                <dgm:constr type="rMarg"/>
              </dgm:constrLst>
              <dgm:ruleLst>
                <dgm:rule type="primFontSz" val="5" fact="NaN" max="NaN"/>
              </dgm:ruleLst>
            </dgm:layoutNode>
          </dgm:if>
          <dgm:else name="Name13"/>
        </dgm:choose>
      </dgm:layoutNode>
      <dgm:forEach name="Name14" axis="followSib" ptType="sibTrans" cnt="1">
        <dgm:layoutNode name="hSp">
          <dgm:alg type="sp"/>
          <dgm:shape xmlns:r="http://schemas.openxmlformats.org/officeDocument/2006/relationships" r:blip="">
            <dgm:adjLst/>
          </dgm:shape>
          <dgm:presOf/>
          <dgm:constrLst/>
          <dgm:ruleLst/>
        </dgm:layoutNode>
        <dgm:layoutNode name="vProcSp" moveWith="bgRect">
          <dgm:alg type="lin">
            <dgm:param type="linDir" val="fromT"/>
          </dgm:alg>
          <dgm:shape xmlns:r="http://schemas.openxmlformats.org/officeDocument/2006/relationships" r:blip="">
            <dgm:adjLst/>
          </dgm:shape>
          <dgm:presOf/>
          <dgm:constrLst>
            <dgm:constr type="w" for="ch" forName="vSp1" refType="w"/>
            <dgm:constr type="w" for="ch" forName="simulatedConn" refType="w"/>
            <dgm:constr type="w" for="ch" forName="vSp2" refType="w"/>
          </dgm:constrLst>
          <dgm:ruleLst/>
          <dgm:layoutNode name="vSp1">
            <dgm:alg type="sp"/>
            <dgm:shape xmlns:r="http://schemas.openxmlformats.org/officeDocument/2006/relationships" r:blip="">
              <dgm:adjLst/>
            </dgm:shape>
            <dgm:presOf/>
            <dgm:constrLst/>
            <dgm:ruleLst/>
          </dgm:layoutNode>
          <dgm:layoutNode name="simulatedConn" styleLbl="solidFgAcc1">
            <dgm:alg type="sp"/>
            <dgm:choose name="Name15">
              <dgm:if name="Name16" func="var" arg="dir" op="equ" val="norm">
                <dgm:shape xmlns:r="http://schemas.openxmlformats.org/officeDocument/2006/relationships" rot="90" type="flowChartExtract" r:blip="">
                  <dgm:adjLst/>
                </dgm:shape>
              </dgm:if>
              <dgm:else name="Name17">
                <dgm:shape xmlns:r="http://schemas.openxmlformats.org/officeDocument/2006/relationships" rot="-90" type="flowChartExtract" r:blip="">
                  <dgm:adjLst/>
                </dgm:shape>
              </dgm:else>
            </dgm:choose>
            <dgm:presOf/>
            <dgm:constrLst/>
            <dgm:ruleLst/>
          </dgm:layoutNode>
          <dgm:layoutNode name="vSp2">
            <dgm:alg type="sp"/>
            <dgm:shape xmlns:r="http://schemas.openxmlformats.org/officeDocument/2006/relationships" r:blip="">
              <dgm:adjLst/>
            </dgm:shape>
            <dgm:presOf/>
            <dgm:constrLst/>
            <dgm:ruleLst/>
          </dgm:layoutNode>
        </dgm:layoutNode>
        <dgm:layoutNode name="sibTrans">
          <dgm:alg type="sp"/>
          <dgm:shape xmlns:r="http://schemas.openxmlformats.org/officeDocument/2006/relationships" r:blip="">
            <dgm:adjLst/>
          </dgm:shape>
          <dgm:presOf/>
          <dgm:constrLst/>
          <dgm:ruleLst/>
        </dgm:layoutNode>
      </dgm:forEach>
    </dgm:forEach>
  </dgm:layoutNode>
</dgm:layoutDef>
</file>

<file path=ppt/diagrams/layout7.xml><?xml version="1.0" encoding="utf-8"?>
<dgm:layoutDef xmlns:dgm="http://schemas.openxmlformats.org/drawingml/2006/diagram" xmlns:a="http://schemas.openxmlformats.org/drawingml/2006/main" uniqueId="urn:microsoft.com/office/officeart/2005/8/layout/hProcess7">
  <dgm:title val=""/>
  <dgm:desc val=""/>
  <dgm:catLst>
    <dgm:cat type="process" pri="21000"/>
    <dgm:cat type="list" pri="9000"/>
  </dgm:catLst>
  <dgm:sampData>
    <dgm:dataModel>
      <dgm:ptLst>
        <dgm:pt modelId="0" type="doc"/>
        <dgm:pt modelId="1">
          <dgm:prSet phldr="1"/>
        </dgm:pt>
        <dgm:pt modelId="11">
          <dgm:prSet phldr="1"/>
        </dgm:pt>
        <dgm:pt modelId="2">
          <dgm:prSet phldr="1"/>
        </dgm:pt>
        <dgm:pt modelId="21">
          <dgm:prSet phldr="1"/>
        </dgm:pt>
        <dgm:pt modelId="3">
          <dgm:prSet phldr="1"/>
        </dgm:pt>
        <dgm:pt modelId="31">
          <dgm:prSet phldr="1"/>
        </dgm:pt>
      </dgm:ptLst>
      <dgm:cxnLst>
        <dgm:cxn modelId="4" srcId="0" destId="1" srcOrd="0" destOrd="0"/>
        <dgm:cxn modelId="5" srcId="0" destId="2" srcOrd="1" destOrd="0"/>
        <dgm:cxn modelId="6" srcId="0" destId="3" srcOrd="2" destOrd="0"/>
        <dgm:cxn modelId="13" srcId="1" destId="11" srcOrd="0" destOrd="0"/>
        <dgm:cxn modelId="23" srcId="2" destId="21" srcOrd="0" destOrd="0"/>
        <dgm:cxn modelId="33" srcId="3" destId="31" srcOrd="0" destOrd="0"/>
      </dgm:cxnLst>
      <dgm:bg/>
      <dgm:whole/>
    </dgm:dataModel>
  </dgm:sampData>
  <dgm:styleData>
    <dgm:dataModel>
      <dgm:ptLst>
        <dgm:pt modelId="0" type="doc"/>
        <dgm:pt modelId="1"/>
        <dgm:pt modelId="11"/>
        <dgm:pt modelId="2"/>
        <dgm:pt modelId="21"/>
      </dgm:ptLst>
      <dgm:cxnLst>
        <dgm:cxn modelId="4" srcId="0" destId="1" srcOrd="0" destOrd="0"/>
        <dgm:cxn modelId="5" srcId="0" destId="2" srcOrd="1" destOrd="0"/>
        <dgm:cxn modelId="13" srcId="1" destId="11" srcOrd="0" destOrd="0"/>
        <dgm:cxn modelId="23" srcId="2" destId="21" srcOrd="0" destOrd="0"/>
      </dgm:cxnLst>
      <dgm:bg/>
      <dgm:whole/>
    </dgm:dataModel>
  </dgm:styleData>
  <dgm:clrData>
    <dgm:dataModel>
      <dgm:ptLst>
        <dgm:pt modelId="0" type="doc"/>
        <dgm:pt modelId="1"/>
        <dgm:pt modelId="11"/>
        <dgm:pt modelId="2"/>
        <dgm:pt modelId="21"/>
        <dgm:pt modelId="3"/>
        <dgm:pt modelId="31"/>
        <dgm:pt modelId="4"/>
        <dgm:pt modelId="41"/>
      </dgm:ptLst>
      <dgm:cxnLst>
        <dgm:cxn modelId="5" srcId="0" destId="1" srcOrd="0" destOrd="0"/>
        <dgm:cxn modelId="6" srcId="0" destId="2" srcOrd="1" destOrd="0"/>
        <dgm:cxn modelId="7" srcId="0" destId="3" srcOrd="2" destOrd="0"/>
        <dgm:cxn modelId="8" srcId="0" destId="4" srcOrd="3" destOrd="0"/>
        <dgm:cxn modelId="13" srcId="1" destId="11" srcOrd="0" destOrd="0"/>
        <dgm:cxn modelId="23" srcId="2" destId="21" srcOrd="0" destOrd="0"/>
        <dgm:cxn modelId="33" srcId="3" destId="31" srcOrd="0" destOrd="0"/>
        <dgm:cxn modelId="43" srcId="4" destId="41" srcOrd="0" destOrd="0"/>
      </dgm:cxnLst>
      <dgm:bg/>
      <dgm:whole/>
    </dgm:dataModel>
  </dgm:clrData>
  <dgm:layoutNode name="Name0">
    <dgm:varLst>
      <dgm:dir/>
      <dgm:animLvl val="lvl"/>
      <dgm:resizeHandles val="exact"/>
    </dgm:varLst>
    <dgm:choose name="Name1">
      <dgm:if name="Name2" func="var" arg="dir" op="equ" val="norm">
        <dgm:alg type="lin">
          <dgm:param type="linDir" val="fromL"/>
          <dgm:param type="nodeVertAlign" val="t"/>
        </dgm:alg>
      </dgm:if>
      <dgm:else name="Name3">
        <dgm:alg type="lin">
          <dgm:param type="linDir" val="fromR"/>
          <dgm:param type="nodeVertAlign" val="t"/>
        </dgm:alg>
      </dgm:else>
    </dgm:choose>
    <dgm:shape xmlns:r="http://schemas.openxmlformats.org/officeDocument/2006/relationships" r:blip="">
      <dgm:adjLst/>
    </dgm:shape>
    <dgm:presOf/>
    <dgm:constrLst>
      <dgm:constr type="h" for="ch" forName="compositeNode" refType="h"/>
      <dgm:constr type="w" for="ch" forName="compositeNode" refType="w"/>
      <dgm:constr type="w" for="ch" forName="hSp" refType="w" refFor="ch" refForName="compositeNode" fact="-0.035"/>
      <dgm:constr type="w" for="des" forName="simulatedConn" refType="w" refFor="ch" refForName="compositeNode" fact="0.15"/>
      <dgm:constr type="h" for="des" forName="simulatedConn" refType="w" refFor="des" refForName="simulatedConn"/>
      <dgm:constr type="h" for="des" forName="vSp1" refType="w" refFor="ch" refForName="compositeNode" fact="0.8"/>
      <dgm:constr type="h" for="des" forName="vSp2" refType="w" refFor="ch" refForName="compositeNode" fact="0.07"/>
      <dgm:constr type="w" for="ch" forName="vProcSp" refType="w" refFor="des" refForName="simulatedConn" op="equ"/>
      <dgm:constr type="h" for="ch" forName="vProcSp" refType="h" refFor="ch" refForName="compositeNode" op="equ"/>
      <dgm:constr type="w" for="ch" forName="sibTrans" refType="w" refFor="ch" refForName="compositeNode" fact="-0.08"/>
      <dgm:constr type="primFontSz" for="des" forName="parentNode" op="equ"/>
      <dgm:constr type="primFontSz" for="des" forName="childNode" op="equ"/>
    </dgm:constrLst>
    <dgm:ruleLst/>
    <dgm:forEach name="Name4" axis="ch" ptType="node">
      <dgm:layoutNode name="compositeNode">
        <dgm:varLst>
          <dgm:bulletEnabled val="1"/>
        </dgm:varLst>
        <dgm:alg type="composite"/>
        <dgm:choose name="Name5">
          <dgm:if name="Name6" func="var" arg="dir" op="equ" val="norm">
            <dgm:constrLst>
              <dgm:constr type="h" refType="w" op="lte" fact="1.2"/>
              <dgm:constr type="w" for="ch" forName="bgRect" refType="w"/>
              <dgm:constr type="h" for="ch" forName="bgRect" refType="h"/>
              <dgm:constr type="t" for="ch" forName="bgRect"/>
              <dgm:constr type="l" for="ch" forName="bgRect"/>
              <dgm:constr type="w" for="ch" forName="parentNode" refType="w" refFor="ch" refForName="bgRect" fact="0.2"/>
              <dgm:constr type="h" for="ch" forName="parentNode" refType="h" fact="0.82"/>
              <dgm:constr type="t" for="ch" forName="parentNode"/>
              <dgm:constr type="l" for="ch" forName="parentNode"/>
              <dgm:constr type="r" for="ch" forName="childNode" refType="r" refFor="ch" refForName="bgRect" fact="0.945"/>
              <dgm:constr type="h" for="ch" forName="childNode" refType="h" refFor="ch" refForName="bgRect" op="equ"/>
              <dgm:constr type="t" for="ch" forName="childNode"/>
              <dgm:constr type="l" for="ch" forName="childNode" refType="r" refFor="ch" refForName="parentNode"/>
            </dgm:constrLst>
          </dgm:if>
          <dgm:else name="Name7">
            <dgm:constrLst>
              <dgm:constr type="h" refType="w" op="lte" fact="1.2"/>
              <dgm:constr type="w" for="ch" forName="bgRect" refType="w"/>
              <dgm:constr type="h" for="ch" forName="bgRect" refType="h"/>
              <dgm:constr type="t" for="ch" forName="bgRect"/>
              <dgm:constr type="r" for="ch" forName="bgRect" refType="w"/>
              <dgm:constr type="w" for="ch" forName="parentNode" refType="w" refFor="ch" refForName="bgRect" fact="0.2"/>
              <dgm:constr type="h" for="ch" forName="parentNode" refType="h" fact="0.82"/>
              <dgm:constr type="t" for="ch" forName="parentNode"/>
              <dgm:constr type="r" for="ch" forName="parentNode" refType="w"/>
              <dgm:constr type="h" for="ch" forName="childNode" refType="h" refFor="ch" refForName="bgRect"/>
              <dgm:constr type="t" for="ch" forName="childNode"/>
              <dgm:constr type="r" for="ch" forName="childNode" refType="l" refFor="ch" refForName="parentNode"/>
              <dgm:constr type="l" for="ch" forName="childNode" refType="w" refFor="ch" refForName="bgRect" fact="0.055"/>
            </dgm:constrLst>
          </dgm:else>
        </dgm:choose>
        <dgm:ruleLst>
          <dgm:rule type="w" for="ch" forName="childNode" val="NaN" fact="NaN" max="30"/>
        </dgm:ruleLst>
        <dgm:layoutNode name="bgRect" styleLbl="node1">
          <dgm:alg type="sp"/>
          <dgm:shape xmlns:r="http://schemas.openxmlformats.org/officeDocument/2006/relationships" type="roundRect" r:blip="" zOrderOff="-1">
            <dgm:adjLst>
              <dgm:adj idx="1" val="0.05"/>
            </dgm:adjLst>
          </dgm:shape>
          <dgm:presOf axis="self"/>
          <dgm:constrLst/>
          <dgm:ruleLst/>
        </dgm:layoutNode>
        <dgm:layoutNode name="parentNode" styleLbl="node1">
          <dgm:varLst>
            <dgm:chMax val="0"/>
            <dgm:bulletEnabled val="1"/>
          </dgm:varLst>
          <dgm:presOf axis="self"/>
          <dgm:choose name="Name8">
            <dgm:if name="Name9" func="var" arg="dir" op="equ" val="norm">
              <dgm:alg type="tx">
                <dgm:param type="autoTxRot" val="grav"/>
                <dgm:param type="txAnchorVert" val="t"/>
                <dgm:param type="parTxLTRAlign" val="r"/>
                <dgm:param type="parTxRTLAlign" val="r"/>
              </dgm:alg>
              <dgm:shape xmlns:r="http://schemas.openxmlformats.org/officeDocument/2006/relationships" rot="270" type="rect" r:blip="" hideGeom="1">
                <dgm:adjLst/>
              </dgm:shape>
              <dgm:constrLst>
                <dgm:constr type="primFontSz" val="65"/>
                <dgm:constr type="lMarg"/>
                <dgm:constr type="rMarg" refType="primFontSz" fact="0.35"/>
                <dgm:constr type="tMarg" refType="primFontSz" fact="0.27"/>
                <dgm:constr type="bMarg"/>
              </dgm:constrLst>
            </dgm:if>
            <dgm:else name="Name10">
              <dgm:alg type="tx">
                <dgm:param type="autoTxRot" val="grav"/>
                <dgm:param type="txAnchorVert" val="t"/>
                <dgm:param type="parTxLTRAlign" val="l"/>
                <dgm:param type="parTxRTLAlign" val="l"/>
              </dgm:alg>
              <dgm:shape xmlns:r="http://schemas.openxmlformats.org/officeDocument/2006/relationships" rot="90" type="rect" r:blip="" hideGeom="1">
                <dgm:adjLst/>
              </dgm:shape>
              <dgm:constrLst>
                <dgm:constr type="primFontSz" val="65"/>
                <dgm:constr type="lMarg" refType="primFontSz" fact="0.35"/>
                <dgm:constr type="rMarg"/>
                <dgm:constr type="tMarg" refType="primFontSz" fact="0.27"/>
                <dgm:constr type="bMarg"/>
              </dgm:constrLst>
            </dgm:else>
          </dgm:choose>
          <dgm:ruleLst>
            <dgm:rule type="primFontSz" val="5" fact="NaN" max="NaN"/>
          </dgm:ruleLst>
        </dgm:layoutNode>
        <dgm:choose name="Name11">
          <dgm:if name="Name12" axis="ch" ptType="node" func="cnt" op="gte" val="1">
            <dgm:layoutNode name="childNode" styleLbl="node1" moveWith="bgRect">
              <dgm:varLst>
                <dgm:bulletEnabled val="1"/>
              </dgm:varLst>
              <dgm:alg type="tx">
                <dgm:param type="parTxLTRAlign" val="l"/>
                <dgm:param type="parTxRTLAlign" val="r"/>
                <dgm:param type="txAnchorVert" val="t"/>
              </dgm:alg>
              <dgm:shape xmlns:r="http://schemas.openxmlformats.org/officeDocument/2006/relationships" type="rect" r:blip="" hideGeom="1">
                <dgm:adjLst/>
              </dgm:shape>
              <dgm:presOf axis="des" ptType="node"/>
              <dgm:constrLst>
                <dgm:constr type="primFontSz" val="65"/>
                <dgm:constr type="lMarg"/>
                <dgm:constr type="bMarg"/>
                <dgm:constr type="tMarg" refType="primFontSz" fact="0.27"/>
                <dgm:constr type="rMarg"/>
              </dgm:constrLst>
              <dgm:ruleLst>
                <dgm:rule type="primFontSz" val="5" fact="NaN" max="NaN"/>
              </dgm:ruleLst>
            </dgm:layoutNode>
          </dgm:if>
          <dgm:else name="Name13"/>
        </dgm:choose>
      </dgm:layoutNode>
      <dgm:forEach name="Name14" axis="followSib" ptType="sibTrans" cnt="1">
        <dgm:layoutNode name="hSp">
          <dgm:alg type="sp"/>
          <dgm:shape xmlns:r="http://schemas.openxmlformats.org/officeDocument/2006/relationships" r:blip="">
            <dgm:adjLst/>
          </dgm:shape>
          <dgm:presOf/>
          <dgm:constrLst/>
          <dgm:ruleLst/>
        </dgm:layoutNode>
        <dgm:layoutNode name="vProcSp" moveWith="bgRect">
          <dgm:alg type="lin">
            <dgm:param type="linDir" val="fromT"/>
          </dgm:alg>
          <dgm:shape xmlns:r="http://schemas.openxmlformats.org/officeDocument/2006/relationships" r:blip="">
            <dgm:adjLst/>
          </dgm:shape>
          <dgm:presOf/>
          <dgm:constrLst>
            <dgm:constr type="w" for="ch" forName="vSp1" refType="w"/>
            <dgm:constr type="w" for="ch" forName="simulatedConn" refType="w"/>
            <dgm:constr type="w" for="ch" forName="vSp2" refType="w"/>
          </dgm:constrLst>
          <dgm:ruleLst/>
          <dgm:layoutNode name="vSp1">
            <dgm:alg type="sp"/>
            <dgm:shape xmlns:r="http://schemas.openxmlformats.org/officeDocument/2006/relationships" r:blip="">
              <dgm:adjLst/>
            </dgm:shape>
            <dgm:presOf/>
            <dgm:constrLst/>
            <dgm:ruleLst/>
          </dgm:layoutNode>
          <dgm:layoutNode name="simulatedConn" styleLbl="solidFgAcc1">
            <dgm:alg type="sp"/>
            <dgm:choose name="Name15">
              <dgm:if name="Name16" func="var" arg="dir" op="equ" val="norm">
                <dgm:shape xmlns:r="http://schemas.openxmlformats.org/officeDocument/2006/relationships" rot="90" type="flowChartExtract" r:blip="">
                  <dgm:adjLst/>
                </dgm:shape>
              </dgm:if>
              <dgm:else name="Name17">
                <dgm:shape xmlns:r="http://schemas.openxmlformats.org/officeDocument/2006/relationships" rot="-90" type="flowChartExtract" r:blip="">
                  <dgm:adjLst/>
                </dgm:shape>
              </dgm:else>
            </dgm:choose>
            <dgm:presOf/>
            <dgm:constrLst/>
            <dgm:ruleLst/>
          </dgm:layoutNode>
          <dgm:layoutNode name="vSp2">
            <dgm:alg type="sp"/>
            <dgm:shape xmlns:r="http://schemas.openxmlformats.org/officeDocument/2006/relationships" r:blip="">
              <dgm:adjLst/>
            </dgm:shape>
            <dgm:presOf/>
            <dgm:constrLst/>
            <dgm:ruleLst/>
          </dgm:layoutNode>
        </dgm:layoutNode>
        <dgm:layoutNode name="sibTrans">
          <dgm:alg type="sp"/>
          <dgm:shape xmlns:r="http://schemas.openxmlformats.org/officeDocument/2006/relationships" r:blip="">
            <dgm:adjLst/>
          </dgm:shape>
          <dgm:presOf/>
          <dgm:constrLst/>
          <dgm:ruleLst/>
        </dgm:layoutNode>
      </dgm:forEach>
    </dgm:forEach>
  </dgm:layoutNode>
</dgm:layoutDef>
</file>

<file path=ppt/diagrams/layout8.xml><?xml version="1.0" encoding="utf-8"?>
<dgm:layoutDef xmlns:dgm="http://schemas.openxmlformats.org/drawingml/2006/diagram" xmlns:a="http://schemas.openxmlformats.org/drawingml/2006/main" uniqueId="urn:microsoft.com/office/officeart/2005/8/layout/hProcess6">
  <dgm:title val=""/>
  <dgm:desc val=""/>
  <dgm:catLst>
    <dgm:cat type="process" pri="7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 modelId="3">
          <dgm:prSet phldr="1"/>
        </dgm:pt>
        <dgm:pt modelId="31">
          <dgm:prSet phldr="1"/>
        </dgm:pt>
        <dgm:pt modelId="32">
          <dgm:prSet phldr="1"/>
        </dgm:pt>
      </dgm:ptLst>
      <dgm:cxnLst>
        <dgm:cxn modelId="4" srcId="0" destId="1" srcOrd="0" destOrd="0"/>
        <dgm:cxn modelId="5" srcId="0" destId="2" srcOrd="1" destOrd="0"/>
        <dgm:cxn modelId="13" srcId="1" destId="11" srcOrd="0" destOrd="0"/>
        <dgm:cxn modelId="14" srcId="1" destId="12" srcOrd="0" destOrd="0"/>
        <dgm:cxn modelId="23" srcId="2" destId="21" srcOrd="0" destOrd="0"/>
        <dgm:cxn modelId="24" srcId="2" destId="22" srcOrd="0" destOrd="0"/>
        <dgm:cxn modelId="33" srcId="3" destId="31" srcOrd="0" destOrd="0"/>
        <dgm:cxn modelId="34" srcId="3" destId="32" srcOrd="0" destOrd="0"/>
      </dgm:cxnLst>
      <dgm:bg/>
      <dgm:whole/>
    </dgm:dataModel>
  </dgm:sampData>
  <dgm:styleData>
    <dgm:dataModel>
      <dgm:ptLst>
        <dgm:pt modelId="0" type="doc"/>
        <dgm:pt modelId="1"/>
        <dgm:pt modelId="11"/>
        <dgm:pt modelId="2"/>
        <dgm:pt modelId="21"/>
      </dgm:ptLst>
      <dgm:cxnLst>
        <dgm:cxn modelId="4" srcId="0" destId="1" srcOrd="0" destOrd="0"/>
        <dgm:cxn modelId="5" srcId="0" destId="2" srcOrd="1" destOrd="0"/>
        <dgm:cxn modelId="13" srcId="1" destId="11" srcOrd="0" destOrd="0"/>
        <dgm:cxn modelId="23" srcId="2" destId="21" srcOrd="0" destOrd="0"/>
      </dgm:cxnLst>
      <dgm:bg/>
      <dgm:whole/>
    </dgm:dataModel>
  </dgm:styleData>
  <dgm:clrData>
    <dgm:dataModel>
      <dgm:ptLst>
        <dgm:pt modelId="0" type="doc"/>
        <dgm:pt modelId="1"/>
        <dgm:pt modelId="11"/>
        <dgm:pt modelId="2"/>
        <dgm:pt modelId="21"/>
        <dgm:pt modelId="3"/>
        <dgm:pt modelId="31"/>
        <dgm:pt modelId="4"/>
        <dgm:pt modelId="41"/>
      </dgm:ptLst>
      <dgm:cxnLst>
        <dgm:cxn modelId="5" srcId="0" destId="1" srcOrd="0" destOrd="0"/>
        <dgm:cxn modelId="6" srcId="0" destId="2" srcOrd="1" destOrd="0"/>
        <dgm:cxn modelId="7" srcId="0" destId="3" srcOrd="2" destOrd="0"/>
        <dgm:cxn modelId="8" srcId="0" destId="4" srcOrd="3" destOrd="0"/>
        <dgm:cxn modelId="13" srcId="1" destId="11" srcOrd="0" destOrd="0"/>
        <dgm:cxn modelId="23" srcId="2" destId="21" srcOrd="0" destOrd="0"/>
        <dgm:cxn modelId="33" srcId="3" destId="31" srcOrd="0" destOrd="0"/>
        <dgm:cxn modelId="43" srcId="4" destId="41" srcOrd="0" destOrd="0"/>
      </dgm:cxnLst>
      <dgm:bg/>
      <dgm:whole/>
    </dgm:dataModel>
  </dgm:clrData>
  <dgm:layoutNode name="theList">
    <dgm:varLst>
      <dgm:dir/>
      <dgm:animLvl val="lvl"/>
      <dgm:resizeHandles val="exact"/>
    </dgm:varLst>
    <dgm:choose name="Name0">
      <dgm:if name="Name1" func="var" arg="dir" op="equ" val="norm">
        <dgm:alg type="lin">
          <dgm:param type="linDir" val="fromL"/>
          <dgm:param type="nodeHorzAlign" val="l"/>
        </dgm:alg>
      </dgm:if>
      <dgm:else name="Name2">
        <dgm:alg type="lin">
          <dgm:param type="linDir" val="fromR"/>
          <dgm:param type="nodeHorzAlign" val="r"/>
        </dgm:alg>
      </dgm:else>
    </dgm:choose>
    <dgm:shape xmlns:r="http://schemas.openxmlformats.org/officeDocument/2006/relationships" r:blip="">
      <dgm:adjLst/>
    </dgm:shape>
    <dgm:presOf/>
    <dgm:constrLst>
      <dgm:constr type="w" for="ch" forName="compNode" refType="w"/>
      <dgm:constr type="h" for="ch" forName="compNode" refType="w" refFor="ch" refForName="compNode" fact="0.7"/>
      <dgm:constr type="ctrY" for="ch" forName="compNode" refType="h" fact="0.5"/>
      <dgm:constr type="w" for="ch" forName="aSpace" refType="w" fact="0.05"/>
      <dgm:constr type="primFontSz" for="des" forName="childTextHidden" op="equ" val="65"/>
      <dgm:constr type="primFontSz" for="des" forName="parentText" op="equ"/>
    </dgm:constrLst>
    <dgm:ruleLst/>
    <dgm:forEach name="aNodeForEach" axis="ch" ptType="node">
      <dgm:layoutNode name="compNode">
        <dgm:alg type="composite">
          <dgm:param type="ar" val="1.43"/>
        </dgm:alg>
        <dgm:shape xmlns:r="http://schemas.openxmlformats.org/officeDocument/2006/relationships" r:blip="">
          <dgm:adjLst/>
        </dgm:shape>
        <dgm:presOf/>
        <dgm:choose name="Name3">
          <dgm:if name="Name4" func="var" arg="dir" op="equ" val="norm">
            <dgm:constrLst>
              <dgm:constr type="w" for="ch" forName="childTextVisible" refType="w" fact="0.8"/>
              <dgm:constr type="h" for="ch" forName="childTextVisible" refType="h"/>
              <dgm:constr type="r" for="ch" forName="childTextVisible" refType="w"/>
              <dgm:constr type="w" for="ch" forName="childTextHidden" refType="w" fact="0.6"/>
              <dgm:constr type="h" for="ch" forName="childTextHidden" refType="h"/>
              <dgm:constr type="r" for="ch" forName="childTextHidden" refType="w"/>
              <dgm:constr type="l" for="ch" forName="parentText"/>
              <dgm:constr type="w" for="ch" forName="parentText" refType="w" fact="0.4"/>
              <dgm:constr type="h" for="ch" forName="parentText" refType="w" refFor="ch" refForName="parentText" op="equ"/>
              <dgm:constr type="ctrY" for="ch" forName="parentText" refType="h" fact="0.5"/>
            </dgm:constrLst>
          </dgm:if>
          <dgm:else name="Name5">
            <dgm:constrLst>
              <dgm:constr type="w" for="ch" forName="childTextVisible" refType="w" fact="0.8"/>
              <dgm:constr type="h" for="ch" forName="childTextVisible" refType="h"/>
              <dgm:constr type="l" for="ch" forName="childTextVisible"/>
              <dgm:constr type="w" for="ch" forName="childTextHidden" refType="w" fact="0.6"/>
              <dgm:constr type="h" for="ch" forName="childTextHidden" refType="h"/>
              <dgm:constr type="l" for="ch" forName="childTextHidden"/>
              <dgm:constr type="r" for="ch" forName="parentText" refType="w"/>
              <dgm:constr type="w" for="ch" forName="parentText" refType="w" fact="0.4"/>
              <dgm:constr type="h" for="ch" forName="parentText" refType="w" refFor="ch" refForName="parentText" op="equ"/>
              <dgm:constr type="ctrY" for="ch" forName="parentText" refType="h" fact="0.5"/>
            </dgm:constrLst>
          </dgm:else>
        </dgm:choose>
        <dgm:ruleLst/>
        <dgm:layoutNode name="noGeometry">
          <dgm:alg type="sp"/>
          <dgm:shape xmlns:r="http://schemas.openxmlformats.org/officeDocument/2006/relationships" r:blip="">
            <dgm:adjLst/>
          </dgm:shape>
          <dgm:presOf/>
          <dgm:constrLst/>
          <dgm:ruleLst/>
        </dgm:layoutNode>
        <dgm:layoutNode name="childTextVisible" styleLbl="bgAccFollowNode1">
          <dgm:varLst>
            <dgm:bulletEnabled val="1"/>
          </dgm:varLst>
          <dgm:alg type="sp"/>
          <dgm:choose name="Name6">
            <dgm:if name="Name7" func="var" arg="dir" op="equ" val="norm">
              <dgm:shape xmlns:r="http://schemas.openxmlformats.org/officeDocument/2006/relationships" type="rightArrow" r:blip="">
                <dgm:adjLst>
                  <dgm:adj idx="1" val="0.7"/>
                  <dgm:adj idx="2" val="0.5"/>
                </dgm:adjLst>
              </dgm:shape>
            </dgm:if>
            <dgm:else name="Name8">
              <dgm:shape xmlns:r="http://schemas.openxmlformats.org/officeDocument/2006/relationships" type="leftArrow" r:blip="">
                <dgm:adjLst>
                  <dgm:adj idx="1" val="0.7"/>
                  <dgm:adj idx="2" val="0.5"/>
                </dgm:adjLst>
              </dgm:shape>
            </dgm:else>
          </dgm:choose>
          <dgm:presOf axis="des" ptType="node"/>
          <dgm:constrLst/>
          <dgm:ruleLst/>
        </dgm:layoutNode>
        <dgm:layoutNode name="childTextHidden" styleLbl="bgAccFollowNode1">
          <dgm:choose name="Name9">
            <dgm:if name="Name10" axis="des followSib" ptType="node node" st="1 1" cnt="1 0" func="cnt" op="gte" val="1">
              <dgm:alg type="tx">
                <dgm:param type="stBulletLvl" val="1"/>
                <dgm:param type="txAnchorVertCh" val="mid"/>
              </dgm:alg>
            </dgm:if>
            <dgm:else name="Name11">
              <dgm:alg type="tx">
                <dgm:param type="stBulletLvl" val="2"/>
                <dgm:param type="txAnchorVertCh" val="mid"/>
              </dgm:alg>
            </dgm:else>
          </dgm:choose>
          <dgm:choose name="Name12">
            <dgm:if name="Name13" func="var" arg="dir" op="equ" val="norm">
              <dgm:shape xmlns:r="http://schemas.openxmlformats.org/officeDocument/2006/relationships" type="rightArrow" r:blip="" hideGeom="1">
                <dgm:adjLst>
                  <dgm:adj idx="1" val="0.7"/>
                  <dgm:adj idx="2" val="0.5"/>
                </dgm:adjLst>
              </dgm:shape>
            </dgm:if>
            <dgm:else name="Name14">
              <dgm:shape xmlns:r="http://schemas.openxmlformats.org/officeDocument/2006/relationships" type="leftArrow" r:blip="" hideGeom="1">
                <dgm:adjLst>
                  <dgm:adj idx="1" val="0.7"/>
                  <dgm:adj idx="2" val="0.5"/>
                </dgm:adjLst>
              </dgm:shape>
            </dgm:else>
          </dgm:choose>
          <dgm:presOf axis="des" ptType="node"/>
          <dgm:constrLst>
            <dgm:constr type="secFontSz" refType="primFontSz"/>
            <dgm:constr type="tMarg" refType="primFontSz" fact="0.05"/>
            <dgm:constr type="bMarg" refType="primFontSz" fact="0.05"/>
            <dgm:constr type="rMarg" refType="primFontSz" fact="0.1"/>
            <dgm:constr type="lMarg" refType="primFontSz" fact="0.2"/>
          </dgm:constrLst>
          <dgm:ruleLst>
            <dgm:rule type="primFontSz" val="5" fact="NaN" max="NaN"/>
          </dgm:ruleLst>
        </dgm:layoutNode>
        <dgm:layoutNode name="parentText" styleLbl="node1">
          <dgm:varLst>
            <dgm:chMax val="1"/>
            <dgm:bulletEnabled val="1"/>
          </dgm:varLst>
          <dgm:alg type="tx"/>
          <dgm:shape xmlns:r="http://schemas.openxmlformats.org/officeDocument/2006/relationships" type="ellipse" r:blip="">
            <dgm:adjLst/>
          </dgm:shape>
          <dgm:presOf axis="self"/>
          <dgm:constrLst>
            <dgm:constr type="primFontSz" val="65"/>
            <dgm:constr type="tMarg" refType="primFontSz" fact="0.05"/>
            <dgm:constr type="bMarg" refType="primFontSz" fact="0.05"/>
            <dgm:constr type="lMarg" refType="primFontSz" fact="0.05"/>
            <dgm:constr type="rMarg" refType="primFontSz" fact="0.05"/>
          </dgm:constrLst>
          <dgm:ruleLst>
            <dgm:rule type="primFontSz" val="5" fact="NaN" max="NaN"/>
          </dgm:ruleLst>
        </dgm:layoutNode>
      </dgm:layoutNode>
      <dgm:choose name="Name15">
        <dgm:if name="Name16" axis="self" ptType="node" func="revPos" op="gte" val="2">
          <dgm:layoutNode name="aSpace">
            <dgm:alg type="sp"/>
            <dgm:shape xmlns:r="http://schemas.openxmlformats.org/officeDocument/2006/relationships" r:blip="">
              <dgm:adjLst/>
            </dgm:shape>
            <dgm:presOf/>
            <dgm:constrLst/>
            <dgm:ruleLst/>
          </dgm:layoutNode>
        </dgm:if>
        <dgm:else name="Name17"/>
      </dgm:choose>
    </dgm:forEach>
  </dgm:layoutNode>
</dgm:layoutDef>
</file>

<file path=ppt/diagrams/layout9.xml><?xml version="1.0" encoding="utf-8"?>
<dgm:layoutDef xmlns:dgm="http://schemas.openxmlformats.org/drawingml/2006/diagram" xmlns:a="http://schemas.openxmlformats.org/drawingml/2006/main" uniqueId="urn:microsoft.com/office/officeart/2005/8/layout/hProcess7">
  <dgm:title val=""/>
  <dgm:desc val=""/>
  <dgm:catLst>
    <dgm:cat type="process" pri="21000"/>
    <dgm:cat type="list" pri="9000"/>
  </dgm:catLst>
  <dgm:sampData>
    <dgm:dataModel>
      <dgm:ptLst>
        <dgm:pt modelId="0" type="doc"/>
        <dgm:pt modelId="1">
          <dgm:prSet phldr="1"/>
        </dgm:pt>
        <dgm:pt modelId="11">
          <dgm:prSet phldr="1"/>
        </dgm:pt>
        <dgm:pt modelId="2">
          <dgm:prSet phldr="1"/>
        </dgm:pt>
        <dgm:pt modelId="21">
          <dgm:prSet phldr="1"/>
        </dgm:pt>
        <dgm:pt modelId="3">
          <dgm:prSet phldr="1"/>
        </dgm:pt>
        <dgm:pt modelId="31">
          <dgm:prSet phldr="1"/>
        </dgm:pt>
      </dgm:ptLst>
      <dgm:cxnLst>
        <dgm:cxn modelId="4" srcId="0" destId="1" srcOrd="0" destOrd="0"/>
        <dgm:cxn modelId="5" srcId="0" destId="2" srcOrd="1" destOrd="0"/>
        <dgm:cxn modelId="6" srcId="0" destId="3" srcOrd="2" destOrd="0"/>
        <dgm:cxn modelId="13" srcId="1" destId="11" srcOrd="0" destOrd="0"/>
        <dgm:cxn modelId="23" srcId="2" destId="21" srcOrd="0" destOrd="0"/>
        <dgm:cxn modelId="33" srcId="3" destId="31" srcOrd="0" destOrd="0"/>
      </dgm:cxnLst>
      <dgm:bg/>
      <dgm:whole/>
    </dgm:dataModel>
  </dgm:sampData>
  <dgm:styleData>
    <dgm:dataModel>
      <dgm:ptLst>
        <dgm:pt modelId="0" type="doc"/>
        <dgm:pt modelId="1"/>
        <dgm:pt modelId="11"/>
        <dgm:pt modelId="2"/>
        <dgm:pt modelId="21"/>
      </dgm:ptLst>
      <dgm:cxnLst>
        <dgm:cxn modelId="4" srcId="0" destId="1" srcOrd="0" destOrd="0"/>
        <dgm:cxn modelId="5" srcId="0" destId="2" srcOrd="1" destOrd="0"/>
        <dgm:cxn modelId="13" srcId="1" destId="11" srcOrd="0" destOrd="0"/>
        <dgm:cxn modelId="23" srcId="2" destId="21" srcOrd="0" destOrd="0"/>
      </dgm:cxnLst>
      <dgm:bg/>
      <dgm:whole/>
    </dgm:dataModel>
  </dgm:styleData>
  <dgm:clrData>
    <dgm:dataModel>
      <dgm:ptLst>
        <dgm:pt modelId="0" type="doc"/>
        <dgm:pt modelId="1"/>
        <dgm:pt modelId="11"/>
        <dgm:pt modelId="2"/>
        <dgm:pt modelId="21"/>
        <dgm:pt modelId="3"/>
        <dgm:pt modelId="31"/>
        <dgm:pt modelId="4"/>
        <dgm:pt modelId="41"/>
      </dgm:ptLst>
      <dgm:cxnLst>
        <dgm:cxn modelId="5" srcId="0" destId="1" srcOrd="0" destOrd="0"/>
        <dgm:cxn modelId="6" srcId="0" destId="2" srcOrd="1" destOrd="0"/>
        <dgm:cxn modelId="7" srcId="0" destId="3" srcOrd="2" destOrd="0"/>
        <dgm:cxn modelId="8" srcId="0" destId="4" srcOrd="3" destOrd="0"/>
        <dgm:cxn modelId="13" srcId="1" destId="11" srcOrd="0" destOrd="0"/>
        <dgm:cxn modelId="23" srcId="2" destId="21" srcOrd="0" destOrd="0"/>
        <dgm:cxn modelId="33" srcId="3" destId="31" srcOrd="0" destOrd="0"/>
        <dgm:cxn modelId="43" srcId="4" destId="41" srcOrd="0" destOrd="0"/>
      </dgm:cxnLst>
      <dgm:bg/>
      <dgm:whole/>
    </dgm:dataModel>
  </dgm:clrData>
  <dgm:layoutNode name="Name0">
    <dgm:varLst>
      <dgm:dir/>
      <dgm:animLvl val="lvl"/>
      <dgm:resizeHandles val="exact"/>
    </dgm:varLst>
    <dgm:choose name="Name1">
      <dgm:if name="Name2" func="var" arg="dir" op="equ" val="norm">
        <dgm:alg type="lin">
          <dgm:param type="linDir" val="fromL"/>
          <dgm:param type="nodeVertAlign" val="t"/>
        </dgm:alg>
      </dgm:if>
      <dgm:else name="Name3">
        <dgm:alg type="lin">
          <dgm:param type="linDir" val="fromR"/>
          <dgm:param type="nodeVertAlign" val="t"/>
        </dgm:alg>
      </dgm:else>
    </dgm:choose>
    <dgm:shape xmlns:r="http://schemas.openxmlformats.org/officeDocument/2006/relationships" r:blip="">
      <dgm:adjLst/>
    </dgm:shape>
    <dgm:presOf/>
    <dgm:constrLst>
      <dgm:constr type="h" for="ch" forName="compositeNode" refType="h"/>
      <dgm:constr type="w" for="ch" forName="compositeNode" refType="w"/>
      <dgm:constr type="w" for="ch" forName="hSp" refType="w" refFor="ch" refForName="compositeNode" fact="-0.035"/>
      <dgm:constr type="w" for="des" forName="simulatedConn" refType="w" refFor="ch" refForName="compositeNode" fact="0.15"/>
      <dgm:constr type="h" for="des" forName="simulatedConn" refType="w" refFor="des" refForName="simulatedConn"/>
      <dgm:constr type="h" for="des" forName="vSp1" refType="w" refFor="ch" refForName="compositeNode" fact="0.8"/>
      <dgm:constr type="h" for="des" forName="vSp2" refType="w" refFor="ch" refForName="compositeNode" fact="0.07"/>
      <dgm:constr type="w" for="ch" forName="vProcSp" refType="w" refFor="des" refForName="simulatedConn" op="equ"/>
      <dgm:constr type="h" for="ch" forName="vProcSp" refType="h" refFor="ch" refForName="compositeNode" op="equ"/>
      <dgm:constr type="w" for="ch" forName="sibTrans" refType="w" refFor="ch" refForName="compositeNode" fact="-0.08"/>
      <dgm:constr type="primFontSz" for="des" forName="parentNode" op="equ"/>
      <dgm:constr type="primFontSz" for="des" forName="childNode" op="equ"/>
    </dgm:constrLst>
    <dgm:ruleLst/>
    <dgm:forEach name="Name4" axis="ch" ptType="node">
      <dgm:layoutNode name="compositeNode">
        <dgm:varLst>
          <dgm:bulletEnabled val="1"/>
        </dgm:varLst>
        <dgm:alg type="composite"/>
        <dgm:choose name="Name5">
          <dgm:if name="Name6" func="var" arg="dir" op="equ" val="norm">
            <dgm:constrLst>
              <dgm:constr type="h" refType="w" op="lte" fact="1.2"/>
              <dgm:constr type="w" for="ch" forName="bgRect" refType="w"/>
              <dgm:constr type="h" for="ch" forName="bgRect" refType="h"/>
              <dgm:constr type="t" for="ch" forName="bgRect"/>
              <dgm:constr type="l" for="ch" forName="bgRect"/>
              <dgm:constr type="w" for="ch" forName="parentNode" refType="w" refFor="ch" refForName="bgRect" fact="0.2"/>
              <dgm:constr type="h" for="ch" forName="parentNode" refType="h" fact="0.82"/>
              <dgm:constr type="t" for="ch" forName="parentNode"/>
              <dgm:constr type="l" for="ch" forName="parentNode"/>
              <dgm:constr type="r" for="ch" forName="childNode" refType="r" refFor="ch" refForName="bgRect" fact="0.945"/>
              <dgm:constr type="h" for="ch" forName="childNode" refType="h" refFor="ch" refForName="bgRect" op="equ"/>
              <dgm:constr type="t" for="ch" forName="childNode"/>
              <dgm:constr type="l" for="ch" forName="childNode" refType="r" refFor="ch" refForName="parentNode"/>
            </dgm:constrLst>
          </dgm:if>
          <dgm:else name="Name7">
            <dgm:constrLst>
              <dgm:constr type="h" refType="w" op="lte" fact="1.2"/>
              <dgm:constr type="w" for="ch" forName="bgRect" refType="w"/>
              <dgm:constr type="h" for="ch" forName="bgRect" refType="h"/>
              <dgm:constr type="t" for="ch" forName="bgRect"/>
              <dgm:constr type="r" for="ch" forName="bgRect" refType="w"/>
              <dgm:constr type="w" for="ch" forName="parentNode" refType="w" refFor="ch" refForName="bgRect" fact="0.2"/>
              <dgm:constr type="h" for="ch" forName="parentNode" refType="h" fact="0.82"/>
              <dgm:constr type="t" for="ch" forName="parentNode"/>
              <dgm:constr type="r" for="ch" forName="parentNode" refType="w"/>
              <dgm:constr type="h" for="ch" forName="childNode" refType="h" refFor="ch" refForName="bgRect"/>
              <dgm:constr type="t" for="ch" forName="childNode"/>
              <dgm:constr type="r" for="ch" forName="childNode" refType="l" refFor="ch" refForName="parentNode"/>
              <dgm:constr type="l" for="ch" forName="childNode" refType="w" refFor="ch" refForName="bgRect" fact="0.055"/>
            </dgm:constrLst>
          </dgm:else>
        </dgm:choose>
        <dgm:ruleLst>
          <dgm:rule type="w" for="ch" forName="childNode" val="NaN" fact="NaN" max="30"/>
        </dgm:ruleLst>
        <dgm:layoutNode name="bgRect" styleLbl="node1">
          <dgm:alg type="sp"/>
          <dgm:shape xmlns:r="http://schemas.openxmlformats.org/officeDocument/2006/relationships" type="roundRect" r:blip="" zOrderOff="-1">
            <dgm:adjLst>
              <dgm:adj idx="1" val="0.05"/>
            </dgm:adjLst>
          </dgm:shape>
          <dgm:presOf axis="self"/>
          <dgm:constrLst/>
          <dgm:ruleLst/>
        </dgm:layoutNode>
        <dgm:layoutNode name="parentNode" styleLbl="node1">
          <dgm:varLst>
            <dgm:chMax val="0"/>
            <dgm:bulletEnabled val="1"/>
          </dgm:varLst>
          <dgm:presOf axis="self"/>
          <dgm:choose name="Name8">
            <dgm:if name="Name9" func="var" arg="dir" op="equ" val="norm">
              <dgm:alg type="tx">
                <dgm:param type="autoTxRot" val="grav"/>
                <dgm:param type="txAnchorVert" val="t"/>
                <dgm:param type="parTxLTRAlign" val="r"/>
                <dgm:param type="parTxRTLAlign" val="r"/>
              </dgm:alg>
              <dgm:shape xmlns:r="http://schemas.openxmlformats.org/officeDocument/2006/relationships" rot="270" type="rect" r:blip="" hideGeom="1">
                <dgm:adjLst/>
              </dgm:shape>
              <dgm:constrLst>
                <dgm:constr type="primFontSz" val="65"/>
                <dgm:constr type="lMarg"/>
                <dgm:constr type="rMarg" refType="primFontSz" fact="0.35"/>
                <dgm:constr type="tMarg" refType="primFontSz" fact="0.27"/>
                <dgm:constr type="bMarg"/>
              </dgm:constrLst>
            </dgm:if>
            <dgm:else name="Name10">
              <dgm:alg type="tx">
                <dgm:param type="autoTxRot" val="grav"/>
                <dgm:param type="txAnchorVert" val="t"/>
                <dgm:param type="parTxLTRAlign" val="l"/>
                <dgm:param type="parTxRTLAlign" val="l"/>
              </dgm:alg>
              <dgm:shape xmlns:r="http://schemas.openxmlformats.org/officeDocument/2006/relationships" rot="90" type="rect" r:blip="" hideGeom="1">
                <dgm:adjLst/>
              </dgm:shape>
              <dgm:constrLst>
                <dgm:constr type="primFontSz" val="65"/>
                <dgm:constr type="lMarg" refType="primFontSz" fact="0.35"/>
                <dgm:constr type="rMarg"/>
                <dgm:constr type="tMarg" refType="primFontSz" fact="0.27"/>
                <dgm:constr type="bMarg"/>
              </dgm:constrLst>
            </dgm:else>
          </dgm:choose>
          <dgm:ruleLst>
            <dgm:rule type="primFontSz" val="5" fact="NaN" max="NaN"/>
          </dgm:ruleLst>
        </dgm:layoutNode>
        <dgm:choose name="Name11">
          <dgm:if name="Name12" axis="ch" ptType="node" func="cnt" op="gte" val="1">
            <dgm:layoutNode name="childNode" styleLbl="node1" moveWith="bgRect">
              <dgm:varLst>
                <dgm:bulletEnabled val="1"/>
              </dgm:varLst>
              <dgm:alg type="tx">
                <dgm:param type="parTxLTRAlign" val="l"/>
                <dgm:param type="parTxRTLAlign" val="r"/>
                <dgm:param type="txAnchorVert" val="t"/>
              </dgm:alg>
              <dgm:shape xmlns:r="http://schemas.openxmlformats.org/officeDocument/2006/relationships" type="rect" r:blip="" hideGeom="1">
                <dgm:adjLst/>
              </dgm:shape>
              <dgm:presOf axis="des" ptType="node"/>
              <dgm:constrLst>
                <dgm:constr type="primFontSz" val="65"/>
                <dgm:constr type="lMarg"/>
                <dgm:constr type="bMarg"/>
                <dgm:constr type="tMarg" refType="primFontSz" fact="0.27"/>
                <dgm:constr type="rMarg"/>
              </dgm:constrLst>
              <dgm:ruleLst>
                <dgm:rule type="primFontSz" val="5" fact="NaN" max="NaN"/>
              </dgm:ruleLst>
            </dgm:layoutNode>
          </dgm:if>
          <dgm:else name="Name13"/>
        </dgm:choose>
      </dgm:layoutNode>
      <dgm:forEach name="Name14" axis="followSib" ptType="sibTrans" cnt="1">
        <dgm:layoutNode name="hSp">
          <dgm:alg type="sp"/>
          <dgm:shape xmlns:r="http://schemas.openxmlformats.org/officeDocument/2006/relationships" r:blip="">
            <dgm:adjLst/>
          </dgm:shape>
          <dgm:presOf/>
          <dgm:constrLst/>
          <dgm:ruleLst/>
        </dgm:layoutNode>
        <dgm:layoutNode name="vProcSp" moveWith="bgRect">
          <dgm:alg type="lin">
            <dgm:param type="linDir" val="fromT"/>
          </dgm:alg>
          <dgm:shape xmlns:r="http://schemas.openxmlformats.org/officeDocument/2006/relationships" r:blip="">
            <dgm:adjLst/>
          </dgm:shape>
          <dgm:presOf/>
          <dgm:constrLst>
            <dgm:constr type="w" for="ch" forName="vSp1" refType="w"/>
            <dgm:constr type="w" for="ch" forName="simulatedConn" refType="w"/>
            <dgm:constr type="w" for="ch" forName="vSp2" refType="w"/>
          </dgm:constrLst>
          <dgm:ruleLst/>
          <dgm:layoutNode name="vSp1">
            <dgm:alg type="sp"/>
            <dgm:shape xmlns:r="http://schemas.openxmlformats.org/officeDocument/2006/relationships" r:blip="">
              <dgm:adjLst/>
            </dgm:shape>
            <dgm:presOf/>
            <dgm:constrLst/>
            <dgm:ruleLst/>
          </dgm:layoutNode>
          <dgm:layoutNode name="simulatedConn" styleLbl="solidFgAcc1">
            <dgm:alg type="sp"/>
            <dgm:choose name="Name15">
              <dgm:if name="Name16" func="var" arg="dir" op="equ" val="norm">
                <dgm:shape xmlns:r="http://schemas.openxmlformats.org/officeDocument/2006/relationships" rot="90" type="flowChartExtract" r:blip="">
                  <dgm:adjLst/>
                </dgm:shape>
              </dgm:if>
              <dgm:else name="Name17">
                <dgm:shape xmlns:r="http://schemas.openxmlformats.org/officeDocument/2006/relationships" rot="-90" type="flowChartExtract" r:blip="">
                  <dgm:adjLst/>
                </dgm:shape>
              </dgm:else>
            </dgm:choose>
            <dgm:presOf/>
            <dgm:constrLst/>
            <dgm:ruleLst/>
          </dgm:layoutNode>
          <dgm:layoutNode name="vSp2">
            <dgm:alg type="sp"/>
            <dgm:shape xmlns:r="http://schemas.openxmlformats.org/officeDocument/2006/relationships" r:blip="">
              <dgm:adjLst/>
            </dgm:shape>
            <dgm:presOf/>
            <dgm:constrLst/>
            <dgm:ruleLst/>
          </dgm:layoutNode>
        </dgm:layoutNode>
        <dgm:layoutNode name="sibTrans">
          <dgm:alg type="sp"/>
          <dgm:shape xmlns:r="http://schemas.openxmlformats.org/officeDocument/2006/relationships" r:blip="">
            <dgm:adjLst/>
          </dgm:shape>
          <dgm:presOf/>
          <dgm:constrLst/>
          <dgm:ruleLst/>
        </dgm:layoutNode>
      </dgm:forEach>
    </dgm:forEach>
  </dgm:layoutNode>
</dgm:layoutDef>
</file>

<file path=ppt/diagrams/layout10.xml><?xml version="1.0" encoding="utf-8"?>
<dgm:layoutDef xmlns:dgm="http://schemas.openxmlformats.org/drawingml/2006/diagram" xmlns:a="http://schemas.openxmlformats.org/drawingml/2006/main" uniqueId="urn:microsoft.com/office/officeart/2005/8/layout/hProcess7">
  <dgm:title val=""/>
  <dgm:desc val=""/>
  <dgm:catLst>
    <dgm:cat type="process" pri="21000"/>
    <dgm:cat type="list" pri="9000"/>
  </dgm:catLst>
  <dgm:sampData>
    <dgm:dataModel>
      <dgm:ptLst>
        <dgm:pt modelId="0" type="doc"/>
        <dgm:pt modelId="1">
          <dgm:prSet phldr="1"/>
        </dgm:pt>
        <dgm:pt modelId="11">
          <dgm:prSet phldr="1"/>
        </dgm:pt>
        <dgm:pt modelId="2">
          <dgm:prSet phldr="1"/>
        </dgm:pt>
        <dgm:pt modelId="21">
          <dgm:prSet phldr="1"/>
        </dgm:pt>
        <dgm:pt modelId="3">
          <dgm:prSet phldr="1"/>
        </dgm:pt>
        <dgm:pt modelId="31">
          <dgm:prSet phldr="1"/>
        </dgm:pt>
      </dgm:ptLst>
      <dgm:cxnLst>
        <dgm:cxn modelId="4" srcId="0" destId="1" srcOrd="0" destOrd="0"/>
        <dgm:cxn modelId="5" srcId="0" destId="2" srcOrd="1" destOrd="0"/>
        <dgm:cxn modelId="6" srcId="0" destId="3" srcOrd="2" destOrd="0"/>
        <dgm:cxn modelId="13" srcId="1" destId="11" srcOrd="0" destOrd="0"/>
        <dgm:cxn modelId="23" srcId="2" destId="21" srcOrd="0" destOrd="0"/>
        <dgm:cxn modelId="33" srcId="3" destId="31" srcOrd="0" destOrd="0"/>
      </dgm:cxnLst>
      <dgm:bg/>
      <dgm:whole/>
    </dgm:dataModel>
  </dgm:sampData>
  <dgm:styleData>
    <dgm:dataModel>
      <dgm:ptLst>
        <dgm:pt modelId="0" type="doc"/>
        <dgm:pt modelId="1"/>
        <dgm:pt modelId="11"/>
        <dgm:pt modelId="2"/>
        <dgm:pt modelId="21"/>
      </dgm:ptLst>
      <dgm:cxnLst>
        <dgm:cxn modelId="4" srcId="0" destId="1" srcOrd="0" destOrd="0"/>
        <dgm:cxn modelId="5" srcId="0" destId="2" srcOrd="1" destOrd="0"/>
        <dgm:cxn modelId="13" srcId="1" destId="11" srcOrd="0" destOrd="0"/>
        <dgm:cxn modelId="23" srcId="2" destId="21" srcOrd="0" destOrd="0"/>
      </dgm:cxnLst>
      <dgm:bg/>
      <dgm:whole/>
    </dgm:dataModel>
  </dgm:styleData>
  <dgm:clrData>
    <dgm:dataModel>
      <dgm:ptLst>
        <dgm:pt modelId="0" type="doc"/>
        <dgm:pt modelId="1"/>
        <dgm:pt modelId="11"/>
        <dgm:pt modelId="2"/>
        <dgm:pt modelId="21"/>
        <dgm:pt modelId="3"/>
        <dgm:pt modelId="31"/>
        <dgm:pt modelId="4"/>
        <dgm:pt modelId="41"/>
      </dgm:ptLst>
      <dgm:cxnLst>
        <dgm:cxn modelId="5" srcId="0" destId="1" srcOrd="0" destOrd="0"/>
        <dgm:cxn modelId="6" srcId="0" destId="2" srcOrd="1" destOrd="0"/>
        <dgm:cxn modelId="7" srcId="0" destId="3" srcOrd="2" destOrd="0"/>
        <dgm:cxn modelId="8" srcId="0" destId="4" srcOrd="3" destOrd="0"/>
        <dgm:cxn modelId="13" srcId="1" destId="11" srcOrd="0" destOrd="0"/>
        <dgm:cxn modelId="23" srcId="2" destId="21" srcOrd="0" destOrd="0"/>
        <dgm:cxn modelId="33" srcId="3" destId="31" srcOrd="0" destOrd="0"/>
        <dgm:cxn modelId="43" srcId="4" destId="41" srcOrd="0" destOrd="0"/>
      </dgm:cxnLst>
      <dgm:bg/>
      <dgm:whole/>
    </dgm:dataModel>
  </dgm:clrData>
  <dgm:layoutNode name="Name0">
    <dgm:varLst>
      <dgm:dir/>
      <dgm:animLvl val="lvl"/>
      <dgm:resizeHandles val="exact"/>
    </dgm:varLst>
    <dgm:choose name="Name1">
      <dgm:if name="Name2" func="var" arg="dir" op="equ" val="norm">
        <dgm:alg type="lin">
          <dgm:param type="linDir" val="fromL"/>
          <dgm:param type="nodeVertAlign" val="t"/>
        </dgm:alg>
      </dgm:if>
      <dgm:else name="Name3">
        <dgm:alg type="lin">
          <dgm:param type="linDir" val="fromR"/>
          <dgm:param type="nodeVertAlign" val="t"/>
        </dgm:alg>
      </dgm:else>
    </dgm:choose>
    <dgm:shape xmlns:r="http://schemas.openxmlformats.org/officeDocument/2006/relationships" r:blip="">
      <dgm:adjLst/>
    </dgm:shape>
    <dgm:presOf/>
    <dgm:constrLst>
      <dgm:constr type="h" for="ch" forName="compositeNode" refType="h"/>
      <dgm:constr type="w" for="ch" forName="compositeNode" refType="w"/>
      <dgm:constr type="w" for="ch" forName="hSp" refType="w" refFor="ch" refForName="compositeNode" fact="-0.035"/>
      <dgm:constr type="w" for="des" forName="simulatedConn" refType="w" refFor="ch" refForName="compositeNode" fact="0.15"/>
      <dgm:constr type="h" for="des" forName="simulatedConn" refType="w" refFor="des" refForName="simulatedConn"/>
      <dgm:constr type="h" for="des" forName="vSp1" refType="w" refFor="ch" refForName="compositeNode" fact="0.8"/>
      <dgm:constr type="h" for="des" forName="vSp2" refType="w" refFor="ch" refForName="compositeNode" fact="0.07"/>
      <dgm:constr type="w" for="ch" forName="vProcSp" refType="w" refFor="des" refForName="simulatedConn" op="equ"/>
      <dgm:constr type="h" for="ch" forName="vProcSp" refType="h" refFor="ch" refForName="compositeNode" op="equ"/>
      <dgm:constr type="w" for="ch" forName="sibTrans" refType="w" refFor="ch" refForName="compositeNode" fact="-0.08"/>
      <dgm:constr type="primFontSz" for="des" forName="parentNode" op="equ"/>
      <dgm:constr type="primFontSz" for="des" forName="childNode" op="equ"/>
    </dgm:constrLst>
    <dgm:ruleLst/>
    <dgm:forEach name="Name4" axis="ch" ptType="node">
      <dgm:layoutNode name="compositeNode">
        <dgm:varLst>
          <dgm:bulletEnabled val="1"/>
        </dgm:varLst>
        <dgm:alg type="composite"/>
        <dgm:choose name="Name5">
          <dgm:if name="Name6" func="var" arg="dir" op="equ" val="norm">
            <dgm:constrLst>
              <dgm:constr type="h" refType="w" op="lte" fact="1.2"/>
              <dgm:constr type="w" for="ch" forName="bgRect" refType="w"/>
              <dgm:constr type="h" for="ch" forName="bgRect" refType="h"/>
              <dgm:constr type="t" for="ch" forName="bgRect"/>
              <dgm:constr type="l" for="ch" forName="bgRect"/>
              <dgm:constr type="w" for="ch" forName="parentNode" refType="w" refFor="ch" refForName="bgRect" fact="0.2"/>
              <dgm:constr type="h" for="ch" forName="parentNode" refType="h" fact="0.82"/>
              <dgm:constr type="t" for="ch" forName="parentNode"/>
              <dgm:constr type="l" for="ch" forName="parentNode"/>
              <dgm:constr type="r" for="ch" forName="childNode" refType="r" refFor="ch" refForName="bgRect" fact="0.945"/>
              <dgm:constr type="h" for="ch" forName="childNode" refType="h" refFor="ch" refForName="bgRect" op="equ"/>
              <dgm:constr type="t" for="ch" forName="childNode"/>
              <dgm:constr type="l" for="ch" forName="childNode" refType="r" refFor="ch" refForName="parentNode"/>
            </dgm:constrLst>
          </dgm:if>
          <dgm:else name="Name7">
            <dgm:constrLst>
              <dgm:constr type="h" refType="w" op="lte" fact="1.2"/>
              <dgm:constr type="w" for="ch" forName="bgRect" refType="w"/>
              <dgm:constr type="h" for="ch" forName="bgRect" refType="h"/>
              <dgm:constr type="t" for="ch" forName="bgRect"/>
              <dgm:constr type="r" for="ch" forName="bgRect" refType="w"/>
              <dgm:constr type="w" for="ch" forName="parentNode" refType="w" refFor="ch" refForName="bgRect" fact="0.2"/>
              <dgm:constr type="h" for="ch" forName="parentNode" refType="h" fact="0.82"/>
              <dgm:constr type="t" for="ch" forName="parentNode"/>
              <dgm:constr type="r" for="ch" forName="parentNode" refType="w"/>
              <dgm:constr type="h" for="ch" forName="childNode" refType="h" refFor="ch" refForName="bgRect"/>
              <dgm:constr type="t" for="ch" forName="childNode"/>
              <dgm:constr type="r" for="ch" forName="childNode" refType="l" refFor="ch" refForName="parentNode"/>
              <dgm:constr type="l" for="ch" forName="childNode" refType="w" refFor="ch" refForName="bgRect" fact="0.055"/>
            </dgm:constrLst>
          </dgm:else>
        </dgm:choose>
        <dgm:ruleLst>
          <dgm:rule type="w" for="ch" forName="childNode" val="NaN" fact="NaN" max="30"/>
        </dgm:ruleLst>
        <dgm:layoutNode name="bgRect" styleLbl="node1">
          <dgm:alg type="sp"/>
          <dgm:shape xmlns:r="http://schemas.openxmlformats.org/officeDocument/2006/relationships" type="roundRect" r:blip="" zOrderOff="-1">
            <dgm:adjLst>
              <dgm:adj idx="1" val="0.05"/>
            </dgm:adjLst>
          </dgm:shape>
          <dgm:presOf axis="self"/>
          <dgm:constrLst/>
          <dgm:ruleLst/>
        </dgm:layoutNode>
        <dgm:layoutNode name="parentNode" styleLbl="node1">
          <dgm:varLst>
            <dgm:chMax val="0"/>
            <dgm:bulletEnabled val="1"/>
          </dgm:varLst>
          <dgm:presOf axis="self"/>
          <dgm:choose name="Name8">
            <dgm:if name="Name9" func="var" arg="dir" op="equ" val="norm">
              <dgm:alg type="tx">
                <dgm:param type="autoTxRot" val="grav"/>
                <dgm:param type="txAnchorVert" val="t"/>
                <dgm:param type="parTxLTRAlign" val="r"/>
                <dgm:param type="parTxRTLAlign" val="r"/>
              </dgm:alg>
              <dgm:shape xmlns:r="http://schemas.openxmlformats.org/officeDocument/2006/relationships" rot="270" type="rect" r:blip="" hideGeom="1">
                <dgm:adjLst/>
              </dgm:shape>
              <dgm:constrLst>
                <dgm:constr type="primFontSz" val="65"/>
                <dgm:constr type="lMarg"/>
                <dgm:constr type="rMarg" refType="primFontSz" fact="0.35"/>
                <dgm:constr type="tMarg" refType="primFontSz" fact="0.27"/>
                <dgm:constr type="bMarg"/>
              </dgm:constrLst>
            </dgm:if>
            <dgm:else name="Name10">
              <dgm:alg type="tx">
                <dgm:param type="autoTxRot" val="grav"/>
                <dgm:param type="txAnchorVert" val="t"/>
                <dgm:param type="parTxLTRAlign" val="l"/>
                <dgm:param type="parTxRTLAlign" val="l"/>
              </dgm:alg>
              <dgm:shape xmlns:r="http://schemas.openxmlformats.org/officeDocument/2006/relationships" rot="90" type="rect" r:blip="" hideGeom="1">
                <dgm:adjLst/>
              </dgm:shape>
              <dgm:constrLst>
                <dgm:constr type="primFontSz" val="65"/>
                <dgm:constr type="lMarg" refType="primFontSz" fact="0.35"/>
                <dgm:constr type="rMarg"/>
                <dgm:constr type="tMarg" refType="primFontSz" fact="0.27"/>
                <dgm:constr type="bMarg"/>
              </dgm:constrLst>
            </dgm:else>
          </dgm:choose>
          <dgm:ruleLst>
            <dgm:rule type="primFontSz" val="5" fact="NaN" max="NaN"/>
          </dgm:ruleLst>
        </dgm:layoutNode>
        <dgm:choose name="Name11">
          <dgm:if name="Name12" axis="ch" ptType="node" func="cnt" op="gte" val="1">
            <dgm:layoutNode name="childNode" styleLbl="node1" moveWith="bgRect">
              <dgm:varLst>
                <dgm:bulletEnabled val="1"/>
              </dgm:varLst>
              <dgm:alg type="tx">
                <dgm:param type="parTxLTRAlign" val="l"/>
                <dgm:param type="parTxRTLAlign" val="r"/>
                <dgm:param type="txAnchorVert" val="t"/>
              </dgm:alg>
              <dgm:shape xmlns:r="http://schemas.openxmlformats.org/officeDocument/2006/relationships" type="rect" r:blip="" hideGeom="1">
                <dgm:adjLst/>
              </dgm:shape>
              <dgm:presOf axis="des" ptType="node"/>
              <dgm:constrLst>
                <dgm:constr type="primFontSz" val="65"/>
                <dgm:constr type="lMarg"/>
                <dgm:constr type="bMarg"/>
                <dgm:constr type="tMarg" refType="primFontSz" fact="0.27"/>
                <dgm:constr type="rMarg"/>
              </dgm:constrLst>
              <dgm:ruleLst>
                <dgm:rule type="primFontSz" val="5" fact="NaN" max="NaN"/>
              </dgm:ruleLst>
            </dgm:layoutNode>
          </dgm:if>
          <dgm:else name="Name13"/>
        </dgm:choose>
      </dgm:layoutNode>
      <dgm:forEach name="Name14" axis="followSib" ptType="sibTrans" cnt="1">
        <dgm:layoutNode name="hSp">
          <dgm:alg type="sp"/>
          <dgm:shape xmlns:r="http://schemas.openxmlformats.org/officeDocument/2006/relationships" r:blip="">
            <dgm:adjLst/>
          </dgm:shape>
          <dgm:presOf/>
          <dgm:constrLst/>
          <dgm:ruleLst/>
        </dgm:layoutNode>
        <dgm:layoutNode name="vProcSp" moveWith="bgRect">
          <dgm:alg type="lin">
            <dgm:param type="linDir" val="fromT"/>
          </dgm:alg>
          <dgm:shape xmlns:r="http://schemas.openxmlformats.org/officeDocument/2006/relationships" r:blip="">
            <dgm:adjLst/>
          </dgm:shape>
          <dgm:presOf/>
          <dgm:constrLst>
            <dgm:constr type="w" for="ch" forName="vSp1" refType="w"/>
            <dgm:constr type="w" for="ch" forName="simulatedConn" refType="w"/>
            <dgm:constr type="w" for="ch" forName="vSp2" refType="w"/>
          </dgm:constrLst>
          <dgm:ruleLst/>
          <dgm:layoutNode name="vSp1">
            <dgm:alg type="sp"/>
            <dgm:shape xmlns:r="http://schemas.openxmlformats.org/officeDocument/2006/relationships" r:blip="">
              <dgm:adjLst/>
            </dgm:shape>
            <dgm:presOf/>
            <dgm:constrLst/>
            <dgm:ruleLst/>
          </dgm:layoutNode>
          <dgm:layoutNode name="simulatedConn" styleLbl="solidFgAcc1">
            <dgm:alg type="sp"/>
            <dgm:choose name="Name15">
              <dgm:if name="Name16" func="var" arg="dir" op="equ" val="norm">
                <dgm:shape xmlns:r="http://schemas.openxmlformats.org/officeDocument/2006/relationships" rot="90" type="flowChartExtract" r:blip="">
                  <dgm:adjLst/>
                </dgm:shape>
              </dgm:if>
              <dgm:else name="Name17">
                <dgm:shape xmlns:r="http://schemas.openxmlformats.org/officeDocument/2006/relationships" rot="-90" type="flowChartExtract" r:blip="">
                  <dgm:adjLst/>
                </dgm:shape>
              </dgm:else>
            </dgm:choose>
            <dgm:presOf/>
            <dgm:constrLst/>
            <dgm:ruleLst/>
          </dgm:layoutNode>
          <dgm:layoutNode name="vSp2">
            <dgm:alg type="sp"/>
            <dgm:shape xmlns:r="http://schemas.openxmlformats.org/officeDocument/2006/relationships" r:blip="">
              <dgm:adjLst/>
            </dgm:shape>
            <dgm:presOf/>
            <dgm:constrLst/>
            <dgm:ruleLst/>
          </dgm:layoutNode>
        </dgm:layoutNode>
        <dgm:layoutNode name="sibTrans">
          <dgm:alg type="sp"/>
          <dgm:shape xmlns:r="http://schemas.openxmlformats.org/officeDocument/2006/relationships" r:blip="">
            <dgm:adjLst/>
          </dgm:shape>
          <dgm:presOf/>
          <dgm:constrLst/>
          <dgm:ruleLst/>
        </dgm:layoutNode>
      </dgm:forEach>
    </dgm:forEach>
  </dgm:layoutNode>
</dgm:layoutDef>
</file>

<file path=ppt/diagrams/layout11.xml><?xml version="1.0" encoding="utf-8"?>
<dgm:layoutDef xmlns:dgm="http://schemas.openxmlformats.org/drawingml/2006/diagram" xmlns:a="http://schemas.openxmlformats.org/drawingml/2006/main" uniqueId="urn:microsoft.com/office/officeart/2005/8/layout/hProcess7">
  <dgm:title val=""/>
  <dgm:desc val=""/>
  <dgm:catLst>
    <dgm:cat type="process" pri="21000"/>
    <dgm:cat type="list" pri="9000"/>
  </dgm:catLst>
  <dgm:sampData>
    <dgm:dataModel>
      <dgm:ptLst>
        <dgm:pt modelId="0" type="doc"/>
        <dgm:pt modelId="1">
          <dgm:prSet phldr="1"/>
        </dgm:pt>
        <dgm:pt modelId="11">
          <dgm:prSet phldr="1"/>
        </dgm:pt>
        <dgm:pt modelId="2">
          <dgm:prSet phldr="1"/>
        </dgm:pt>
        <dgm:pt modelId="21">
          <dgm:prSet phldr="1"/>
        </dgm:pt>
        <dgm:pt modelId="3">
          <dgm:prSet phldr="1"/>
        </dgm:pt>
        <dgm:pt modelId="31">
          <dgm:prSet phldr="1"/>
        </dgm:pt>
      </dgm:ptLst>
      <dgm:cxnLst>
        <dgm:cxn modelId="4" srcId="0" destId="1" srcOrd="0" destOrd="0"/>
        <dgm:cxn modelId="5" srcId="0" destId="2" srcOrd="1" destOrd="0"/>
        <dgm:cxn modelId="6" srcId="0" destId="3" srcOrd="2" destOrd="0"/>
        <dgm:cxn modelId="13" srcId="1" destId="11" srcOrd="0" destOrd="0"/>
        <dgm:cxn modelId="23" srcId="2" destId="21" srcOrd="0" destOrd="0"/>
        <dgm:cxn modelId="33" srcId="3" destId="31" srcOrd="0" destOrd="0"/>
      </dgm:cxnLst>
      <dgm:bg/>
      <dgm:whole/>
    </dgm:dataModel>
  </dgm:sampData>
  <dgm:styleData>
    <dgm:dataModel>
      <dgm:ptLst>
        <dgm:pt modelId="0" type="doc"/>
        <dgm:pt modelId="1"/>
        <dgm:pt modelId="11"/>
        <dgm:pt modelId="2"/>
        <dgm:pt modelId="21"/>
      </dgm:ptLst>
      <dgm:cxnLst>
        <dgm:cxn modelId="4" srcId="0" destId="1" srcOrd="0" destOrd="0"/>
        <dgm:cxn modelId="5" srcId="0" destId="2" srcOrd="1" destOrd="0"/>
        <dgm:cxn modelId="13" srcId="1" destId="11" srcOrd="0" destOrd="0"/>
        <dgm:cxn modelId="23" srcId="2" destId="21" srcOrd="0" destOrd="0"/>
      </dgm:cxnLst>
      <dgm:bg/>
      <dgm:whole/>
    </dgm:dataModel>
  </dgm:styleData>
  <dgm:clrData>
    <dgm:dataModel>
      <dgm:ptLst>
        <dgm:pt modelId="0" type="doc"/>
        <dgm:pt modelId="1"/>
        <dgm:pt modelId="11"/>
        <dgm:pt modelId="2"/>
        <dgm:pt modelId="21"/>
        <dgm:pt modelId="3"/>
        <dgm:pt modelId="31"/>
        <dgm:pt modelId="4"/>
        <dgm:pt modelId="41"/>
      </dgm:ptLst>
      <dgm:cxnLst>
        <dgm:cxn modelId="5" srcId="0" destId="1" srcOrd="0" destOrd="0"/>
        <dgm:cxn modelId="6" srcId="0" destId="2" srcOrd="1" destOrd="0"/>
        <dgm:cxn modelId="7" srcId="0" destId="3" srcOrd="2" destOrd="0"/>
        <dgm:cxn modelId="8" srcId="0" destId="4" srcOrd="3" destOrd="0"/>
        <dgm:cxn modelId="13" srcId="1" destId="11" srcOrd="0" destOrd="0"/>
        <dgm:cxn modelId="23" srcId="2" destId="21" srcOrd="0" destOrd="0"/>
        <dgm:cxn modelId="33" srcId="3" destId="31" srcOrd="0" destOrd="0"/>
        <dgm:cxn modelId="43" srcId="4" destId="41" srcOrd="0" destOrd="0"/>
      </dgm:cxnLst>
      <dgm:bg/>
      <dgm:whole/>
    </dgm:dataModel>
  </dgm:clrData>
  <dgm:layoutNode name="Name0">
    <dgm:varLst>
      <dgm:dir/>
      <dgm:animLvl val="lvl"/>
      <dgm:resizeHandles val="exact"/>
    </dgm:varLst>
    <dgm:choose name="Name1">
      <dgm:if name="Name2" func="var" arg="dir" op="equ" val="norm">
        <dgm:alg type="lin">
          <dgm:param type="linDir" val="fromL"/>
          <dgm:param type="nodeVertAlign" val="t"/>
        </dgm:alg>
      </dgm:if>
      <dgm:else name="Name3">
        <dgm:alg type="lin">
          <dgm:param type="linDir" val="fromR"/>
          <dgm:param type="nodeVertAlign" val="t"/>
        </dgm:alg>
      </dgm:else>
    </dgm:choose>
    <dgm:shape xmlns:r="http://schemas.openxmlformats.org/officeDocument/2006/relationships" r:blip="">
      <dgm:adjLst/>
    </dgm:shape>
    <dgm:presOf/>
    <dgm:constrLst>
      <dgm:constr type="h" for="ch" forName="compositeNode" refType="h"/>
      <dgm:constr type="w" for="ch" forName="compositeNode" refType="w"/>
      <dgm:constr type="w" for="ch" forName="hSp" refType="w" refFor="ch" refForName="compositeNode" fact="-0.035"/>
      <dgm:constr type="w" for="des" forName="simulatedConn" refType="w" refFor="ch" refForName="compositeNode" fact="0.15"/>
      <dgm:constr type="h" for="des" forName="simulatedConn" refType="w" refFor="des" refForName="simulatedConn"/>
      <dgm:constr type="h" for="des" forName="vSp1" refType="w" refFor="ch" refForName="compositeNode" fact="0.8"/>
      <dgm:constr type="h" for="des" forName="vSp2" refType="w" refFor="ch" refForName="compositeNode" fact="0.07"/>
      <dgm:constr type="w" for="ch" forName="vProcSp" refType="w" refFor="des" refForName="simulatedConn" op="equ"/>
      <dgm:constr type="h" for="ch" forName="vProcSp" refType="h" refFor="ch" refForName="compositeNode" op="equ"/>
      <dgm:constr type="w" for="ch" forName="sibTrans" refType="w" refFor="ch" refForName="compositeNode" fact="-0.08"/>
      <dgm:constr type="primFontSz" for="des" forName="parentNode" op="equ"/>
      <dgm:constr type="primFontSz" for="des" forName="childNode" op="equ"/>
    </dgm:constrLst>
    <dgm:ruleLst/>
    <dgm:forEach name="Name4" axis="ch" ptType="node">
      <dgm:layoutNode name="compositeNode">
        <dgm:varLst>
          <dgm:bulletEnabled val="1"/>
        </dgm:varLst>
        <dgm:alg type="composite"/>
        <dgm:choose name="Name5">
          <dgm:if name="Name6" func="var" arg="dir" op="equ" val="norm">
            <dgm:constrLst>
              <dgm:constr type="h" refType="w" op="lte" fact="1.2"/>
              <dgm:constr type="w" for="ch" forName="bgRect" refType="w"/>
              <dgm:constr type="h" for="ch" forName="bgRect" refType="h"/>
              <dgm:constr type="t" for="ch" forName="bgRect"/>
              <dgm:constr type="l" for="ch" forName="bgRect"/>
              <dgm:constr type="w" for="ch" forName="parentNode" refType="w" refFor="ch" refForName="bgRect" fact="0.2"/>
              <dgm:constr type="h" for="ch" forName="parentNode" refType="h" fact="0.82"/>
              <dgm:constr type="t" for="ch" forName="parentNode"/>
              <dgm:constr type="l" for="ch" forName="parentNode"/>
              <dgm:constr type="r" for="ch" forName="childNode" refType="r" refFor="ch" refForName="bgRect" fact="0.945"/>
              <dgm:constr type="h" for="ch" forName="childNode" refType="h" refFor="ch" refForName="bgRect" op="equ"/>
              <dgm:constr type="t" for="ch" forName="childNode"/>
              <dgm:constr type="l" for="ch" forName="childNode" refType="r" refFor="ch" refForName="parentNode"/>
            </dgm:constrLst>
          </dgm:if>
          <dgm:else name="Name7">
            <dgm:constrLst>
              <dgm:constr type="h" refType="w" op="lte" fact="1.2"/>
              <dgm:constr type="w" for="ch" forName="bgRect" refType="w"/>
              <dgm:constr type="h" for="ch" forName="bgRect" refType="h"/>
              <dgm:constr type="t" for="ch" forName="bgRect"/>
              <dgm:constr type="r" for="ch" forName="bgRect" refType="w"/>
              <dgm:constr type="w" for="ch" forName="parentNode" refType="w" refFor="ch" refForName="bgRect" fact="0.2"/>
              <dgm:constr type="h" for="ch" forName="parentNode" refType="h" fact="0.82"/>
              <dgm:constr type="t" for="ch" forName="parentNode"/>
              <dgm:constr type="r" for="ch" forName="parentNode" refType="w"/>
              <dgm:constr type="h" for="ch" forName="childNode" refType="h" refFor="ch" refForName="bgRect"/>
              <dgm:constr type="t" for="ch" forName="childNode"/>
              <dgm:constr type="r" for="ch" forName="childNode" refType="l" refFor="ch" refForName="parentNode"/>
              <dgm:constr type="l" for="ch" forName="childNode" refType="w" refFor="ch" refForName="bgRect" fact="0.055"/>
            </dgm:constrLst>
          </dgm:else>
        </dgm:choose>
        <dgm:ruleLst>
          <dgm:rule type="w" for="ch" forName="childNode" val="NaN" fact="NaN" max="30"/>
        </dgm:ruleLst>
        <dgm:layoutNode name="bgRect" styleLbl="node1">
          <dgm:alg type="sp"/>
          <dgm:shape xmlns:r="http://schemas.openxmlformats.org/officeDocument/2006/relationships" type="roundRect" r:blip="" zOrderOff="-1">
            <dgm:adjLst>
              <dgm:adj idx="1" val="0.05"/>
            </dgm:adjLst>
          </dgm:shape>
          <dgm:presOf axis="self"/>
          <dgm:constrLst/>
          <dgm:ruleLst/>
        </dgm:layoutNode>
        <dgm:layoutNode name="parentNode" styleLbl="node1">
          <dgm:varLst>
            <dgm:chMax val="0"/>
            <dgm:bulletEnabled val="1"/>
          </dgm:varLst>
          <dgm:presOf axis="self"/>
          <dgm:choose name="Name8">
            <dgm:if name="Name9" func="var" arg="dir" op="equ" val="norm">
              <dgm:alg type="tx">
                <dgm:param type="autoTxRot" val="grav"/>
                <dgm:param type="txAnchorVert" val="t"/>
                <dgm:param type="parTxLTRAlign" val="r"/>
                <dgm:param type="parTxRTLAlign" val="r"/>
              </dgm:alg>
              <dgm:shape xmlns:r="http://schemas.openxmlformats.org/officeDocument/2006/relationships" rot="270" type="rect" r:blip="" hideGeom="1">
                <dgm:adjLst/>
              </dgm:shape>
              <dgm:constrLst>
                <dgm:constr type="primFontSz" val="65"/>
                <dgm:constr type="lMarg"/>
                <dgm:constr type="rMarg" refType="primFontSz" fact="0.35"/>
                <dgm:constr type="tMarg" refType="primFontSz" fact="0.27"/>
                <dgm:constr type="bMarg"/>
              </dgm:constrLst>
            </dgm:if>
            <dgm:else name="Name10">
              <dgm:alg type="tx">
                <dgm:param type="autoTxRot" val="grav"/>
                <dgm:param type="txAnchorVert" val="t"/>
                <dgm:param type="parTxLTRAlign" val="l"/>
                <dgm:param type="parTxRTLAlign" val="l"/>
              </dgm:alg>
              <dgm:shape xmlns:r="http://schemas.openxmlformats.org/officeDocument/2006/relationships" rot="90" type="rect" r:blip="" hideGeom="1">
                <dgm:adjLst/>
              </dgm:shape>
              <dgm:constrLst>
                <dgm:constr type="primFontSz" val="65"/>
                <dgm:constr type="lMarg" refType="primFontSz" fact="0.35"/>
                <dgm:constr type="rMarg"/>
                <dgm:constr type="tMarg" refType="primFontSz" fact="0.27"/>
                <dgm:constr type="bMarg"/>
              </dgm:constrLst>
            </dgm:else>
          </dgm:choose>
          <dgm:ruleLst>
            <dgm:rule type="primFontSz" val="5" fact="NaN" max="NaN"/>
          </dgm:ruleLst>
        </dgm:layoutNode>
        <dgm:choose name="Name11">
          <dgm:if name="Name12" axis="ch" ptType="node" func="cnt" op="gte" val="1">
            <dgm:layoutNode name="childNode" styleLbl="node1" moveWith="bgRect">
              <dgm:varLst>
                <dgm:bulletEnabled val="1"/>
              </dgm:varLst>
              <dgm:alg type="tx">
                <dgm:param type="parTxLTRAlign" val="l"/>
                <dgm:param type="parTxRTLAlign" val="r"/>
                <dgm:param type="txAnchorVert" val="t"/>
              </dgm:alg>
              <dgm:shape xmlns:r="http://schemas.openxmlformats.org/officeDocument/2006/relationships" type="rect" r:blip="" hideGeom="1">
                <dgm:adjLst/>
              </dgm:shape>
              <dgm:presOf axis="des" ptType="node"/>
              <dgm:constrLst>
                <dgm:constr type="primFontSz" val="65"/>
                <dgm:constr type="lMarg"/>
                <dgm:constr type="bMarg"/>
                <dgm:constr type="tMarg" refType="primFontSz" fact="0.27"/>
                <dgm:constr type="rMarg"/>
              </dgm:constrLst>
              <dgm:ruleLst>
                <dgm:rule type="primFontSz" val="5" fact="NaN" max="NaN"/>
              </dgm:ruleLst>
            </dgm:layoutNode>
          </dgm:if>
          <dgm:else name="Name13"/>
        </dgm:choose>
      </dgm:layoutNode>
      <dgm:forEach name="Name14" axis="followSib" ptType="sibTrans" cnt="1">
        <dgm:layoutNode name="hSp">
          <dgm:alg type="sp"/>
          <dgm:shape xmlns:r="http://schemas.openxmlformats.org/officeDocument/2006/relationships" r:blip="">
            <dgm:adjLst/>
          </dgm:shape>
          <dgm:presOf/>
          <dgm:constrLst/>
          <dgm:ruleLst/>
        </dgm:layoutNode>
        <dgm:layoutNode name="vProcSp" moveWith="bgRect">
          <dgm:alg type="lin">
            <dgm:param type="linDir" val="fromT"/>
          </dgm:alg>
          <dgm:shape xmlns:r="http://schemas.openxmlformats.org/officeDocument/2006/relationships" r:blip="">
            <dgm:adjLst/>
          </dgm:shape>
          <dgm:presOf/>
          <dgm:constrLst>
            <dgm:constr type="w" for="ch" forName="vSp1" refType="w"/>
            <dgm:constr type="w" for="ch" forName="simulatedConn" refType="w"/>
            <dgm:constr type="w" for="ch" forName="vSp2" refType="w"/>
          </dgm:constrLst>
          <dgm:ruleLst/>
          <dgm:layoutNode name="vSp1">
            <dgm:alg type="sp"/>
            <dgm:shape xmlns:r="http://schemas.openxmlformats.org/officeDocument/2006/relationships" r:blip="">
              <dgm:adjLst/>
            </dgm:shape>
            <dgm:presOf/>
            <dgm:constrLst/>
            <dgm:ruleLst/>
          </dgm:layoutNode>
          <dgm:layoutNode name="simulatedConn" styleLbl="solidFgAcc1">
            <dgm:alg type="sp"/>
            <dgm:choose name="Name15">
              <dgm:if name="Name16" func="var" arg="dir" op="equ" val="norm">
                <dgm:shape xmlns:r="http://schemas.openxmlformats.org/officeDocument/2006/relationships" rot="90" type="flowChartExtract" r:blip="">
                  <dgm:adjLst/>
                </dgm:shape>
              </dgm:if>
              <dgm:else name="Name17">
                <dgm:shape xmlns:r="http://schemas.openxmlformats.org/officeDocument/2006/relationships" rot="-90" type="flowChartExtract" r:blip="">
                  <dgm:adjLst/>
                </dgm:shape>
              </dgm:else>
            </dgm:choose>
            <dgm:presOf/>
            <dgm:constrLst/>
            <dgm:ruleLst/>
          </dgm:layoutNode>
          <dgm:layoutNode name="vSp2">
            <dgm:alg type="sp"/>
            <dgm:shape xmlns:r="http://schemas.openxmlformats.org/officeDocument/2006/relationships" r:blip="">
              <dgm:adjLst/>
            </dgm:shape>
            <dgm:presOf/>
            <dgm:constrLst/>
            <dgm:ruleLst/>
          </dgm:layoutNode>
        </dgm:layoutNode>
        <dgm:layoutNode name="sibTrans">
          <dgm:alg type="sp"/>
          <dgm:shape xmlns:r="http://schemas.openxmlformats.org/officeDocument/2006/relationships" r:blip="">
            <dgm:adjLst/>
          </dgm:shape>
          <dgm:presOf/>
          <dgm:constrLst/>
          <dgm:ruleLst/>
        </dgm:layoutNode>
      </dgm:forEach>
    </dgm:forEach>
  </dgm:layoutNode>
</dgm:layoutDef>
</file>

<file path=ppt/diagrams/layout12.xml><?xml version="1.0" encoding="utf-8"?>
<dgm:layoutDef xmlns:dgm="http://schemas.openxmlformats.org/drawingml/2006/diagram" xmlns:a="http://schemas.openxmlformats.org/drawingml/2006/main" uniqueId="urn:microsoft.com/office/officeart/2005/8/layout/hProcess7">
  <dgm:title val=""/>
  <dgm:desc val=""/>
  <dgm:catLst>
    <dgm:cat type="process" pri="21000"/>
    <dgm:cat type="list" pri="9000"/>
  </dgm:catLst>
  <dgm:sampData>
    <dgm:dataModel>
      <dgm:ptLst>
        <dgm:pt modelId="0" type="doc"/>
        <dgm:pt modelId="1">
          <dgm:prSet phldr="1"/>
        </dgm:pt>
        <dgm:pt modelId="11">
          <dgm:prSet phldr="1"/>
        </dgm:pt>
        <dgm:pt modelId="2">
          <dgm:prSet phldr="1"/>
        </dgm:pt>
        <dgm:pt modelId="21">
          <dgm:prSet phldr="1"/>
        </dgm:pt>
        <dgm:pt modelId="3">
          <dgm:prSet phldr="1"/>
        </dgm:pt>
        <dgm:pt modelId="31">
          <dgm:prSet phldr="1"/>
        </dgm:pt>
      </dgm:ptLst>
      <dgm:cxnLst>
        <dgm:cxn modelId="4" srcId="0" destId="1" srcOrd="0" destOrd="0"/>
        <dgm:cxn modelId="5" srcId="0" destId="2" srcOrd="1" destOrd="0"/>
        <dgm:cxn modelId="6" srcId="0" destId="3" srcOrd="2" destOrd="0"/>
        <dgm:cxn modelId="13" srcId="1" destId="11" srcOrd="0" destOrd="0"/>
        <dgm:cxn modelId="23" srcId="2" destId="21" srcOrd="0" destOrd="0"/>
        <dgm:cxn modelId="33" srcId="3" destId="31" srcOrd="0" destOrd="0"/>
      </dgm:cxnLst>
      <dgm:bg/>
      <dgm:whole/>
    </dgm:dataModel>
  </dgm:sampData>
  <dgm:styleData>
    <dgm:dataModel>
      <dgm:ptLst>
        <dgm:pt modelId="0" type="doc"/>
        <dgm:pt modelId="1"/>
        <dgm:pt modelId="11"/>
        <dgm:pt modelId="2"/>
        <dgm:pt modelId="21"/>
      </dgm:ptLst>
      <dgm:cxnLst>
        <dgm:cxn modelId="4" srcId="0" destId="1" srcOrd="0" destOrd="0"/>
        <dgm:cxn modelId="5" srcId="0" destId="2" srcOrd="1" destOrd="0"/>
        <dgm:cxn modelId="13" srcId="1" destId="11" srcOrd="0" destOrd="0"/>
        <dgm:cxn modelId="23" srcId="2" destId="21" srcOrd="0" destOrd="0"/>
      </dgm:cxnLst>
      <dgm:bg/>
      <dgm:whole/>
    </dgm:dataModel>
  </dgm:styleData>
  <dgm:clrData>
    <dgm:dataModel>
      <dgm:ptLst>
        <dgm:pt modelId="0" type="doc"/>
        <dgm:pt modelId="1"/>
        <dgm:pt modelId="11"/>
        <dgm:pt modelId="2"/>
        <dgm:pt modelId="21"/>
        <dgm:pt modelId="3"/>
        <dgm:pt modelId="31"/>
        <dgm:pt modelId="4"/>
        <dgm:pt modelId="41"/>
      </dgm:ptLst>
      <dgm:cxnLst>
        <dgm:cxn modelId="5" srcId="0" destId="1" srcOrd="0" destOrd="0"/>
        <dgm:cxn modelId="6" srcId="0" destId="2" srcOrd="1" destOrd="0"/>
        <dgm:cxn modelId="7" srcId="0" destId="3" srcOrd="2" destOrd="0"/>
        <dgm:cxn modelId="8" srcId="0" destId="4" srcOrd="3" destOrd="0"/>
        <dgm:cxn modelId="13" srcId="1" destId="11" srcOrd="0" destOrd="0"/>
        <dgm:cxn modelId="23" srcId="2" destId="21" srcOrd="0" destOrd="0"/>
        <dgm:cxn modelId="33" srcId="3" destId="31" srcOrd="0" destOrd="0"/>
        <dgm:cxn modelId="43" srcId="4" destId="41" srcOrd="0" destOrd="0"/>
      </dgm:cxnLst>
      <dgm:bg/>
      <dgm:whole/>
    </dgm:dataModel>
  </dgm:clrData>
  <dgm:layoutNode name="Name0">
    <dgm:varLst>
      <dgm:dir/>
      <dgm:animLvl val="lvl"/>
      <dgm:resizeHandles val="exact"/>
    </dgm:varLst>
    <dgm:choose name="Name1">
      <dgm:if name="Name2" func="var" arg="dir" op="equ" val="norm">
        <dgm:alg type="lin">
          <dgm:param type="linDir" val="fromL"/>
          <dgm:param type="nodeVertAlign" val="t"/>
        </dgm:alg>
      </dgm:if>
      <dgm:else name="Name3">
        <dgm:alg type="lin">
          <dgm:param type="linDir" val="fromR"/>
          <dgm:param type="nodeVertAlign" val="t"/>
        </dgm:alg>
      </dgm:else>
    </dgm:choose>
    <dgm:shape xmlns:r="http://schemas.openxmlformats.org/officeDocument/2006/relationships" r:blip="">
      <dgm:adjLst/>
    </dgm:shape>
    <dgm:presOf/>
    <dgm:constrLst>
      <dgm:constr type="h" for="ch" forName="compositeNode" refType="h"/>
      <dgm:constr type="w" for="ch" forName="compositeNode" refType="w"/>
      <dgm:constr type="w" for="ch" forName="hSp" refType="w" refFor="ch" refForName="compositeNode" fact="-0.035"/>
      <dgm:constr type="w" for="des" forName="simulatedConn" refType="w" refFor="ch" refForName="compositeNode" fact="0.15"/>
      <dgm:constr type="h" for="des" forName="simulatedConn" refType="w" refFor="des" refForName="simulatedConn"/>
      <dgm:constr type="h" for="des" forName="vSp1" refType="w" refFor="ch" refForName="compositeNode" fact="0.8"/>
      <dgm:constr type="h" for="des" forName="vSp2" refType="w" refFor="ch" refForName="compositeNode" fact="0.07"/>
      <dgm:constr type="w" for="ch" forName="vProcSp" refType="w" refFor="des" refForName="simulatedConn" op="equ"/>
      <dgm:constr type="h" for="ch" forName="vProcSp" refType="h" refFor="ch" refForName="compositeNode" op="equ"/>
      <dgm:constr type="w" for="ch" forName="sibTrans" refType="w" refFor="ch" refForName="compositeNode" fact="-0.08"/>
      <dgm:constr type="primFontSz" for="des" forName="parentNode" op="equ"/>
      <dgm:constr type="primFontSz" for="des" forName="childNode" op="equ"/>
    </dgm:constrLst>
    <dgm:ruleLst/>
    <dgm:forEach name="Name4" axis="ch" ptType="node">
      <dgm:layoutNode name="compositeNode">
        <dgm:varLst>
          <dgm:bulletEnabled val="1"/>
        </dgm:varLst>
        <dgm:alg type="composite"/>
        <dgm:choose name="Name5">
          <dgm:if name="Name6" func="var" arg="dir" op="equ" val="norm">
            <dgm:constrLst>
              <dgm:constr type="h" refType="w" op="lte" fact="1.2"/>
              <dgm:constr type="w" for="ch" forName="bgRect" refType="w"/>
              <dgm:constr type="h" for="ch" forName="bgRect" refType="h"/>
              <dgm:constr type="t" for="ch" forName="bgRect"/>
              <dgm:constr type="l" for="ch" forName="bgRect"/>
              <dgm:constr type="w" for="ch" forName="parentNode" refType="w" refFor="ch" refForName="bgRect" fact="0.2"/>
              <dgm:constr type="h" for="ch" forName="parentNode" refType="h" fact="0.82"/>
              <dgm:constr type="t" for="ch" forName="parentNode"/>
              <dgm:constr type="l" for="ch" forName="parentNode"/>
              <dgm:constr type="r" for="ch" forName="childNode" refType="r" refFor="ch" refForName="bgRect" fact="0.945"/>
              <dgm:constr type="h" for="ch" forName="childNode" refType="h" refFor="ch" refForName="bgRect" op="equ"/>
              <dgm:constr type="t" for="ch" forName="childNode"/>
              <dgm:constr type="l" for="ch" forName="childNode" refType="r" refFor="ch" refForName="parentNode"/>
            </dgm:constrLst>
          </dgm:if>
          <dgm:else name="Name7">
            <dgm:constrLst>
              <dgm:constr type="h" refType="w" op="lte" fact="1.2"/>
              <dgm:constr type="w" for="ch" forName="bgRect" refType="w"/>
              <dgm:constr type="h" for="ch" forName="bgRect" refType="h"/>
              <dgm:constr type="t" for="ch" forName="bgRect"/>
              <dgm:constr type="r" for="ch" forName="bgRect" refType="w"/>
              <dgm:constr type="w" for="ch" forName="parentNode" refType="w" refFor="ch" refForName="bgRect" fact="0.2"/>
              <dgm:constr type="h" for="ch" forName="parentNode" refType="h" fact="0.82"/>
              <dgm:constr type="t" for="ch" forName="parentNode"/>
              <dgm:constr type="r" for="ch" forName="parentNode" refType="w"/>
              <dgm:constr type="h" for="ch" forName="childNode" refType="h" refFor="ch" refForName="bgRect"/>
              <dgm:constr type="t" for="ch" forName="childNode"/>
              <dgm:constr type="r" for="ch" forName="childNode" refType="l" refFor="ch" refForName="parentNode"/>
              <dgm:constr type="l" for="ch" forName="childNode" refType="w" refFor="ch" refForName="bgRect" fact="0.055"/>
            </dgm:constrLst>
          </dgm:else>
        </dgm:choose>
        <dgm:ruleLst>
          <dgm:rule type="w" for="ch" forName="childNode" val="NaN" fact="NaN" max="30"/>
        </dgm:ruleLst>
        <dgm:layoutNode name="bgRect" styleLbl="node1">
          <dgm:alg type="sp"/>
          <dgm:shape xmlns:r="http://schemas.openxmlformats.org/officeDocument/2006/relationships" type="roundRect" r:blip="" zOrderOff="-1">
            <dgm:adjLst>
              <dgm:adj idx="1" val="0.05"/>
            </dgm:adjLst>
          </dgm:shape>
          <dgm:presOf axis="self"/>
          <dgm:constrLst/>
          <dgm:ruleLst/>
        </dgm:layoutNode>
        <dgm:layoutNode name="parentNode" styleLbl="node1">
          <dgm:varLst>
            <dgm:chMax val="0"/>
            <dgm:bulletEnabled val="1"/>
          </dgm:varLst>
          <dgm:presOf axis="self"/>
          <dgm:choose name="Name8">
            <dgm:if name="Name9" func="var" arg="dir" op="equ" val="norm">
              <dgm:alg type="tx">
                <dgm:param type="autoTxRot" val="grav"/>
                <dgm:param type="txAnchorVert" val="t"/>
                <dgm:param type="parTxLTRAlign" val="r"/>
                <dgm:param type="parTxRTLAlign" val="r"/>
              </dgm:alg>
              <dgm:shape xmlns:r="http://schemas.openxmlformats.org/officeDocument/2006/relationships" rot="270" type="rect" r:blip="" hideGeom="1">
                <dgm:adjLst/>
              </dgm:shape>
              <dgm:constrLst>
                <dgm:constr type="primFontSz" val="65"/>
                <dgm:constr type="lMarg"/>
                <dgm:constr type="rMarg" refType="primFontSz" fact="0.35"/>
                <dgm:constr type="tMarg" refType="primFontSz" fact="0.27"/>
                <dgm:constr type="bMarg"/>
              </dgm:constrLst>
            </dgm:if>
            <dgm:else name="Name10">
              <dgm:alg type="tx">
                <dgm:param type="autoTxRot" val="grav"/>
                <dgm:param type="txAnchorVert" val="t"/>
                <dgm:param type="parTxLTRAlign" val="l"/>
                <dgm:param type="parTxRTLAlign" val="l"/>
              </dgm:alg>
              <dgm:shape xmlns:r="http://schemas.openxmlformats.org/officeDocument/2006/relationships" rot="90" type="rect" r:blip="" hideGeom="1">
                <dgm:adjLst/>
              </dgm:shape>
              <dgm:constrLst>
                <dgm:constr type="primFontSz" val="65"/>
                <dgm:constr type="lMarg" refType="primFontSz" fact="0.35"/>
                <dgm:constr type="rMarg"/>
                <dgm:constr type="tMarg" refType="primFontSz" fact="0.27"/>
                <dgm:constr type="bMarg"/>
              </dgm:constrLst>
            </dgm:else>
          </dgm:choose>
          <dgm:ruleLst>
            <dgm:rule type="primFontSz" val="5" fact="NaN" max="NaN"/>
          </dgm:ruleLst>
        </dgm:layoutNode>
        <dgm:choose name="Name11">
          <dgm:if name="Name12" axis="ch" ptType="node" func="cnt" op="gte" val="1">
            <dgm:layoutNode name="childNode" styleLbl="node1" moveWith="bgRect">
              <dgm:varLst>
                <dgm:bulletEnabled val="1"/>
              </dgm:varLst>
              <dgm:alg type="tx">
                <dgm:param type="parTxLTRAlign" val="l"/>
                <dgm:param type="parTxRTLAlign" val="r"/>
                <dgm:param type="txAnchorVert" val="t"/>
              </dgm:alg>
              <dgm:shape xmlns:r="http://schemas.openxmlformats.org/officeDocument/2006/relationships" type="rect" r:blip="" hideGeom="1">
                <dgm:adjLst/>
              </dgm:shape>
              <dgm:presOf axis="des" ptType="node"/>
              <dgm:constrLst>
                <dgm:constr type="primFontSz" val="65"/>
                <dgm:constr type="lMarg"/>
                <dgm:constr type="bMarg"/>
                <dgm:constr type="tMarg" refType="primFontSz" fact="0.27"/>
                <dgm:constr type="rMarg"/>
              </dgm:constrLst>
              <dgm:ruleLst>
                <dgm:rule type="primFontSz" val="5" fact="NaN" max="NaN"/>
              </dgm:ruleLst>
            </dgm:layoutNode>
          </dgm:if>
          <dgm:else name="Name13"/>
        </dgm:choose>
      </dgm:layoutNode>
      <dgm:forEach name="Name14" axis="followSib" ptType="sibTrans" cnt="1">
        <dgm:layoutNode name="hSp">
          <dgm:alg type="sp"/>
          <dgm:shape xmlns:r="http://schemas.openxmlformats.org/officeDocument/2006/relationships" r:blip="">
            <dgm:adjLst/>
          </dgm:shape>
          <dgm:presOf/>
          <dgm:constrLst/>
          <dgm:ruleLst/>
        </dgm:layoutNode>
        <dgm:layoutNode name="vProcSp" moveWith="bgRect">
          <dgm:alg type="lin">
            <dgm:param type="linDir" val="fromT"/>
          </dgm:alg>
          <dgm:shape xmlns:r="http://schemas.openxmlformats.org/officeDocument/2006/relationships" r:blip="">
            <dgm:adjLst/>
          </dgm:shape>
          <dgm:presOf/>
          <dgm:constrLst>
            <dgm:constr type="w" for="ch" forName="vSp1" refType="w"/>
            <dgm:constr type="w" for="ch" forName="simulatedConn" refType="w"/>
            <dgm:constr type="w" for="ch" forName="vSp2" refType="w"/>
          </dgm:constrLst>
          <dgm:ruleLst/>
          <dgm:layoutNode name="vSp1">
            <dgm:alg type="sp"/>
            <dgm:shape xmlns:r="http://schemas.openxmlformats.org/officeDocument/2006/relationships" r:blip="">
              <dgm:adjLst/>
            </dgm:shape>
            <dgm:presOf/>
            <dgm:constrLst/>
            <dgm:ruleLst/>
          </dgm:layoutNode>
          <dgm:layoutNode name="simulatedConn" styleLbl="solidFgAcc1">
            <dgm:alg type="sp"/>
            <dgm:choose name="Name15">
              <dgm:if name="Name16" func="var" arg="dir" op="equ" val="norm">
                <dgm:shape xmlns:r="http://schemas.openxmlformats.org/officeDocument/2006/relationships" rot="90" type="flowChartExtract" r:blip="">
                  <dgm:adjLst/>
                </dgm:shape>
              </dgm:if>
              <dgm:else name="Name17">
                <dgm:shape xmlns:r="http://schemas.openxmlformats.org/officeDocument/2006/relationships" rot="-90" type="flowChartExtract" r:blip="">
                  <dgm:adjLst/>
                </dgm:shape>
              </dgm:else>
            </dgm:choose>
            <dgm:presOf/>
            <dgm:constrLst/>
            <dgm:ruleLst/>
          </dgm:layoutNode>
          <dgm:layoutNode name="vSp2">
            <dgm:alg type="sp"/>
            <dgm:shape xmlns:r="http://schemas.openxmlformats.org/officeDocument/2006/relationships" r:blip="">
              <dgm:adjLst/>
            </dgm:shape>
            <dgm:presOf/>
            <dgm:constrLst/>
            <dgm:ruleLst/>
          </dgm:layoutNode>
        </dgm:layoutNode>
        <dgm:layoutNode name="sibTrans">
          <dgm:alg type="sp"/>
          <dgm:shape xmlns:r="http://schemas.openxmlformats.org/officeDocument/2006/relationships" r:blip="">
            <dgm:adjLst/>
          </dgm:shape>
          <dgm:presOf/>
          <dgm:constrLst/>
          <dgm:ruleLst/>
        </dgm:layoutNode>
      </dgm:forEach>
    </dgm:forEach>
  </dgm:layoutNode>
</dgm:layoutDef>
</file>

<file path=ppt/diagrams/layout13.xml><?xml version="1.0" encoding="utf-8"?>
<dgm:layoutDef xmlns:dgm="http://schemas.openxmlformats.org/drawingml/2006/diagram" xmlns:a="http://schemas.openxmlformats.org/drawingml/2006/main" uniqueId="urn:microsoft.com/office/officeart/2005/8/layout/hProcess7">
  <dgm:title val=""/>
  <dgm:desc val=""/>
  <dgm:catLst>
    <dgm:cat type="process" pri="21000"/>
    <dgm:cat type="list" pri="9000"/>
  </dgm:catLst>
  <dgm:sampData>
    <dgm:dataModel>
      <dgm:ptLst>
        <dgm:pt modelId="0" type="doc"/>
        <dgm:pt modelId="1">
          <dgm:prSet phldr="1"/>
        </dgm:pt>
        <dgm:pt modelId="11">
          <dgm:prSet phldr="1"/>
        </dgm:pt>
        <dgm:pt modelId="2">
          <dgm:prSet phldr="1"/>
        </dgm:pt>
        <dgm:pt modelId="21">
          <dgm:prSet phldr="1"/>
        </dgm:pt>
        <dgm:pt modelId="3">
          <dgm:prSet phldr="1"/>
        </dgm:pt>
        <dgm:pt modelId="31">
          <dgm:prSet phldr="1"/>
        </dgm:pt>
      </dgm:ptLst>
      <dgm:cxnLst>
        <dgm:cxn modelId="4" srcId="0" destId="1" srcOrd="0" destOrd="0"/>
        <dgm:cxn modelId="5" srcId="0" destId="2" srcOrd="1" destOrd="0"/>
        <dgm:cxn modelId="6" srcId="0" destId="3" srcOrd="2" destOrd="0"/>
        <dgm:cxn modelId="13" srcId="1" destId="11" srcOrd="0" destOrd="0"/>
        <dgm:cxn modelId="23" srcId="2" destId="21" srcOrd="0" destOrd="0"/>
        <dgm:cxn modelId="33" srcId="3" destId="31" srcOrd="0" destOrd="0"/>
      </dgm:cxnLst>
      <dgm:bg/>
      <dgm:whole/>
    </dgm:dataModel>
  </dgm:sampData>
  <dgm:styleData>
    <dgm:dataModel>
      <dgm:ptLst>
        <dgm:pt modelId="0" type="doc"/>
        <dgm:pt modelId="1"/>
        <dgm:pt modelId="11"/>
        <dgm:pt modelId="2"/>
        <dgm:pt modelId="21"/>
      </dgm:ptLst>
      <dgm:cxnLst>
        <dgm:cxn modelId="4" srcId="0" destId="1" srcOrd="0" destOrd="0"/>
        <dgm:cxn modelId="5" srcId="0" destId="2" srcOrd="1" destOrd="0"/>
        <dgm:cxn modelId="13" srcId="1" destId="11" srcOrd="0" destOrd="0"/>
        <dgm:cxn modelId="23" srcId="2" destId="21" srcOrd="0" destOrd="0"/>
      </dgm:cxnLst>
      <dgm:bg/>
      <dgm:whole/>
    </dgm:dataModel>
  </dgm:styleData>
  <dgm:clrData>
    <dgm:dataModel>
      <dgm:ptLst>
        <dgm:pt modelId="0" type="doc"/>
        <dgm:pt modelId="1"/>
        <dgm:pt modelId="11"/>
        <dgm:pt modelId="2"/>
        <dgm:pt modelId="21"/>
        <dgm:pt modelId="3"/>
        <dgm:pt modelId="31"/>
        <dgm:pt modelId="4"/>
        <dgm:pt modelId="41"/>
      </dgm:ptLst>
      <dgm:cxnLst>
        <dgm:cxn modelId="5" srcId="0" destId="1" srcOrd="0" destOrd="0"/>
        <dgm:cxn modelId="6" srcId="0" destId="2" srcOrd="1" destOrd="0"/>
        <dgm:cxn modelId="7" srcId="0" destId="3" srcOrd="2" destOrd="0"/>
        <dgm:cxn modelId="8" srcId="0" destId="4" srcOrd="3" destOrd="0"/>
        <dgm:cxn modelId="13" srcId="1" destId="11" srcOrd="0" destOrd="0"/>
        <dgm:cxn modelId="23" srcId="2" destId="21" srcOrd="0" destOrd="0"/>
        <dgm:cxn modelId="33" srcId="3" destId="31" srcOrd="0" destOrd="0"/>
        <dgm:cxn modelId="43" srcId="4" destId="41" srcOrd="0" destOrd="0"/>
      </dgm:cxnLst>
      <dgm:bg/>
      <dgm:whole/>
    </dgm:dataModel>
  </dgm:clrData>
  <dgm:layoutNode name="Name0">
    <dgm:varLst>
      <dgm:dir/>
      <dgm:animLvl val="lvl"/>
      <dgm:resizeHandles val="exact"/>
    </dgm:varLst>
    <dgm:choose name="Name1">
      <dgm:if name="Name2" func="var" arg="dir" op="equ" val="norm">
        <dgm:alg type="lin">
          <dgm:param type="linDir" val="fromL"/>
          <dgm:param type="nodeVertAlign" val="t"/>
        </dgm:alg>
      </dgm:if>
      <dgm:else name="Name3">
        <dgm:alg type="lin">
          <dgm:param type="linDir" val="fromR"/>
          <dgm:param type="nodeVertAlign" val="t"/>
        </dgm:alg>
      </dgm:else>
    </dgm:choose>
    <dgm:shape xmlns:r="http://schemas.openxmlformats.org/officeDocument/2006/relationships" r:blip="">
      <dgm:adjLst/>
    </dgm:shape>
    <dgm:presOf/>
    <dgm:constrLst>
      <dgm:constr type="h" for="ch" forName="compositeNode" refType="h"/>
      <dgm:constr type="w" for="ch" forName="compositeNode" refType="w"/>
      <dgm:constr type="w" for="ch" forName="hSp" refType="w" refFor="ch" refForName="compositeNode" fact="-0.035"/>
      <dgm:constr type="w" for="des" forName="simulatedConn" refType="w" refFor="ch" refForName="compositeNode" fact="0.15"/>
      <dgm:constr type="h" for="des" forName="simulatedConn" refType="w" refFor="des" refForName="simulatedConn"/>
      <dgm:constr type="h" for="des" forName="vSp1" refType="w" refFor="ch" refForName="compositeNode" fact="0.8"/>
      <dgm:constr type="h" for="des" forName="vSp2" refType="w" refFor="ch" refForName="compositeNode" fact="0.07"/>
      <dgm:constr type="w" for="ch" forName="vProcSp" refType="w" refFor="des" refForName="simulatedConn" op="equ"/>
      <dgm:constr type="h" for="ch" forName="vProcSp" refType="h" refFor="ch" refForName="compositeNode" op="equ"/>
      <dgm:constr type="w" for="ch" forName="sibTrans" refType="w" refFor="ch" refForName="compositeNode" fact="-0.08"/>
      <dgm:constr type="primFontSz" for="des" forName="parentNode" op="equ"/>
      <dgm:constr type="primFontSz" for="des" forName="childNode" op="equ"/>
    </dgm:constrLst>
    <dgm:ruleLst/>
    <dgm:forEach name="Name4" axis="ch" ptType="node">
      <dgm:layoutNode name="compositeNode">
        <dgm:varLst>
          <dgm:bulletEnabled val="1"/>
        </dgm:varLst>
        <dgm:alg type="composite"/>
        <dgm:choose name="Name5">
          <dgm:if name="Name6" func="var" arg="dir" op="equ" val="norm">
            <dgm:constrLst>
              <dgm:constr type="h" refType="w" op="lte" fact="1.2"/>
              <dgm:constr type="w" for="ch" forName="bgRect" refType="w"/>
              <dgm:constr type="h" for="ch" forName="bgRect" refType="h"/>
              <dgm:constr type="t" for="ch" forName="bgRect"/>
              <dgm:constr type="l" for="ch" forName="bgRect"/>
              <dgm:constr type="w" for="ch" forName="parentNode" refType="w" refFor="ch" refForName="bgRect" fact="0.2"/>
              <dgm:constr type="h" for="ch" forName="parentNode" refType="h" fact="0.82"/>
              <dgm:constr type="t" for="ch" forName="parentNode"/>
              <dgm:constr type="l" for="ch" forName="parentNode"/>
              <dgm:constr type="r" for="ch" forName="childNode" refType="r" refFor="ch" refForName="bgRect" fact="0.945"/>
              <dgm:constr type="h" for="ch" forName="childNode" refType="h" refFor="ch" refForName="bgRect" op="equ"/>
              <dgm:constr type="t" for="ch" forName="childNode"/>
              <dgm:constr type="l" for="ch" forName="childNode" refType="r" refFor="ch" refForName="parentNode"/>
            </dgm:constrLst>
          </dgm:if>
          <dgm:else name="Name7">
            <dgm:constrLst>
              <dgm:constr type="h" refType="w" op="lte" fact="1.2"/>
              <dgm:constr type="w" for="ch" forName="bgRect" refType="w"/>
              <dgm:constr type="h" for="ch" forName="bgRect" refType="h"/>
              <dgm:constr type="t" for="ch" forName="bgRect"/>
              <dgm:constr type="r" for="ch" forName="bgRect" refType="w"/>
              <dgm:constr type="w" for="ch" forName="parentNode" refType="w" refFor="ch" refForName="bgRect" fact="0.2"/>
              <dgm:constr type="h" for="ch" forName="parentNode" refType="h" fact="0.82"/>
              <dgm:constr type="t" for="ch" forName="parentNode"/>
              <dgm:constr type="r" for="ch" forName="parentNode" refType="w"/>
              <dgm:constr type="h" for="ch" forName="childNode" refType="h" refFor="ch" refForName="bgRect"/>
              <dgm:constr type="t" for="ch" forName="childNode"/>
              <dgm:constr type="r" for="ch" forName="childNode" refType="l" refFor="ch" refForName="parentNode"/>
              <dgm:constr type="l" for="ch" forName="childNode" refType="w" refFor="ch" refForName="bgRect" fact="0.055"/>
            </dgm:constrLst>
          </dgm:else>
        </dgm:choose>
        <dgm:ruleLst>
          <dgm:rule type="w" for="ch" forName="childNode" val="NaN" fact="NaN" max="30"/>
        </dgm:ruleLst>
        <dgm:layoutNode name="bgRect" styleLbl="node1">
          <dgm:alg type="sp"/>
          <dgm:shape xmlns:r="http://schemas.openxmlformats.org/officeDocument/2006/relationships" type="roundRect" r:blip="" zOrderOff="-1">
            <dgm:adjLst>
              <dgm:adj idx="1" val="0.05"/>
            </dgm:adjLst>
          </dgm:shape>
          <dgm:presOf axis="self"/>
          <dgm:constrLst/>
          <dgm:ruleLst/>
        </dgm:layoutNode>
        <dgm:layoutNode name="parentNode" styleLbl="node1">
          <dgm:varLst>
            <dgm:chMax val="0"/>
            <dgm:bulletEnabled val="1"/>
          </dgm:varLst>
          <dgm:presOf axis="self"/>
          <dgm:choose name="Name8">
            <dgm:if name="Name9" func="var" arg="dir" op="equ" val="norm">
              <dgm:alg type="tx">
                <dgm:param type="autoTxRot" val="grav"/>
                <dgm:param type="txAnchorVert" val="t"/>
                <dgm:param type="parTxLTRAlign" val="r"/>
                <dgm:param type="parTxRTLAlign" val="r"/>
              </dgm:alg>
              <dgm:shape xmlns:r="http://schemas.openxmlformats.org/officeDocument/2006/relationships" rot="270" type="rect" r:blip="" hideGeom="1">
                <dgm:adjLst/>
              </dgm:shape>
              <dgm:constrLst>
                <dgm:constr type="primFontSz" val="65"/>
                <dgm:constr type="lMarg"/>
                <dgm:constr type="rMarg" refType="primFontSz" fact="0.35"/>
                <dgm:constr type="tMarg" refType="primFontSz" fact="0.27"/>
                <dgm:constr type="bMarg"/>
              </dgm:constrLst>
            </dgm:if>
            <dgm:else name="Name10">
              <dgm:alg type="tx">
                <dgm:param type="autoTxRot" val="grav"/>
                <dgm:param type="txAnchorVert" val="t"/>
                <dgm:param type="parTxLTRAlign" val="l"/>
                <dgm:param type="parTxRTLAlign" val="l"/>
              </dgm:alg>
              <dgm:shape xmlns:r="http://schemas.openxmlformats.org/officeDocument/2006/relationships" rot="90" type="rect" r:blip="" hideGeom="1">
                <dgm:adjLst/>
              </dgm:shape>
              <dgm:constrLst>
                <dgm:constr type="primFontSz" val="65"/>
                <dgm:constr type="lMarg" refType="primFontSz" fact="0.35"/>
                <dgm:constr type="rMarg"/>
                <dgm:constr type="tMarg" refType="primFontSz" fact="0.27"/>
                <dgm:constr type="bMarg"/>
              </dgm:constrLst>
            </dgm:else>
          </dgm:choose>
          <dgm:ruleLst>
            <dgm:rule type="primFontSz" val="5" fact="NaN" max="NaN"/>
          </dgm:ruleLst>
        </dgm:layoutNode>
        <dgm:choose name="Name11">
          <dgm:if name="Name12" axis="ch" ptType="node" func="cnt" op="gte" val="1">
            <dgm:layoutNode name="childNode" styleLbl="node1" moveWith="bgRect">
              <dgm:varLst>
                <dgm:bulletEnabled val="1"/>
              </dgm:varLst>
              <dgm:alg type="tx">
                <dgm:param type="parTxLTRAlign" val="l"/>
                <dgm:param type="parTxRTLAlign" val="r"/>
                <dgm:param type="txAnchorVert" val="t"/>
              </dgm:alg>
              <dgm:shape xmlns:r="http://schemas.openxmlformats.org/officeDocument/2006/relationships" type="rect" r:blip="" hideGeom="1">
                <dgm:adjLst/>
              </dgm:shape>
              <dgm:presOf axis="des" ptType="node"/>
              <dgm:constrLst>
                <dgm:constr type="primFontSz" val="65"/>
                <dgm:constr type="lMarg"/>
                <dgm:constr type="bMarg"/>
                <dgm:constr type="tMarg" refType="primFontSz" fact="0.27"/>
                <dgm:constr type="rMarg"/>
              </dgm:constrLst>
              <dgm:ruleLst>
                <dgm:rule type="primFontSz" val="5" fact="NaN" max="NaN"/>
              </dgm:ruleLst>
            </dgm:layoutNode>
          </dgm:if>
          <dgm:else name="Name13"/>
        </dgm:choose>
      </dgm:layoutNode>
      <dgm:forEach name="Name14" axis="followSib" ptType="sibTrans" cnt="1">
        <dgm:layoutNode name="hSp">
          <dgm:alg type="sp"/>
          <dgm:shape xmlns:r="http://schemas.openxmlformats.org/officeDocument/2006/relationships" r:blip="">
            <dgm:adjLst/>
          </dgm:shape>
          <dgm:presOf/>
          <dgm:constrLst/>
          <dgm:ruleLst/>
        </dgm:layoutNode>
        <dgm:layoutNode name="vProcSp" moveWith="bgRect">
          <dgm:alg type="lin">
            <dgm:param type="linDir" val="fromT"/>
          </dgm:alg>
          <dgm:shape xmlns:r="http://schemas.openxmlformats.org/officeDocument/2006/relationships" r:blip="">
            <dgm:adjLst/>
          </dgm:shape>
          <dgm:presOf/>
          <dgm:constrLst>
            <dgm:constr type="w" for="ch" forName="vSp1" refType="w"/>
            <dgm:constr type="w" for="ch" forName="simulatedConn" refType="w"/>
            <dgm:constr type="w" for="ch" forName="vSp2" refType="w"/>
          </dgm:constrLst>
          <dgm:ruleLst/>
          <dgm:layoutNode name="vSp1">
            <dgm:alg type="sp"/>
            <dgm:shape xmlns:r="http://schemas.openxmlformats.org/officeDocument/2006/relationships" r:blip="">
              <dgm:adjLst/>
            </dgm:shape>
            <dgm:presOf/>
            <dgm:constrLst/>
            <dgm:ruleLst/>
          </dgm:layoutNode>
          <dgm:layoutNode name="simulatedConn" styleLbl="solidFgAcc1">
            <dgm:alg type="sp"/>
            <dgm:choose name="Name15">
              <dgm:if name="Name16" func="var" arg="dir" op="equ" val="norm">
                <dgm:shape xmlns:r="http://schemas.openxmlformats.org/officeDocument/2006/relationships" rot="90" type="flowChartExtract" r:blip="">
                  <dgm:adjLst/>
                </dgm:shape>
              </dgm:if>
              <dgm:else name="Name17">
                <dgm:shape xmlns:r="http://schemas.openxmlformats.org/officeDocument/2006/relationships" rot="-90" type="flowChartExtract" r:blip="">
                  <dgm:adjLst/>
                </dgm:shape>
              </dgm:else>
            </dgm:choose>
            <dgm:presOf/>
            <dgm:constrLst/>
            <dgm:ruleLst/>
          </dgm:layoutNode>
          <dgm:layoutNode name="vSp2">
            <dgm:alg type="sp"/>
            <dgm:shape xmlns:r="http://schemas.openxmlformats.org/officeDocument/2006/relationships" r:blip="">
              <dgm:adjLst/>
            </dgm:shape>
            <dgm:presOf/>
            <dgm:constrLst/>
            <dgm:ruleLst/>
          </dgm:layoutNode>
        </dgm:layoutNode>
        <dgm:layoutNode name="sibTrans">
          <dgm:alg type="sp"/>
          <dgm:shape xmlns:r="http://schemas.openxmlformats.org/officeDocument/2006/relationships" r:blip="">
            <dgm:adjLst/>
          </dgm:shape>
          <dgm:presOf/>
          <dgm:constrLst/>
          <dgm:ruleLst/>
        </dgm:layoutNode>
      </dgm:forEach>
    </dgm:forEach>
  </dgm:layoutNode>
</dgm:layoutDef>
</file>

<file path=ppt/diagrams/layout14.xml><?xml version="1.0" encoding="utf-8"?>
<dgm:layoutDef xmlns:dgm="http://schemas.openxmlformats.org/drawingml/2006/diagram" xmlns:a="http://schemas.openxmlformats.org/drawingml/2006/main" uniqueId="urn:microsoft.com/office/officeart/2005/8/layout/hProcess7">
  <dgm:title val=""/>
  <dgm:desc val=""/>
  <dgm:catLst>
    <dgm:cat type="process" pri="21000"/>
    <dgm:cat type="list" pri="9000"/>
  </dgm:catLst>
  <dgm:sampData>
    <dgm:dataModel>
      <dgm:ptLst>
        <dgm:pt modelId="0" type="doc"/>
        <dgm:pt modelId="1">
          <dgm:prSet phldr="1"/>
        </dgm:pt>
        <dgm:pt modelId="11">
          <dgm:prSet phldr="1"/>
        </dgm:pt>
        <dgm:pt modelId="2">
          <dgm:prSet phldr="1"/>
        </dgm:pt>
        <dgm:pt modelId="21">
          <dgm:prSet phldr="1"/>
        </dgm:pt>
        <dgm:pt modelId="3">
          <dgm:prSet phldr="1"/>
        </dgm:pt>
        <dgm:pt modelId="31">
          <dgm:prSet phldr="1"/>
        </dgm:pt>
      </dgm:ptLst>
      <dgm:cxnLst>
        <dgm:cxn modelId="4" srcId="0" destId="1" srcOrd="0" destOrd="0"/>
        <dgm:cxn modelId="5" srcId="0" destId="2" srcOrd="1" destOrd="0"/>
        <dgm:cxn modelId="6" srcId="0" destId="3" srcOrd="2" destOrd="0"/>
        <dgm:cxn modelId="13" srcId="1" destId="11" srcOrd="0" destOrd="0"/>
        <dgm:cxn modelId="23" srcId="2" destId="21" srcOrd="0" destOrd="0"/>
        <dgm:cxn modelId="33" srcId="3" destId="31" srcOrd="0" destOrd="0"/>
      </dgm:cxnLst>
      <dgm:bg/>
      <dgm:whole/>
    </dgm:dataModel>
  </dgm:sampData>
  <dgm:styleData>
    <dgm:dataModel>
      <dgm:ptLst>
        <dgm:pt modelId="0" type="doc"/>
        <dgm:pt modelId="1"/>
        <dgm:pt modelId="11"/>
        <dgm:pt modelId="2"/>
        <dgm:pt modelId="21"/>
      </dgm:ptLst>
      <dgm:cxnLst>
        <dgm:cxn modelId="4" srcId="0" destId="1" srcOrd="0" destOrd="0"/>
        <dgm:cxn modelId="5" srcId="0" destId="2" srcOrd="1" destOrd="0"/>
        <dgm:cxn modelId="13" srcId="1" destId="11" srcOrd="0" destOrd="0"/>
        <dgm:cxn modelId="23" srcId="2" destId="21" srcOrd="0" destOrd="0"/>
      </dgm:cxnLst>
      <dgm:bg/>
      <dgm:whole/>
    </dgm:dataModel>
  </dgm:styleData>
  <dgm:clrData>
    <dgm:dataModel>
      <dgm:ptLst>
        <dgm:pt modelId="0" type="doc"/>
        <dgm:pt modelId="1"/>
        <dgm:pt modelId="11"/>
        <dgm:pt modelId="2"/>
        <dgm:pt modelId="21"/>
        <dgm:pt modelId="3"/>
        <dgm:pt modelId="31"/>
        <dgm:pt modelId="4"/>
        <dgm:pt modelId="41"/>
      </dgm:ptLst>
      <dgm:cxnLst>
        <dgm:cxn modelId="5" srcId="0" destId="1" srcOrd="0" destOrd="0"/>
        <dgm:cxn modelId="6" srcId="0" destId="2" srcOrd="1" destOrd="0"/>
        <dgm:cxn modelId="7" srcId="0" destId="3" srcOrd="2" destOrd="0"/>
        <dgm:cxn modelId="8" srcId="0" destId="4" srcOrd="3" destOrd="0"/>
        <dgm:cxn modelId="13" srcId="1" destId="11" srcOrd="0" destOrd="0"/>
        <dgm:cxn modelId="23" srcId="2" destId="21" srcOrd="0" destOrd="0"/>
        <dgm:cxn modelId="33" srcId="3" destId="31" srcOrd="0" destOrd="0"/>
        <dgm:cxn modelId="43" srcId="4" destId="41" srcOrd="0" destOrd="0"/>
      </dgm:cxnLst>
      <dgm:bg/>
      <dgm:whole/>
    </dgm:dataModel>
  </dgm:clrData>
  <dgm:layoutNode name="Name0">
    <dgm:varLst>
      <dgm:dir/>
      <dgm:animLvl val="lvl"/>
      <dgm:resizeHandles val="exact"/>
    </dgm:varLst>
    <dgm:choose name="Name1">
      <dgm:if name="Name2" func="var" arg="dir" op="equ" val="norm">
        <dgm:alg type="lin">
          <dgm:param type="linDir" val="fromL"/>
          <dgm:param type="nodeVertAlign" val="t"/>
        </dgm:alg>
      </dgm:if>
      <dgm:else name="Name3">
        <dgm:alg type="lin">
          <dgm:param type="linDir" val="fromR"/>
          <dgm:param type="nodeVertAlign" val="t"/>
        </dgm:alg>
      </dgm:else>
    </dgm:choose>
    <dgm:shape xmlns:r="http://schemas.openxmlformats.org/officeDocument/2006/relationships" r:blip="">
      <dgm:adjLst/>
    </dgm:shape>
    <dgm:presOf/>
    <dgm:constrLst>
      <dgm:constr type="h" for="ch" forName="compositeNode" refType="h"/>
      <dgm:constr type="w" for="ch" forName="compositeNode" refType="w"/>
      <dgm:constr type="w" for="ch" forName="hSp" refType="w" refFor="ch" refForName="compositeNode" fact="-0.035"/>
      <dgm:constr type="w" for="des" forName="simulatedConn" refType="w" refFor="ch" refForName="compositeNode" fact="0.15"/>
      <dgm:constr type="h" for="des" forName="simulatedConn" refType="w" refFor="des" refForName="simulatedConn"/>
      <dgm:constr type="h" for="des" forName="vSp1" refType="w" refFor="ch" refForName="compositeNode" fact="0.8"/>
      <dgm:constr type="h" for="des" forName="vSp2" refType="w" refFor="ch" refForName="compositeNode" fact="0.07"/>
      <dgm:constr type="w" for="ch" forName="vProcSp" refType="w" refFor="des" refForName="simulatedConn" op="equ"/>
      <dgm:constr type="h" for="ch" forName="vProcSp" refType="h" refFor="ch" refForName="compositeNode" op="equ"/>
      <dgm:constr type="w" for="ch" forName="sibTrans" refType="w" refFor="ch" refForName="compositeNode" fact="-0.08"/>
      <dgm:constr type="primFontSz" for="des" forName="parentNode" op="equ"/>
      <dgm:constr type="primFontSz" for="des" forName="childNode" op="equ"/>
    </dgm:constrLst>
    <dgm:ruleLst/>
    <dgm:forEach name="Name4" axis="ch" ptType="node">
      <dgm:layoutNode name="compositeNode">
        <dgm:varLst>
          <dgm:bulletEnabled val="1"/>
        </dgm:varLst>
        <dgm:alg type="composite"/>
        <dgm:choose name="Name5">
          <dgm:if name="Name6" func="var" arg="dir" op="equ" val="norm">
            <dgm:constrLst>
              <dgm:constr type="h" refType="w" op="lte" fact="1.2"/>
              <dgm:constr type="w" for="ch" forName="bgRect" refType="w"/>
              <dgm:constr type="h" for="ch" forName="bgRect" refType="h"/>
              <dgm:constr type="t" for="ch" forName="bgRect"/>
              <dgm:constr type="l" for="ch" forName="bgRect"/>
              <dgm:constr type="w" for="ch" forName="parentNode" refType="w" refFor="ch" refForName="bgRect" fact="0.2"/>
              <dgm:constr type="h" for="ch" forName="parentNode" refType="h" fact="0.82"/>
              <dgm:constr type="t" for="ch" forName="parentNode"/>
              <dgm:constr type="l" for="ch" forName="parentNode"/>
              <dgm:constr type="r" for="ch" forName="childNode" refType="r" refFor="ch" refForName="bgRect" fact="0.945"/>
              <dgm:constr type="h" for="ch" forName="childNode" refType="h" refFor="ch" refForName="bgRect" op="equ"/>
              <dgm:constr type="t" for="ch" forName="childNode"/>
              <dgm:constr type="l" for="ch" forName="childNode" refType="r" refFor="ch" refForName="parentNode"/>
            </dgm:constrLst>
          </dgm:if>
          <dgm:else name="Name7">
            <dgm:constrLst>
              <dgm:constr type="h" refType="w" op="lte" fact="1.2"/>
              <dgm:constr type="w" for="ch" forName="bgRect" refType="w"/>
              <dgm:constr type="h" for="ch" forName="bgRect" refType="h"/>
              <dgm:constr type="t" for="ch" forName="bgRect"/>
              <dgm:constr type="r" for="ch" forName="bgRect" refType="w"/>
              <dgm:constr type="w" for="ch" forName="parentNode" refType="w" refFor="ch" refForName="bgRect" fact="0.2"/>
              <dgm:constr type="h" for="ch" forName="parentNode" refType="h" fact="0.82"/>
              <dgm:constr type="t" for="ch" forName="parentNode"/>
              <dgm:constr type="r" for="ch" forName="parentNode" refType="w"/>
              <dgm:constr type="h" for="ch" forName="childNode" refType="h" refFor="ch" refForName="bgRect"/>
              <dgm:constr type="t" for="ch" forName="childNode"/>
              <dgm:constr type="r" for="ch" forName="childNode" refType="l" refFor="ch" refForName="parentNode"/>
              <dgm:constr type="l" for="ch" forName="childNode" refType="w" refFor="ch" refForName="bgRect" fact="0.055"/>
            </dgm:constrLst>
          </dgm:else>
        </dgm:choose>
        <dgm:ruleLst>
          <dgm:rule type="w" for="ch" forName="childNode" val="NaN" fact="NaN" max="30"/>
        </dgm:ruleLst>
        <dgm:layoutNode name="bgRect" styleLbl="node1">
          <dgm:alg type="sp"/>
          <dgm:shape xmlns:r="http://schemas.openxmlformats.org/officeDocument/2006/relationships" type="roundRect" r:blip="" zOrderOff="-1">
            <dgm:adjLst>
              <dgm:adj idx="1" val="0.05"/>
            </dgm:adjLst>
          </dgm:shape>
          <dgm:presOf axis="self"/>
          <dgm:constrLst/>
          <dgm:ruleLst/>
        </dgm:layoutNode>
        <dgm:layoutNode name="parentNode" styleLbl="node1">
          <dgm:varLst>
            <dgm:chMax val="0"/>
            <dgm:bulletEnabled val="1"/>
          </dgm:varLst>
          <dgm:presOf axis="self"/>
          <dgm:choose name="Name8">
            <dgm:if name="Name9" func="var" arg="dir" op="equ" val="norm">
              <dgm:alg type="tx">
                <dgm:param type="autoTxRot" val="grav"/>
                <dgm:param type="txAnchorVert" val="t"/>
                <dgm:param type="parTxLTRAlign" val="r"/>
                <dgm:param type="parTxRTLAlign" val="r"/>
              </dgm:alg>
              <dgm:shape xmlns:r="http://schemas.openxmlformats.org/officeDocument/2006/relationships" rot="270" type="rect" r:blip="" hideGeom="1">
                <dgm:adjLst/>
              </dgm:shape>
              <dgm:constrLst>
                <dgm:constr type="primFontSz" val="65"/>
                <dgm:constr type="lMarg"/>
                <dgm:constr type="rMarg" refType="primFontSz" fact="0.35"/>
                <dgm:constr type="tMarg" refType="primFontSz" fact="0.27"/>
                <dgm:constr type="bMarg"/>
              </dgm:constrLst>
            </dgm:if>
            <dgm:else name="Name10">
              <dgm:alg type="tx">
                <dgm:param type="autoTxRot" val="grav"/>
                <dgm:param type="txAnchorVert" val="t"/>
                <dgm:param type="parTxLTRAlign" val="l"/>
                <dgm:param type="parTxRTLAlign" val="l"/>
              </dgm:alg>
              <dgm:shape xmlns:r="http://schemas.openxmlformats.org/officeDocument/2006/relationships" rot="90" type="rect" r:blip="" hideGeom="1">
                <dgm:adjLst/>
              </dgm:shape>
              <dgm:constrLst>
                <dgm:constr type="primFontSz" val="65"/>
                <dgm:constr type="lMarg" refType="primFontSz" fact="0.35"/>
                <dgm:constr type="rMarg"/>
                <dgm:constr type="tMarg" refType="primFontSz" fact="0.27"/>
                <dgm:constr type="bMarg"/>
              </dgm:constrLst>
            </dgm:else>
          </dgm:choose>
          <dgm:ruleLst>
            <dgm:rule type="primFontSz" val="5" fact="NaN" max="NaN"/>
          </dgm:ruleLst>
        </dgm:layoutNode>
        <dgm:choose name="Name11">
          <dgm:if name="Name12" axis="ch" ptType="node" func="cnt" op="gte" val="1">
            <dgm:layoutNode name="childNode" styleLbl="node1" moveWith="bgRect">
              <dgm:varLst>
                <dgm:bulletEnabled val="1"/>
              </dgm:varLst>
              <dgm:alg type="tx">
                <dgm:param type="parTxLTRAlign" val="l"/>
                <dgm:param type="parTxRTLAlign" val="r"/>
                <dgm:param type="txAnchorVert" val="t"/>
              </dgm:alg>
              <dgm:shape xmlns:r="http://schemas.openxmlformats.org/officeDocument/2006/relationships" type="rect" r:blip="" hideGeom="1">
                <dgm:adjLst/>
              </dgm:shape>
              <dgm:presOf axis="des" ptType="node"/>
              <dgm:constrLst>
                <dgm:constr type="primFontSz" val="65"/>
                <dgm:constr type="lMarg"/>
                <dgm:constr type="bMarg"/>
                <dgm:constr type="tMarg" refType="primFontSz" fact="0.27"/>
                <dgm:constr type="rMarg"/>
              </dgm:constrLst>
              <dgm:ruleLst>
                <dgm:rule type="primFontSz" val="5" fact="NaN" max="NaN"/>
              </dgm:ruleLst>
            </dgm:layoutNode>
          </dgm:if>
          <dgm:else name="Name13"/>
        </dgm:choose>
      </dgm:layoutNode>
      <dgm:forEach name="Name14" axis="followSib" ptType="sibTrans" cnt="1">
        <dgm:layoutNode name="hSp">
          <dgm:alg type="sp"/>
          <dgm:shape xmlns:r="http://schemas.openxmlformats.org/officeDocument/2006/relationships" r:blip="">
            <dgm:adjLst/>
          </dgm:shape>
          <dgm:presOf/>
          <dgm:constrLst/>
          <dgm:ruleLst/>
        </dgm:layoutNode>
        <dgm:layoutNode name="vProcSp" moveWith="bgRect">
          <dgm:alg type="lin">
            <dgm:param type="linDir" val="fromT"/>
          </dgm:alg>
          <dgm:shape xmlns:r="http://schemas.openxmlformats.org/officeDocument/2006/relationships" r:blip="">
            <dgm:adjLst/>
          </dgm:shape>
          <dgm:presOf/>
          <dgm:constrLst>
            <dgm:constr type="w" for="ch" forName="vSp1" refType="w"/>
            <dgm:constr type="w" for="ch" forName="simulatedConn" refType="w"/>
            <dgm:constr type="w" for="ch" forName="vSp2" refType="w"/>
          </dgm:constrLst>
          <dgm:ruleLst/>
          <dgm:layoutNode name="vSp1">
            <dgm:alg type="sp"/>
            <dgm:shape xmlns:r="http://schemas.openxmlformats.org/officeDocument/2006/relationships" r:blip="">
              <dgm:adjLst/>
            </dgm:shape>
            <dgm:presOf/>
            <dgm:constrLst/>
            <dgm:ruleLst/>
          </dgm:layoutNode>
          <dgm:layoutNode name="simulatedConn" styleLbl="solidFgAcc1">
            <dgm:alg type="sp"/>
            <dgm:choose name="Name15">
              <dgm:if name="Name16" func="var" arg="dir" op="equ" val="norm">
                <dgm:shape xmlns:r="http://schemas.openxmlformats.org/officeDocument/2006/relationships" rot="90" type="flowChartExtract" r:blip="">
                  <dgm:adjLst/>
                </dgm:shape>
              </dgm:if>
              <dgm:else name="Name17">
                <dgm:shape xmlns:r="http://schemas.openxmlformats.org/officeDocument/2006/relationships" rot="-90" type="flowChartExtract" r:blip="">
                  <dgm:adjLst/>
                </dgm:shape>
              </dgm:else>
            </dgm:choose>
            <dgm:presOf/>
            <dgm:constrLst/>
            <dgm:ruleLst/>
          </dgm:layoutNode>
          <dgm:layoutNode name="vSp2">
            <dgm:alg type="sp"/>
            <dgm:shape xmlns:r="http://schemas.openxmlformats.org/officeDocument/2006/relationships" r:blip="">
              <dgm:adjLst/>
            </dgm:shape>
            <dgm:presOf/>
            <dgm:constrLst/>
            <dgm:ruleLst/>
          </dgm:layoutNode>
        </dgm:layoutNode>
        <dgm:layoutNode name="sibTrans">
          <dgm:alg type="sp"/>
          <dgm:shape xmlns:r="http://schemas.openxmlformats.org/officeDocument/2006/relationships" r:blip="">
            <dgm:adjLst/>
          </dgm:shape>
          <dgm:presOf/>
          <dgm:constrLst/>
          <dgm:ruleLst/>
        </dgm:layoutNode>
      </dgm:forEach>
    </dgm:forEach>
  </dgm:layoutNode>
</dgm:layoutDef>
</file>

<file path=ppt/diagrams/layout15.xml><?xml version="1.0" encoding="utf-8"?>
<dgm:layoutDef xmlns:dgm="http://schemas.openxmlformats.org/drawingml/2006/diagram" xmlns:a="http://schemas.openxmlformats.org/drawingml/2006/main" uniqueId="urn:microsoft.com/office/officeart/2005/8/layout/hProcess7">
  <dgm:title val=""/>
  <dgm:desc val=""/>
  <dgm:catLst>
    <dgm:cat type="process" pri="21000"/>
    <dgm:cat type="list" pri="9000"/>
  </dgm:catLst>
  <dgm:sampData>
    <dgm:dataModel>
      <dgm:ptLst>
        <dgm:pt modelId="0" type="doc"/>
        <dgm:pt modelId="1">
          <dgm:prSet phldr="1"/>
        </dgm:pt>
        <dgm:pt modelId="11">
          <dgm:prSet phldr="1"/>
        </dgm:pt>
        <dgm:pt modelId="2">
          <dgm:prSet phldr="1"/>
        </dgm:pt>
        <dgm:pt modelId="21">
          <dgm:prSet phldr="1"/>
        </dgm:pt>
        <dgm:pt modelId="3">
          <dgm:prSet phldr="1"/>
        </dgm:pt>
        <dgm:pt modelId="31">
          <dgm:prSet phldr="1"/>
        </dgm:pt>
      </dgm:ptLst>
      <dgm:cxnLst>
        <dgm:cxn modelId="4" srcId="0" destId="1" srcOrd="0" destOrd="0"/>
        <dgm:cxn modelId="5" srcId="0" destId="2" srcOrd="1" destOrd="0"/>
        <dgm:cxn modelId="6" srcId="0" destId="3" srcOrd="2" destOrd="0"/>
        <dgm:cxn modelId="13" srcId="1" destId="11" srcOrd="0" destOrd="0"/>
        <dgm:cxn modelId="23" srcId="2" destId="21" srcOrd="0" destOrd="0"/>
        <dgm:cxn modelId="33" srcId="3" destId="31" srcOrd="0" destOrd="0"/>
      </dgm:cxnLst>
      <dgm:bg/>
      <dgm:whole/>
    </dgm:dataModel>
  </dgm:sampData>
  <dgm:styleData>
    <dgm:dataModel>
      <dgm:ptLst>
        <dgm:pt modelId="0" type="doc"/>
        <dgm:pt modelId="1"/>
        <dgm:pt modelId="11"/>
        <dgm:pt modelId="2"/>
        <dgm:pt modelId="21"/>
      </dgm:ptLst>
      <dgm:cxnLst>
        <dgm:cxn modelId="4" srcId="0" destId="1" srcOrd="0" destOrd="0"/>
        <dgm:cxn modelId="5" srcId="0" destId="2" srcOrd="1" destOrd="0"/>
        <dgm:cxn modelId="13" srcId="1" destId="11" srcOrd="0" destOrd="0"/>
        <dgm:cxn modelId="23" srcId="2" destId="21" srcOrd="0" destOrd="0"/>
      </dgm:cxnLst>
      <dgm:bg/>
      <dgm:whole/>
    </dgm:dataModel>
  </dgm:styleData>
  <dgm:clrData>
    <dgm:dataModel>
      <dgm:ptLst>
        <dgm:pt modelId="0" type="doc"/>
        <dgm:pt modelId="1"/>
        <dgm:pt modelId="11"/>
        <dgm:pt modelId="2"/>
        <dgm:pt modelId="21"/>
        <dgm:pt modelId="3"/>
        <dgm:pt modelId="31"/>
        <dgm:pt modelId="4"/>
        <dgm:pt modelId="41"/>
      </dgm:ptLst>
      <dgm:cxnLst>
        <dgm:cxn modelId="5" srcId="0" destId="1" srcOrd="0" destOrd="0"/>
        <dgm:cxn modelId="6" srcId="0" destId="2" srcOrd="1" destOrd="0"/>
        <dgm:cxn modelId="7" srcId="0" destId="3" srcOrd="2" destOrd="0"/>
        <dgm:cxn modelId="8" srcId="0" destId="4" srcOrd="3" destOrd="0"/>
        <dgm:cxn modelId="13" srcId="1" destId="11" srcOrd="0" destOrd="0"/>
        <dgm:cxn modelId="23" srcId="2" destId="21" srcOrd="0" destOrd="0"/>
        <dgm:cxn modelId="33" srcId="3" destId="31" srcOrd="0" destOrd="0"/>
        <dgm:cxn modelId="43" srcId="4" destId="41" srcOrd="0" destOrd="0"/>
      </dgm:cxnLst>
      <dgm:bg/>
      <dgm:whole/>
    </dgm:dataModel>
  </dgm:clrData>
  <dgm:layoutNode name="Name0">
    <dgm:varLst>
      <dgm:dir/>
      <dgm:animLvl val="lvl"/>
      <dgm:resizeHandles val="exact"/>
    </dgm:varLst>
    <dgm:choose name="Name1">
      <dgm:if name="Name2" func="var" arg="dir" op="equ" val="norm">
        <dgm:alg type="lin">
          <dgm:param type="linDir" val="fromL"/>
          <dgm:param type="nodeVertAlign" val="t"/>
        </dgm:alg>
      </dgm:if>
      <dgm:else name="Name3">
        <dgm:alg type="lin">
          <dgm:param type="linDir" val="fromR"/>
          <dgm:param type="nodeVertAlign" val="t"/>
        </dgm:alg>
      </dgm:else>
    </dgm:choose>
    <dgm:shape xmlns:r="http://schemas.openxmlformats.org/officeDocument/2006/relationships" r:blip="">
      <dgm:adjLst/>
    </dgm:shape>
    <dgm:presOf/>
    <dgm:constrLst>
      <dgm:constr type="h" for="ch" forName="compositeNode" refType="h"/>
      <dgm:constr type="w" for="ch" forName="compositeNode" refType="w"/>
      <dgm:constr type="w" for="ch" forName="hSp" refType="w" refFor="ch" refForName="compositeNode" fact="-0.035"/>
      <dgm:constr type="w" for="des" forName="simulatedConn" refType="w" refFor="ch" refForName="compositeNode" fact="0.15"/>
      <dgm:constr type="h" for="des" forName="simulatedConn" refType="w" refFor="des" refForName="simulatedConn"/>
      <dgm:constr type="h" for="des" forName="vSp1" refType="w" refFor="ch" refForName="compositeNode" fact="0.8"/>
      <dgm:constr type="h" for="des" forName="vSp2" refType="w" refFor="ch" refForName="compositeNode" fact="0.07"/>
      <dgm:constr type="w" for="ch" forName="vProcSp" refType="w" refFor="des" refForName="simulatedConn" op="equ"/>
      <dgm:constr type="h" for="ch" forName="vProcSp" refType="h" refFor="ch" refForName="compositeNode" op="equ"/>
      <dgm:constr type="w" for="ch" forName="sibTrans" refType="w" refFor="ch" refForName="compositeNode" fact="-0.08"/>
      <dgm:constr type="primFontSz" for="des" forName="parentNode" op="equ"/>
      <dgm:constr type="primFontSz" for="des" forName="childNode" op="equ"/>
    </dgm:constrLst>
    <dgm:ruleLst/>
    <dgm:forEach name="Name4" axis="ch" ptType="node">
      <dgm:layoutNode name="compositeNode">
        <dgm:varLst>
          <dgm:bulletEnabled val="1"/>
        </dgm:varLst>
        <dgm:alg type="composite"/>
        <dgm:choose name="Name5">
          <dgm:if name="Name6" func="var" arg="dir" op="equ" val="norm">
            <dgm:constrLst>
              <dgm:constr type="h" refType="w" op="lte" fact="1.2"/>
              <dgm:constr type="w" for="ch" forName="bgRect" refType="w"/>
              <dgm:constr type="h" for="ch" forName="bgRect" refType="h"/>
              <dgm:constr type="t" for="ch" forName="bgRect"/>
              <dgm:constr type="l" for="ch" forName="bgRect"/>
              <dgm:constr type="w" for="ch" forName="parentNode" refType="w" refFor="ch" refForName="bgRect" fact="0.2"/>
              <dgm:constr type="h" for="ch" forName="parentNode" refType="h" fact="0.82"/>
              <dgm:constr type="t" for="ch" forName="parentNode"/>
              <dgm:constr type="l" for="ch" forName="parentNode"/>
              <dgm:constr type="r" for="ch" forName="childNode" refType="r" refFor="ch" refForName="bgRect" fact="0.945"/>
              <dgm:constr type="h" for="ch" forName="childNode" refType="h" refFor="ch" refForName="bgRect" op="equ"/>
              <dgm:constr type="t" for="ch" forName="childNode"/>
              <dgm:constr type="l" for="ch" forName="childNode" refType="r" refFor="ch" refForName="parentNode"/>
            </dgm:constrLst>
          </dgm:if>
          <dgm:else name="Name7">
            <dgm:constrLst>
              <dgm:constr type="h" refType="w" op="lte" fact="1.2"/>
              <dgm:constr type="w" for="ch" forName="bgRect" refType="w"/>
              <dgm:constr type="h" for="ch" forName="bgRect" refType="h"/>
              <dgm:constr type="t" for="ch" forName="bgRect"/>
              <dgm:constr type="r" for="ch" forName="bgRect" refType="w"/>
              <dgm:constr type="w" for="ch" forName="parentNode" refType="w" refFor="ch" refForName="bgRect" fact="0.2"/>
              <dgm:constr type="h" for="ch" forName="parentNode" refType="h" fact="0.82"/>
              <dgm:constr type="t" for="ch" forName="parentNode"/>
              <dgm:constr type="r" for="ch" forName="parentNode" refType="w"/>
              <dgm:constr type="h" for="ch" forName="childNode" refType="h" refFor="ch" refForName="bgRect"/>
              <dgm:constr type="t" for="ch" forName="childNode"/>
              <dgm:constr type="r" for="ch" forName="childNode" refType="l" refFor="ch" refForName="parentNode"/>
              <dgm:constr type="l" for="ch" forName="childNode" refType="w" refFor="ch" refForName="bgRect" fact="0.055"/>
            </dgm:constrLst>
          </dgm:else>
        </dgm:choose>
        <dgm:ruleLst>
          <dgm:rule type="w" for="ch" forName="childNode" val="NaN" fact="NaN" max="30"/>
        </dgm:ruleLst>
        <dgm:layoutNode name="bgRect" styleLbl="node1">
          <dgm:alg type="sp"/>
          <dgm:shape xmlns:r="http://schemas.openxmlformats.org/officeDocument/2006/relationships" type="roundRect" r:blip="" zOrderOff="-1">
            <dgm:adjLst>
              <dgm:adj idx="1" val="0.05"/>
            </dgm:adjLst>
          </dgm:shape>
          <dgm:presOf axis="self"/>
          <dgm:constrLst/>
          <dgm:ruleLst/>
        </dgm:layoutNode>
        <dgm:layoutNode name="parentNode" styleLbl="node1">
          <dgm:varLst>
            <dgm:chMax val="0"/>
            <dgm:bulletEnabled val="1"/>
          </dgm:varLst>
          <dgm:presOf axis="self"/>
          <dgm:choose name="Name8">
            <dgm:if name="Name9" func="var" arg="dir" op="equ" val="norm">
              <dgm:alg type="tx">
                <dgm:param type="autoTxRot" val="grav"/>
                <dgm:param type="txAnchorVert" val="t"/>
                <dgm:param type="parTxLTRAlign" val="r"/>
                <dgm:param type="parTxRTLAlign" val="r"/>
              </dgm:alg>
              <dgm:shape xmlns:r="http://schemas.openxmlformats.org/officeDocument/2006/relationships" rot="270" type="rect" r:blip="" hideGeom="1">
                <dgm:adjLst/>
              </dgm:shape>
              <dgm:constrLst>
                <dgm:constr type="primFontSz" val="65"/>
                <dgm:constr type="lMarg"/>
                <dgm:constr type="rMarg" refType="primFontSz" fact="0.35"/>
                <dgm:constr type="tMarg" refType="primFontSz" fact="0.27"/>
                <dgm:constr type="bMarg"/>
              </dgm:constrLst>
            </dgm:if>
            <dgm:else name="Name10">
              <dgm:alg type="tx">
                <dgm:param type="autoTxRot" val="grav"/>
                <dgm:param type="txAnchorVert" val="t"/>
                <dgm:param type="parTxLTRAlign" val="l"/>
                <dgm:param type="parTxRTLAlign" val="l"/>
              </dgm:alg>
              <dgm:shape xmlns:r="http://schemas.openxmlformats.org/officeDocument/2006/relationships" rot="90" type="rect" r:blip="" hideGeom="1">
                <dgm:adjLst/>
              </dgm:shape>
              <dgm:constrLst>
                <dgm:constr type="primFontSz" val="65"/>
                <dgm:constr type="lMarg" refType="primFontSz" fact="0.35"/>
                <dgm:constr type="rMarg"/>
                <dgm:constr type="tMarg" refType="primFontSz" fact="0.27"/>
                <dgm:constr type="bMarg"/>
              </dgm:constrLst>
            </dgm:else>
          </dgm:choose>
          <dgm:ruleLst>
            <dgm:rule type="primFontSz" val="5" fact="NaN" max="NaN"/>
          </dgm:ruleLst>
        </dgm:layoutNode>
        <dgm:choose name="Name11">
          <dgm:if name="Name12" axis="ch" ptType="node" func="cnt" op="gte" val="1">
            <dgm:layoutNode name="childNode" styleLbl="node1" moveWith="bgRect">
              <dgm:varLst>
                <dgm:bulletEnabled val="1"/>
              </dgm:varLst>
              <dgm:alg type="tx">
                <dgm:param type="parTxLTRAlign" val="l"/>
                <dgm:param type="parTxRTLAlign" val="r"/>
                <dgm:param type="txAnchorVert" val="t"/>
              </dgm:alg>
              <dgm:shape xmlns:r="http://schemas.openxmlformats.org/officeDocument/2006/relationships" type="rect" r:blip="" hideGeom="1">
                <dgm:adjLst/>
              </dgm:shape>
              <dgm:presOf axis="des" ptType="node"/>
              <dgm:constrLst>
                <dgm:constr type="primFontSz" val="65"/>
                <dgm:constr type="lMarg"/>
                <dgm:constr type="bMarg"/>
                <dgm:constr type="tMarg" refType="primFontSz" fact="0.27"/>
                <dgm:constr type="rMarg"/>
              </dgm:constrLst>
              <dgm:ruleLst>
                <dgm:rule type="primFontSz" val="5" fact="NaN" max="NaN"/>
              </dgm:ruleLst>
            </dgm:layoutNode>
          </dgm:if>
          <dgm:else name="Name13"/>
        </dgm:choose>
      </dgm:layoutNode>
      <dgm:forEach name="Name14" axis="followSib" ptType="sibTrans" cnt="1">
        <dgm:layoutNode name="hSp">
          <dgm:alg type="sp"/>
          <dgm:shape xmlns:r="http://schemas.openxmlformats.org/officeDocument/2006/relationships" r:blip="">
            <dgm:adjLst/>
          </dgm:shape>
          <dgm:presOf/>
          <dgm:constrLst/>
          <dgm:ruleLst/>
        </dgm:layoutNode>
        <dgm:layoutNode name="vProcSp" moveWith="bgRect">
          <dgm:alg type="lin">
            <dgm:param type="linDir" val="fromT"/>
          </dgm:alg>
          <dgm:shape xmlns:r="http://schemas.openxmlformats.org/officeDocument/2006/relationships" r:blip="">
            <dgm:adjLst/>
          </dgm:shape>
          <dgm:presOf/>
          <dgm:constrLst>
            <dgm:constr type="w" for="ch" forName="vSp1" refType="w"/>
            <dgm:constr type="w" for="ch" forName="simulatedConn" refType="w"/>
            <dgm:constr type="w" for="ch" forName="vSp2" refType="w"/>
          </dgm:constrLst>
          <dgm:ruleLst/>
          <dgm:layoutNode name="vSp1">
            <dgm:alg type="sp"/>
            <dgm:shape xmlns:r="http://schemas.openxmlformats.org/officeDocument/2006/relationships" r:blip="">
              <dgm:adjLst/>
            </dgm:shape>
            <dgm:presOf/>
            <dgm:constrLst/>
            <dgm:ruleLst/>
          </dgm:layoutNode>
          <dgm:layoutNode name="simulatedConn" styleLbl="solidFgAcc1">
            <dgm:alg type="sp"/>
            <dgm:choose name="Name15">
              <dgm:if name="Name16" func="var" arg="dir" op="equ" val="norm">
                <dgm:shape xmlns:r="http://schemas.openxmlformats.org/officeDocument/2006/relationships" rot="90" type="flowChartExtract" r:blip="">
                  <dgm:adjLst/>
                </dgm:shape>
              </dgm:if>
              <dgm:else name="Name17">
                <dgm:shape xmlns:r="http://schemas.openxmlformats.org/officeDocument/2006/relationships" rot="-90" type="flowChartExtract" r:blip="">
                  <dgm:adjLst/>
                </dgm:shape>
              </dgm:else>
            </dgm:choose>
            <dgm:presOf/>
            <dgm:constrLst/>
            <dgm:ruleLst/>
          </dgm:layoutNode>
          <dgm:layoutNode name="vSp2">
            <dgm:alg type="sp"/>
            <dgm:shape xmlns:r="http://schemas.openxmlformats.org/officeDocument/2006/relationships" r:blip="">
              <dgm:adjLst/>
            </dgm:shape>
            <dgm:presOf/>
            <dgm:constrLst/>
            <dgm:ruleLst/>
          </dgm:layoutNode>
        </dgm:layoutNode>
        <dgm:layoutNode name="sibTrans">
          <dgm:alg type="sp"/>
          <dgm:shape xmlns:r="http://schemas.openxmlformats.org/officeDocument/2006/relationships" r:blip="">
            <dgm:adjLst/>
          </dgm:shape>
          <dgm:presOf/>
          <dgm:constrLst/>
          <dgm:ruleLst/>
        </dgm:layoutNode>
      </dgm:forEach>
    </dgm:forEach>
  </dgm:layoutNode>
</dgm:layoutDef>
</file>

<file path=ppt/diagrams/layout16.xml><?xml version="1.0" encoding="utf-8"?>
<dgm:layoutDef xmlns:dgm="http://schemas.openxmlformats.org/drawingml/2006/diagram" xmlns:a="http://schemas.openxmlformats.org/drawingml/2006/main" uniqueId="urn:microsoft.com/office/officeart/2005/8/layout/hProcess7">
  <dgm:title val=""/>
  <dgm:desc val=""/>
  <dgm:catLst>
    <dgm:cat type="process" pri="21000"/>
    <dgm:cat type="list" pri="9000"/>
  </dgm:catLst>
  <dgm:sampData>
    <dgm:dataModel>
      <dgm:ptLst>
        <dgm:pt modelId="0" type="doc"/>
        <dgm:pt modelId="1">
          <dgm:prSet phldr="1"/>
        </dgm:pt>
        <dgm:pt modelId="11">
          <dgm:prSet phldr="1"/>
        </dgm:pt>
        <dgm:pt modelId="2">
          <dgm:prSet phldr="1"/>
        </dgm:pt>
        <dgm:pt modelId="21">
          <dgm:prSet phldr="1"/>
        </dgm:pt>
        <dgm:pt modelId="3">
          <dgm:prSet phldr="1"/>
        </dgm:pt>
        <dgm:pt modelId="31">
          <dgm:prSet phldr="1"/>
        </dgm:pt>
      </dgm:ptLst>
      <dgm:cxnLst>
        <dgm:cxn modelId="4" srcId="0" destId="1" srcOrd="0" destOrd="0"/>
        <dgm:cxn modelId="5" srcId="0" destId="2" srcOrd="1" destOrd="0"/>
        <dgm:cxn modelId="6" srcId="0" destId="3" srcOrd="2" destOrd="0"/>
        <dgm:cxn modelId="13" srcId="1" destId="11" srcOrd="0" destOrd="0"/>
        <dgm:cxn modelId="23" srcId="2" destId="21" srcOrd="0" destOrd="0"/>
        <dgm:cxn modelId="33" srcId="3" destId="31" srcOrd="0" destOrd="0"/>
      </dgm:cxnLst>
      <dgm:bg/>
      <dgm:whole/>
    </dgm:dataModel>
  </dgm:sampData>
  <dgm:styleData>
    <dgm:dataModel>
      <dgm:ptLst>
        <dgm:pt modelId="0" type="doc"/>
        <dgm:pt modelId="1"/>
        <dgm:pt modelId="11"/>
        <dgm:pt modelId="2"/>
        <dgm:pt modelId="21"/>
      </dgm:ptLst>
      <dgm:cxnLst>
        <dgm:cxn modelId="4" srcId="0" destId="1" srcOrd="0" destOrd="0"/>
        <dgm:cxn modelId="5" srcId="0" destId="2" srcOrd="1" destOrd="0"/>
        <dgm:cxn modelId="13" srcId="1" destId="11" srcOrd="0" destOrd="0"/>
        <dgm:cxn modelId="23" srcId="2" destId="21" srcOrd="0" destOrd="0"/>
      </dgm:cxnLst>
      <dgm:bg/>
      <dgm:whole/>
    </dgm:dataModel>
  </dgm:styleData>
  <dgm:clrData>
    <dgm:dataModel>
      <dgm:ptLst>
        <dgm:pt modelId="0" type="doc"/>
        <dgm:pt modelId="1"/>
        <dgm:pt modelId="11"/>
        <dgm:pt modelId="2"/>
        <dgm:pt modelId="21"/>
        <dgm:pt modelId="3"/>
        <dgm:pt modelId="31"/>
        <dgm:pt modelId="4"/>
        <dgm:pt modelId="41"/>
      </dgm:ptLst>
      <dgm:cxnLst>
        <dgm:cxn modelId="5" srcId="0" destId="1" srcOrd="0" destOrd="0"/>
        <dgm:cxn modelId="6" srcId="0" destId="2" srcOrd="1" destOrd="0"/>
        <dgm:cxn modelId="7" srcId="0" destId="3" srcOrd="2" destOrd="0"/>
        <dgm:cxn modelId="8" srcId="0" destId="4" srcOrd="3" destOrd="0"/>
        <dgm:cxn modelId="13" srcId="1" destId="11" srcOrd="0" destOrd="0"/>
        <dgm:cxn modelId="23" srcId="2" destId="21" srcOrd="0" destOrd="0"/>
        <dgm:cxn modelId="33" srcId="3" destId="31" srcOrd="0" destOrd="0"/>
        <dgm:cxn modelId="43" srcId="4" destId="41" srcOrd="0" destOrd="0"/>
      </dgm:cxnLst>
      <dgm:bg/>
      <dgm:whole/>
    </dgm:dataModel>
  </dgm:clrData>
  <dgm:layoutNode name="Name0">
    <dgm:varLst>
      <dgm:dir/>
      <dgm:animLvl val="lvl"/>
      <dgm:resizeHandles val="exact"/>
    </dgm:varLst>
    <dgm:choose name="Name1">
      <dgm:if name="Name2" func="var" arg="dir" op="equ" val="norm">
        <dgm:alg type="lin">
          <dgm:param type="linDir" val="fromL"/>
          <dgm:param type="nodeVertAlign" val="t"/>
        </dgm:alg>
      </dgm:if>
      <dgm:else name="Name3">
        <dgm:alg type="lin">
          <dgm:param type="linDir" val="fromR"/>
          <dgm:param type="nodeVertAlign" val="t"/>
        </dgm:alg>
      </dgm:else>
    </dgm:choose>
    <dgm:shape xmlns:r="http://schemas.openxmlformats.org/officeDocument/2006/relationships" r:blip="">
      <dgm:adjLst/>
    </dgm:shape>
    <dgm:presOf/>
    <dgm:constrLst>
      <dgm:constr type="h" for="ch" forName="compositeNode" refType="h"/>
      <dgm:constr type="w" for="ch" forName="compositeNode" refType="w"/>
      <dgm:constr type="w" for="ch" forName="hSp" refType="w" refFor="ch" refForName="compositeNode" fact="-0.035"/>
      <dgm:constr type="w" for="des" forName="simulatedConn" refType="w" refFor="ch" refForName="compositeNode" fact="0.15"/>
      <dgm:constr type="h" for="des" forName="simulatedConn" refType="w" refFor="des" refForName="simulatedConn"/>
      <dgm:constr type="h" for="des" forName="vSp1" refType="w" refFor="ch" refForName="compositeNode" fact="0.8"/>
      <dgm:constr type="h" for="des" forName="vSp2" refType="w" refFor="ch" refForName="compositeNode" fact="0.07"/>
      <dgm:constr type="w" for="ch" forName="vProcSp" refType="w" refFor="des" refForName="simulatedConn" op="equ"/>
      <dgm:constr type="h" for="ch" forName="vProcSp" refType="h" refFor="ch" refForName="compositeNode" op="equ"/>
      <dgm:constr type="w" for="ch" forName="sibTrans" refType="w" refFor="ch" refForName="compositeNode" fact="-0.08"/>
      <dgm:constr type="primFontSz" for="des" forName="parentNode" op="equ"/>
      <dgm:constr type="primFontSz" for="des" forName="childNode" op="equ"/>
    </dgm:constrLst>
    <dgm:ruleLst/>
    <dgm:forEach name="Name4" axis="ch" ptType="node">
      <dgm:layoutNode name="compositeNode">
        <dgm:varLst>
          <dgm:bulletEnabled val="1"/>
        </dgm:varLst>
        <dgm:alg type="composite"/>
        <dgm:choose name="Name5">
          <dgm:if name="Name6" func="var" arg="dir" op="equ" val="norm">
            <dgm:constrLst>
              <dgm:constr type="h" refType="w" op="lte" fact="1.2"/>
              <dgm:constr type="w" for="ch" forName="bgRect" refType="w"/>
              <dgm:constr type="h" for="ch" forName="bgRect" refType="h"/>
              <dgm:constr type="t" for="ch" forName="bgRect"/>
              <dgm:constr type="l" for="ch" forName="bgRect"/>
              <dgm:constr type="w" for="ch" forName="parentNode" refType="w" refFor="ch" refForName="bgRect" fact="0.2"/>
              <dgm:constr type="h" for="ch" forName="parentNode" refType="h" fact="0.82"/>
              <dgm:constr type="t" for="ch" forName="parentNode"/>
              <dgm:constr type="l" for="ch" forName="parentNode"/>
              <dgm:constr type="r" for="ch" forName="childNode" refType="r" refFor="ch" refForName="bgRect" fact="0.945"/>
              <dgm:constr type="h" for="ch" forName="childNode" refType="h" refFor="ch" refForName="bgRect" op="equ"/>
              <dgm:constr type="t" for="ch" forName="childNode"/>
              <dgm:constr type="l" for="ch" forName="childNode" refType="r" refFor="ch" refForName="parentNode"/>
            </dgm:constrLst>
          </dgm:if>
          <dgm:else name="Name7">
            <dgm:constrLst>
              <dgm:constr type="h" refType="w" op="lte" fact="1.2"/>
              <dgm:constr type="w" for="ch" forName="bgRect" refType="w"/>
              <dgm:constr type="h" for="ch" forName="bgRect" refType="h"/>
              <dgm:constr type="t" for="ch" forName="bgRect"/>
              <dgm:constr type="r" for="ch" forName="bgRect" refType="w"/>
              <dgm:constr type="w" for="ch" forName="parentNode" refType="w" refFor="ch" refForName="bgRect" fact="0.2"/>
              <dgm:constr type="h" for="ch" forName="parentNode" refType="h" fact="0.82"/>
              <dgm:constr type="t" for="ch" forName="parentNode"/>
              <dgm:constr type="r" for="ch" forName="parentNode" refType="w"/>
              <dgm:constr type="h" for="ch" forName="childNode" refType="h" refFor="ch" refForName="bgRect"/>
              <dgm:constr type="t" for="ch" forName="childNode"/>
              <dgm:constr type="r" for="ch" forName="childNode" refType="l" refFor="ch" refForName="parentNode"/>
              <dgm:constr type="l" for="ch" forName="childNode" refType="w" refFor="ch" refForName="bgRect" fact="0.055"/>
            </dgm:constrLst>
          </dgm:else>
        </dgm:choose>
        <dgm:ruleLst>
          <dgm:rule type="w" for="ch" forName="childNode" val="NaN" fact="NaN" max="30"/>
        </dgm:ruleLst>
        <dgm:layoutNode name="bgRect" styleLbl="node1">
          <dgm:alg type="sp"/>
          <dgm:shape xmlns:r="http://schemas.openxmlformats.org/officeDocument/2006/relationships" type="roundRect" r:blip="" zOrderOff="-1">
            <dgm:adjLst>
              <dgm:adj idx="1" val="0.05"/>
            </dgm:adjLst>
          </dgm:shape>
          <dgm:presOf axis="self"/>
          <dgm:constrLst/>
          <dgm:ruleLst/>
        </dgm:layoutNode>
        <dgm:layoutNode name="parentNode" styleLbl="node1">
          <dgm:varLst>
            <dgm:chMax val="0"/>
            <dgm:bulletEnabled val="1"/>
          </dgm:varLst>
          <dgm:presOf axis="self"/>
          <dgm:choose name="Name8">
            <dgm:if name="Name9" func="var" arg="dir" op="equ" val="norm">
              <dgm:alg type="tx">
                <dgm:param type="autoTxRot" val="grav"/>
                <dgm:param type="txAnchorVert" val="t"/>
                <dgm:param type="parTxLTRAlign" val="r"/>
                <dgm:param type="parTxRTLAlign" val="r"/>
              </dgm:alg>
              <dgm:shape xmlns:r="http://schemas.openxmlformats.org/officeDocument/2006/relationships" rot="270" type="rect" r:blip="" hideGeom="1">
                <dgm:adjLst/>
              </dgm:shape>
              <dgm:constrLst>
                <dgm:constr type="primFontSz" val="65"/>
                <dgm:constr type="lMarg"/>
                <dgm:constr type="rMarg" refType="primFontSz" fact="0.35"/>
                <dgm:constr type="tMarg" refType="primFontSz" fact="0.27"/>
                <dgm:constr type="bMarg"/>
              </dgm:constrLst>
            </dgm:if>
            <dgm:else name="Name10">
              <dgm:alg type="tx">
                <dgm:param type="autoTxRot" val="grav"/>
                <dgm:param type="txAnchorVert" val="t"/>
                <dgm:param type="parTxLTRAlign" val="l"/>
                <dgm:param type="parTxRTLAlign" val="l"/>
              </dgm:alg>
              <dgm:shape xmlns:r="http://schemas.openxmlformats.org/officeDocument/2006/relationships" rot="90" type="rect" r:blip="" hideGeom="1">
                <dgm:adjLst/>
              </dgm:shape>
              <dgm:constrLst>
                <dgm:constr type="primFontSz" val="65"/>
                <dgm:constr type="lMarg" refType="primFontSz" fact="0.35"/>
                <dgm:constr type="rMarg"/>
                <dgm:constr type="tMarg" refType="primFontSz" fact="0.27"/>
                <dgm:constr type="bMarg"/>
              </dgm:constrLst>
            </dgm:else>
          </dgm:choose>
          <dgm:ruleLst>
            <dgm:rule type="primFontSz" val="5" fact="NaN" max="NaN"/>
          </dgm:ruleLst>
        </dgm:layoutNode>
        <dgm:choose name="Name11">
          <dgm:if name="Name12" axis="ch" ptType="node" func="cnt" op="gte" val="1">
            <dgm:layoutNode name="childNode" styleLbl="node1" moveWith="bgRect">
              <dgm:varLst>
                <dgm:bulletEnabled val="1"/>
              </dgm:varLst>
              <dgm:alg type="tx">
                <dgm:param type="parTxLTRAlign" val="l"/>
                <dgm:param type="parTxRTLAlign" val="r"/>
                <dgm:param type="txAnchorVert" val="t"/>
              </dgm:alg>
              <dgm:shape xmlns:r="http://schemas.openxmlformats.org/officeDocument/2006/relationships" type="rect" r:blip="" hideGeom="1">
                <dgm:adjLst/>
              </dgm:shape>
              <dgm:presOf axis="des" ptType="node"/>
              <dgm:constrLst>
                <dgm:constr type="primFontSz" val="65"/>
                <dgm:constr type="lMarg"/>
                <dgm:constr type="bMarg"/>
                <dgm:constr type="tMarg" refType="primFontSz" fact="0.27"/>
                <dgm:constr type="rMarg"/>
              </dgm:constrLst>
              <dgm:ruleLst>
                <dgm:rule type="primFontSz" val="5" fact="NaN" max="NaN"/>
              </dgm:ruleLst>
            </dgm:layoutNode>
          </dgm:if>
          <dgm:else name="Name13"/>
        </dgm:choose>
      </dgm:layoutNode>
      <dgm:forEach name="Name14" axis="followSib" ptType="sibTrans" cnt="1">
        <dgm:layoutNode name="hSp">
          <dgm:alg type="sp"/>
          <dgm:shape xmlns:r="http://schemas.openxmlformats.org/officeDocument/2006/relationships" r:blip="">
            <dgm:adjLst/>
          </dgm:shape>
          <dgm:presOf/>
          <dgm:constrLst/>
          <dgm:ruleLst/>
        </dgm:layoutNode>
        <dgm:layoutNode name="vProcSp" moveWith="bgRect">
          <dgm:alg type="lin">
            <dgm:param type="linDir" val="fromT"/>
          </dgm:alg>
          <dgm:shape xmlns:r="http://schemas.openxmlformats.org/officeDocument/2006/relationships" r:blip="">
            <dgm:adjLst/>
          </dgm:shape>
          <dgm:presOf/>
          <dgm:constrLst>
            <dgm:constr type="w" for="ch" forName="vSp1" refType="w"/>
            <dgm:constr type="w" for="ch" forName="simulatedConn" refType="w"/>
            <dgm:constr type="w" for="ch" forName="vSp2" refType="w"/>
          </dgm:constrLst>
          <dgm:ruleLst/>
          <dgm:layoutNode name="vSp1">
            <dgm:alg type="sp"/>
            <dgm:shape xmlns:r="http://schemas.openxmlformats.org/officeDocument/2006/relationships" r:blip="">
              <dgm:adjLst/>
            </dgm:shape>
            <dgm:presOf/>
            <dgm:constrLst/>
            <dgm:ruleLst/>
          </dgm:layoutNode>
          <dgm:layoutNode name="simulatedConn" styleLbl="solidFgAcc1">
            <dgm:alg type="sp"/>
            <dgm:choose name="Name15">
              <dgm:if name="Name16" func="var" arg="dir" op="equ" val="norm">
                <dgm:shape xmlns:r="http://schemas.openxmlformats.org/officeDocument/2006/relationships" rot="90" type="flowChartExtract" r:blip="">
                  <dgm:adjLst/>
                </dgm:shape>
              </dgm:if>
              <dgm:else name="Name17">
                <dgm:shape xmlns:r="http://schemas.openxmlformats.org/officeDocument/2006/relationships" rot="-90" type="flowChartExtract" r:blip="">
                  <dgm:adjLst/>
                </dgm:shape>
              </dgm:else>
            </dgm:choose>
            <dgm:presOf/>
            <dgm:constrLst/>
            <dgm:ruleLst/>
          </dgm:layoutNode>
          <dgm:layoutNode name="vSp2">
            <dgm:alg type="sp"/>
            <dgm:shape xmlns:r="http://schemas.openxmlformats.org/officeDocument/2006/relationships" r:blip="">
              <dgm:adjLst/>
            </dgm:shape>
            <dgm:presOf/>
            <dgm:constrLst/>
            <dgm:ruleLst/>
          </dgm:layoutNode>
        </dgm:layoutNode>
        <dgm:layoutNode name="sibTrans">
          <dgm:alg type="sp"/>
          <dgm:shape xmlns:r="http://schemas.openxmlformats.org/officeDocument/2006/relationships" r:blip="">
            <dgm:adjLst/>
          </dgm:shape>
          <dgm:presOf/>
          <dgm:constrLst/>
          <dgm:ruleLst/>
        </dgm:layoutNode>
      </dgm:forEach>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7.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8.xml><?xml version="1.0" encoding="utf-8"?>
<dgm:styleDef xmlns:dgm="http://schemas.openxmlformats.org/drawingml/2006/diagram" xmlns:a="http://schemas.openxmlformats.org/drawingml/2006/main" uniqueId="urn:microsoft.com/office/officeart/2005/8/quickstyle/3d1">
  <dgm:title val=""/>
  <dgm:desc val=""/>
  <dgm:catLst>
    <dgm:cat type="3D" pri="11100"/>
  </dgm:catLst>
  <dgm:scene3d>
    <a:camera prst="orthographicFront"/>
    <a:lightRig rig="threePt" dir="t"/>
  </dgm:scene3d>
  <dgm:styleLbl name="node0">
    <dgm:scene3d>
      <a:camera prst="orthographicFront"/>
      <a:lightRig rig="flat" dir="t"/>
    </dgm:scene3d>
    <dgm:sp3d prstMaterial="plastic">
      <a:bevelT w="120900" h="88900"/>
      <a:bevelB w="88900" h="31750" prst="angle"/>
    </dgm:sp3d>
    <dgm:txPr/>
    <dgm:style>
      <a:lnRef idx="0">
        <a:scrgbClr r="0" g="0" b="0"/>
      </a:lnRef>
      <a:fillRef idx="3">
        <a:scrgbClr r="0" g="0" b="0"/>
      </a:fillRef>
      <a:effectRef idx="2">
        <a:scrgbClr r="0" g="0" b="0"/>
      </a:effectRef>
      <a:fontRef idx="minor">
        <a:schemeClr val="lt1"/>
      </a:fontRef>
    </dgm:style>
  </dgm:styleLbl>
  <dgm:styleLbl name="lnNode1">
    <dgm:scene3d>
      <a:camera prst="orthographicFront"/>
      <a:lightRig rig="flat" dir="t"/>
    </dgm:scene3d>
    <dgm:sp3d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vennNode1">
    <dgm:scene3d>
      <a:camera prst="orthographicFront"/>
      <a:lightRig rig="flat" dir="t"/>
    </dgm:scene3d>
    <dgm:sp3d prstMaterial="plastic">
      <a:bevelT w="120900" h="88900"/>
      <a:bevelB w="88900" h="31750" prst="angle"/>
    </dgm:sp3d>
    <dgm:txPr/>
    <dgm:style>
      <a:lnRef idx="0">
        <a:scrgbClr r="0" g="0" b="0"/>
      </a:lnRef>
      <a:fillRef idx="1">
        <a:scrgbClr r="0" g="0" b="0"/>
      </a:fillRef>
      <a:effectRef idx="1">
        <a:scrgbClr r="0" g="0" b="0"/>
      </a:effectRef>
      <a:fontRef idx="minor">
        <a:schemeClr val="tx1"/>
      </a:fontRef>
    </dgm:style>
  </dgm:styleLbl>
  <dgm:styleLbl name="alignNode1">
    <dgm:scene3d>
      <a:camera prst="orthographicFront"/>
      <a:lightRig rig="flat" dir="t"/>
    </dgm:scene3d>
    <dgm:sp3d prstMaterial="plastic">
      <a:bevelT w="120900" h="88900"/>
      <a:bevelB w="88900" h="31750" prst="angle"/>
    </dgm:sp3d>
    <dgm:txPr/>
    <dgm:style>
      <a:lnRef idx="1">
        <a:scrgbClr r="0" g="0" b="0"/>
      </a:lnRef>
      <a:fillRef idx="3">
        <a:scrgbClr r="0" g="0" b="0"/>
      </a:fillRef>
      <a:effectRef idx="2">
        <a:scrgbClr r="0" g="0" b="0"/>
      </a:effectRef>
      <a:fontRef idx="minor">
        <a:schemeClr val="lt1"/>
      </a:fontRef>
    </dgm:style>
  </dgm:styleLbl>
  <dgm:styleLbl name="node1">
    <dgm:scene3d>
      <a:camera prst="orthographicFront"/>
      <a:lightRig rig="flat" dir="t"/>
    </dgm:scene3d>
    <dgm:sp3d prstMaterial="plastic">
      <a:bevelT w="120900" h="88900"/>
      <a:bevelB w="88900" h="31750" prst="angle"/>
    </dgm:sp3d>
    <dgm:txPr/>
    <dgm:style>
      <a:lnRef idx="0">
        <a:scrgbClr r="0" g="0" b="0"/>
      </a:lnRef>
      <a:fillRef idx="3">
        <a:scrgbClr r="0" g="0" b="0"/>
      </a:fillRef>
      <a:effectRef idx="2">
        <a:scrgbClr r="0" g="0" b="0"/>
      </a:effectRef>
      <a:fontRef idx="minor">
        <a:schemeClr val="lt1"/>
      </a:fontRef>
    </dgm:style>
  </dgm:styleLbl>
  <dgm:styleLbl name="node2">
    <dgm:scene3d>
      <a:camera prst="orthographicFront"/>
      <a:lightRig rig="flat" dir="t"/>
    </dgm:scene3d>
    <dgm:sp3d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node3">
    <dgm:scene3d>
      <a:camera prst="orthographicFront"/>
      <a:lightRig rig="flat" dir="t"/>
    </dgm:scene3d>
    <dgm:sp3d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node4">
    <dgm:scene3d>
      <a:camera prst="orthographicFront"/>
      <a:lightRig rig="flat" dir="t"/>
    </dgm:scene3d>
    <dgm:sp3d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fgImgPlace1">
    <dgm:scene3d>
      <a:camera prst="orthographicFront"/>
      <a:lightRig rig="flat" dir="t"/>
    </dgm:scene3d>
    <dgm:sp3d z="127000" prstMaterial="plastic">
      <a:bevelT w="88900" h="88900"/>
      <a:bevelB w="88900" h="31750" prst="angle"/>
    </dgm:sp3d>
    <dgm:txPr/>
    <dgm:style>
      <a:lnRef idx="0">
        <a:scrgbClr r="0" g="0" b="0"/>
      </a:lnRef>
      <a:fillRef idx="3">
        <a:scrgbClr r="0" g="0" b="0"/>
      </a:fillRef>
      <a:effectRef idx="2">
        <a:scrgbClr r="0" g="0" b="0"/>
      </a:effectRef>
      <a:fontRef idx="minor"/>
    </dgm:style>
  </dgm:styleLbl>
  <dgm:styleLbl name="alignImgPlace1">
    <dgm:scene3d>
      <a:camera prst="orthographicFront"/>
      <a:lightRig rig="flat" dir="t"/>
    </dgm:scene3d>
    <dgm:sp3d prstMaterial="plastic">
      <a:bevelT w="88900" h="88900"/>
      <a:bevelB w="88900" h="31750" prst="angle"/>
    </dgm:sp3d>
    <dgm:txPr/>
    <dgm:style>
      <a:lnRef idx="0">
        <a:scrgbClr r="0" g="0" b="0"/>
      </a:lnRef>
      <a:fillRef idx="3">
        <a:scrgbClr r="0" g="0" b="0"/>
      </a:fillRef>
      <a:effectRef idx="2">
        <a:scrgbClr r="0" g="0" b="0"/>
      </a:effectRef>
      <a:fontRef idx="minor"/>
    </dgm:style>
  </dgm:styleLbl>
  <dgm:styleLbl name="bgImgPlace1">
    <dgm:scene3d>
      <a:camera prst="orthographicFront"/>
      <a:lightRig rig="flat" dir="t"/>
    </dgm:scene3d>
    <dgm:sp3d z="-190500" prstMaterial="plastic">
      <a:bevelT w="88900" h="88900"/>
      <a:bevelB w="88900" h="31750" prst="angle"/>
    </dgm:sp3d>
    <dgm:txPr/>
    <dgm:style>
      <a:lnRef idx="0">
        <a:scrgbClr r="0" g="0" b="0"/>
      </a:lnRef>
      <a:fillRef idx="3">
        <a:scrgbClr r="0" g="0" b="0"/>
      </a:fillRef>
      <a:effectRef idx="2">
        <a:scrgbClr r="0" g="0" b="0"/>
      </a:effectRef>
      <a:fontRef idx="minor"/>
    </dgm:style>
  </dgm:styleLbl>
  <dgm:styleLbl name="sibTrans2D1">
    <dgm:scene3d>
      <a:camera prst="orthographicFront"/>
      <a:lightRig rig="flat" dir="t"/>
    </dgm:scene3d>
    <dgm:sp3d z="-80000" prstMaterial="plastic">
      <a:bevelT w="50800" h="50800"/>
      <a:bevelB w="25400" h="25400" prst="angle"/>
    </dgm:sp3d>
    <dgm:txPr/>
    <dgm:style>
      <a:lnRef idx="0">
        <a:scrgbClr r="0" g="0" b="0"/>
      </a:lnRef>
      <a:fillRef idx="3">
        <a:scrgbClr r="0" g="0" b="0"/>
      </a:fillRef>
      <a:effectRef idx="2">
        <a:scrgbClr r="0" g="0" b="0"/>
      </a:effectRef>
      <a:fontRef idx="minor">
        <a:schemeClr val="lt1"/>
      </a:fontRef>
    </dgm:style>
  </dgm:styleLbl>
  <dgm:styleLbl name="fgSibTrans2D1">
    <dgm:scene3d>
      <a:camera prst="orthographicFront"/>
      <a:lightRig rig="flat" dir="t"/>
    </dgm:scene3d>
    <dgm:sp3d z="127000" prstMaterial="plastic">
      <a:bevelT w="50800" h="50800"/>
      <a:bevelB w="25400" h="25400" prst="angle"/>
    </dgm:sp3d>
    <dgm:txPr/>
    <dgm:style>
      <a:lnRef idx="0">
        <a:scrgbClr r="0" g="0" b="0"/>
      </a:lnRef>
      <a:fillRef idx="3">
        <a:scrgbClr r="0" g="0" b="0"/>
      </a:fillRef>
      <a:effectRef idx="2">
        <a:scrgbClr r="0" g="0" b="0"/>
      </a:effectRef>
      <a:fontRef idx="minor">
        <a:schemeClr val="lt1"/>
      </a:fontRef>
    </dgm:style>
  </dgm:styleLbl>
  <dgm:styleLbl name="bgSibTrans2D1">
    <dgm:scene3d>
      <a:camera prst="orthographicFront"/>
      <a:lightRig rig="flat" dir="t"/>
    </dgm:scene3d>
    <dgm:sp3d z="-190500" prstMaterial="plastic">
      <a:bevelT w="50800" h="50800"/>
      <a:bevelB w="25400" h="25400" prst="angle"/>
    </dgm:sp3d>
    <dgm:txPr/>
    <dgm:style>
      <a:lnRef idx="0">
        <a:scrgbClr r="0" g="0" b="0"/>
      </a:lnRef>
      <a:fillRef idx="3">
        <a:scrgbClr r="0" g="0" b="0"/>
      </a:fillRef>
      <a:effectRef idx="2">
        <a:scrgbClr r="0" g="0" b="0"/>
      </a:effectRef>
      <a:fontRef idx="minor">
        <a:schemeClr val="lt1"/>
      </a:fontRef>
    </dgm:style>
  </dgm:styleLbl>
  <dgm:styleLbl name="sibTrans1D1">
    <dgm:scene3d>
      <a:camera prst="orthographicFront"/>
      <a:lightRig rig="flat" dir="t"/>
    </dgm:scene3d>
    <dgm:sp3d z="-40000" prstMaterial="matte"/>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z="127000" prstMaterial="matte"/>
    <dgm:txPr/>
    <dgm:style>
      <a:lnRef idx="2">
        <a:scrgbClr r="0" g="0" b="0"/>
      </a:lnRef>
      <a:fillRef idx="1">
        <a:scrgbClr r="0" g="0" b="0"/>
      </a:fillRef>
      <a:effectRef idx="0">
        <a:scrgbClr r="0" g="0" b="0"/>
      </a:effectRef>
      <a:fontRef idx="minor"/>
    </dgm:style>
  </dgm:styleLbl>
  <dgm:styleLbl name="asst0">
    <dgm:scene3d>
      <a:camera prst="orthographicFront"/>
      <a:lightRig rig="flat" dir="t"/>
    </dgm:scene3d>
    <dgm:sp3d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asst1">
    <dgm:scene3d>
      <a:camera prst="orthographicFront"/>
      <a:lightRig rig="flat" dir="t"/>
    </dgm:scene3d>
    <dgm:sp3d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asst2">
    <dgm:scene3d>
      <a:camera prst="orthographicFront"/>
      <a:lightRig rig="flat" dir="t"/>
    </dgm:scene3d>
    <dgm:sp3d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asst3">
    <dgm:scene3d>
      <a:camera prst="orthographicFront"/>
      <a:lightRig rig="flat" dir="t"/>
    </dgm:scene3d>
    <dgm:sp3d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parChTrans2D1">
    <dgm:scene3d>
      <a:camera prst="orthographicFront"/>
      <a:lightRig rig="flat" dir="t"/>
    </dgm:scene3d>
    <dgm:sp3d z="-100000"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parChTrans2D2">
    <dgm:scene3d>
      <a:camera prst="orthographicFront"/>
      <a:lightRig rig="flat" dir="t"/>
    </dgm:scene3d>
    <dgm:sp3d z="-60000"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parChTrans2D3">
    <dgm:scene3d>
      <a:camera prst="orthographicFront"/>
      <a:lightRig rig="flat" dir="t"/>
    </dgm:scene3d>
    <dgm:sp3d z="-60000"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parChTrans2D4">
    <dgm:scene3d>
      <a:camera prst="orthographicFront"/>
      <a:lightRig rig="flat" dir="t"/>
    </dgm:scene3d>
    <dgm:sp3d z="-60000"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parChTrans1D1">
    <dgm:scene3d>
      <a:camera prst="orthographicFront"/>
      <a:lightRig rig="flat" dir="t"/>
    </dgm:scene3d>
    <dgm:sp3d prstMaterial="matte"/>
    <dgm:txPr/>
    <dgm:style>
      <a:lnRef idx="2">
        <a:scrgbClr r="0" g="0" b="0"/>
      </a:lnRef>
      <a:fillRef idx="0">
        <a:scrgbClr r="0" g="0" b="0"/>
      </a:fillRef>
      <a:effectRef idx="0">
        <a:scrgbClr r="0" g="0" b="0"/>
      </a:effectRef>
      <a:fontRef idx="minor"/>
    </dgm:style>
  </dgm:styleLbl>
  <dgm:styleLbl name="parChTrans1D2">
    <dgm:scene3d>
      <a:camera prst="orthographicFront"/>
      <a:lightRig rig="flat" dir="t"/>
    </dgm:scene3d>
    <dgm:sp3d prstMaterial="matte"/>
    <dgm:txPr/>
    <dgm:style>
      <a:lnRef idx="2">
        <a:scrgbClr r="0" g="0" b="0"/>
      </a:lnRef>
      <a:fillRef idx="0">
        <a:scrgbClr r="0" g="0" b="0"/>
      </a:fillRef>
      <a:effectRef idx="0">
        <a:scrgbClr r="0" g="0" b="0"/>
      </a:effectRef>
      <a:fontRef idx="minor"/>
    </dgm:style>
  </dgm:styleLbl>
  <dgm:styleLbl name="parChTrans1D3">
    <dgm:scene3d>
      <a:camera prst="orthographicFront"/>
      <a:lightRig rig="flat" dir="t"/>
    </dgm:scene3d>
    <dgm:sp3d prstMaterial="matte"/>
    <dgm:txPr/>
    <dgm:style>
      <a:lnRef idx="2">
        <a:scrgbClr r="0" g="0" b="0"/>
      </a:lnRef>
      <a:fillRef idx="0">
        <a:scrgbClr r="0" g="0" b="0"/>
      </a:fillRef>
      <a:effectRef idx="0">
        <a:scrgbClr r="0" g="0" b="0"/>
      </a:effectRef>
      <a:fontRef idx="minor"/>
    </dgm:style>
  </dgm:styleLbl>
  <dgm:styleLbl name="parChTrans1D4">
    <dgm:scene3d>
      <a:camera prst="orthographicFront"/>
      <a:lightRig rig="flat" dir="t"/>
    </dgm:scene3d>
    <dgm:sp3d prstMaterial="matte"/>
    <dgm:txPr/>
    <dgm:style>
      <a:lnRef idx="2">
        <a:scrgbClr r="0" g="0" b="0"/>
      </a:lnRef>
      <a:fillRef idx="0">
        <a:scrgbClr r="0" g="0" b="0"/>
      </a:fillRef>
      <a:effectRef idx="0">
        <a:scrgbClr r="0" g="0" b="0"/>
      </a:effectRef>
      <a:fontRef idx="minor"/>
    </dgm:style>
  </dgm:styleLbl>
  <dgm:styleLbl name="fgAcc1">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conFgAcc1">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alignAcc1">
    <dgm:scene3d>
      <a:camera prst="orthographicFront"/>
      <a:lightRig rig="flat" dir="t"/>
    </dgm:scene3d>
    <dgm:sp3d extrusionH="12700" prstMaterial="plastic">
      <a:bevelT w="50800" h="50800"/>
    </dgm:sp3d>
    <dgm:txPr/>
    <dgm:style>
      <a:lnRef idx="1">
        <a:scrgbClr r="0" g="0" b="0"/>
      </a:lnRef>
      <a:fillRef idx="1">
        <a:scrgbClr r="0" g="0" b="0"/>
      </a:fillRef>
      <a:effectRef idx="2">
        <a:scrgbClr r="0" g="0" b="0"/>
      </a:effectRef>
      <a:fontRef idx="minor"/>
    </dgm:style>
  </dgm:styleLbl>
  <dgm:styleLbl name="trAlignAcc1">
    <dgm:scene3d>
      <a:camera prst="orthographicFront"/>
      <a:lightRig rig="flat" dir="t"/>
    </dgm:scene3d>
    <dgm:sp3d extrusionH="12700" prstMaterial="plastic">
      <a:bevelT w="50800" h="50800"/>
    </dgm:sp3d>
    <dgm:txPr/>
    <dgm:style>
      <a:lnRef idx="1">
        <a:scrgbClr r="0" g="0" b="0"/>
      </a:lnRef>
      <a:fillRef idx="1">
        <a:scrgbClr r="0" g="0" b="0"/>
      </a:fillRef>
      <a:effectRef idx="2">
        <a:scrgbClr r="0" g="0" b="0"/>
      </a:effectRef>
      <a:fontRef idx="minor"/>
    </dgm:style>
  </dgm:styleLbl>
  <dgm:styleLbl name="bgAcc1">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solidFgAcc1">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solidAlignAcc1">
    <dgm:scene3d>
      <a:camera prst="orthographicFront"/>
      <a:lightRig rig="flat" dir="t"/>
    </dgm:scene3d>
    <dgm:sp3d extrusionH="12700" prstMaterial="plastic">
      <a:bevelT w="50800" h="50800"/>
    </dgm:sp3d>
    <dgm:txPr/>
    <dgm:style>
      <a:lnRef idx="1">
        <a:scrgbClr r="0" g="0" b="0"/>
      </a:lnRef>
      <a:fillRef idx="1">
        <a:scrgbClr r="0" g="0" b="0"/>
      </a:fillRef>
      <a:effectRef idx="2">
        <a:scrgbClr r="0" g="0" b="0"/>
      </a:effectRef>
      <a:fontRef idx="minor"/>
    </dgm:style>
  </dgm:styleLbl>
  <dgm:styleLbl name="solidBgAcc1">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fgAccFollowNode1">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alignAccFollowNode1">
    <dgm:scene3d>
      <a:camera prst="orthographicFront"/>
      <a:lightRig rig="flat" dir="t"/>
    </dgm:scene3d>
    <dgm:sp3d extrusionH="12700" prstMaterial="plastic">
      <a:bevelT w="50800" h="50800"/>
    </dgm:sp3d>
    <dgm:txPr/>
    <dgm:style>
      <a:lnRef idx="1">
        <a:scrgbClr r="0" g="0" b="0"/>
      </a:lnRef>
      <a:fillRef idx="1">
        <a:scrgbClr r="0" g="0" b="0"/>
      </a:fillRef>
      <a:effectRef idx="2">
        <a:scrgbClr r="0" g="0" b="0"/>
      </a:effectRef>
      <a:fontRef idx="minor"/>
    </dgm:style>
  </dgm:styleLbl>
  <dgm:styleLbl name="bgAccFollowNode1">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fgAcc0">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fgAcc2">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fgAcc3">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fgAcc4">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bgShp">
    <dgm:scene3d>
      <a:camera prst="orthographicFront"/>
      <a:lightRig rig="flat" dir="t"/>
    </dgm:scene3d>
    <dgm:sp3d z="-190500" extrusionH="12700" prstMaterial="plastic">
      <a:bevelT w="50800" h="50800"/>
    </dgm:sp3d>
    <dgm:txPr/>
    <dgm:style>
      <a:lnRef idx="0">
        <a:scrgbClr r="0" g="0" b="0"/>
      </a:lnRef>
      <a:fillRef idx="3">
        <a:scrgbClr r="0" g="0" b="0"/>
      </a:fillRef>
      <a:effectRef idx="0">
        <a:scrgbClr r="0" g="0" b="0"/>
      </a:effectRef>
      <a:fontRef idx="minor"/>
    </dgm:style>
  </dgm:styleLbl>
  <dgm:styleLbl name="dkBgShp">
    <dgm:scene3d>
      <a:camera prst="orthographicFront"/>
      <a:lightRig rig="flat" dir="t"/>
    </dgm:scene3d>
    <dgm:sp3d z="-190500" extrusionH="12700" prstMaterial="plastic">
      <a:bevelT w="50800" h="50800"/>
    </dgm:sp3d>
    <dgm:txPr/>
    <dgm:style>
      <a:lnRef idx="0">
        <a:scrgbClr r="0" g="0" b="0"/>
      </a:lnRef>
      <a:fillRef idx="2">
        <a:scrgbClr r="0" g="0" b="0"/>
      </a:fillRef>
      <a:effectRef idx="0">
        <a:scrgbClr r="0" g="0" b="0"/>
      </a:effectRef>
      <a:fontRef idx="minor"/>
    </dgm:style>
  </dgm:styleLbl>
  <dgm:styleLbl name="trBgShp">
    <dgm:scene3d>
      <a:camera prst="orthographicFront"/>
      <a:lightRig rig="flat" dir="t"/>
    </dgm:scene3d>
    <dgm:sp3d z="-190500" extrusionH="12700" prstMaterial="matte"/>
    <dgm:txPr/>
    <dgm:style>
      <a:lnRef idx="0">
        <a:scrgbClr r="0" g="0" b="0"/>
      </a:lnRef>
      <a:fillRef idx="1">
        <a:scrgbClr r="0" g="0" b="0"/>
      </a:fillRef>
      <a:effectRef idx="0">
        <a:scrgbClr r="0" g="0" b="0"/>
      </a:effectRef>
      <a:fontRef idx="minor"/>
    </dgm:style>
  </dgm:styleLbl>
  <dgm:styleLbl name="fgShp">
    <dgm:scene3d>
      <a:camera prst="orthographicFront"/>
      <a:lightRig rig="flat" dir="t"/>
    </dgm:scene3d>
    <dgm:sp3d z="190500" prstMaterial="plastic">
      <a:bevelT w="120900" h="88900"/>
      <a:bevelB w="88900" h="31750" prst="angle"/>
    </dgm:sp3d>
    <dgm:txPr/>
    <dgm:style>
      <a:lnRef idx="0">
        <a:scrgbClr r="0" g="0" b="0"/>
      </a:lnRef>
      <a:fillRef idx="1">
        <a:scrgbClr r="0" g="0" b="0"/>
      </a:fillRef>
      <a:effectRef idx="3">
        <a:scrgbClr r="0" g="0" b="0"/>
      </a:effectRef>
      <a:fontRef idx="minor">
        <a:schemeClr val="lt1"/>
      </a:fontRef>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9.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0.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rawings/_rels/vmlDrawing1.vml.rels><?xml version="1.0" encoding="UTF-8" standalone="yes"?>
<Relationships xmlns="http://schemas.openxmlformats.org/package/2006/relationships"><Relationship Id="rId1" Type="http://schemas.openxmlformats.org/officeDocument/2006/relationships/image" Target="../media/image3.emf"/></Relationships>
</file>

<file path=ppt/drawings/_rels/vmlDrawing2.vml.rels><?xml version="1.0" encoding="UTF-8" standalone="yes"?>
<Relationships xmlns="http://schemas.openxmlformats.org/package/2006/relationships"><Relationship Id="rId1" Type="http://schemas.openxmlformats.org/officeDocument/2006/relationships/image" Target="../media/image14.emf"/></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037840" cy="464820"/>
          </a:xfrm>
          <a:prstGeom prst="rect">
            <a:avLst/>
          </a:prstGeom>
        </p:spPr>
        <p:txBody>
          <a:bodyPr vert="horz" lIns="93177" tIns="46589" rIns="93177" bIns="46589" rtlCol="0"/>
          <a:lstStyle>
            <a:lvl1pPr algn="l">
              <a:defRPr sz="1200"/>
            </a:lvl1pPr>
          </a:lstStyle>
          <a:p>
            <a:endParaRPr lang="en-US"/>
          </a:p>
        </p:txBody>
      </p:sp>
      <p:sp>
        <p:nvSpPr>
          <p:cNvPr id="3" name="Date Placeholder 2"/>
          <p:cNvSpPr>
            <a:spLocks noGrp="1"/>
          </p:cNvSpPr>
          <p:nvPr>
            <p:ph type="dt" sz="quarter" idx="1"/>
          </p:nvPr>
        </p:nvSpPr>
        <p:spPr>
          <a:xfrm>
            <a:off x="3970938" y="0"/>
            <a:ext cx="3037840" cy="464820"/>
          </a:xfrm>
          <a:prstGeom prst="rect">
            <a:avLst/>
          </a:prstGeom>
        </p:spPr>
        <p:txBody>
          <a:bodyPr vert="horz" lIns="93177" tIns="46589" rIns="93177" bIns="46589" rtlCol="0"/>
          <a:lstStyle>
            <a:lvl1pPr algn="r">
              <a:defRPr sz="1200"/>
            </a:lvl1pPr>
          </a:lstStyle>
          <a:p>
            <a:fld id="{DA0FC191-2DC4-4A3C-B384-0C651DCE00E9}" type="datetimeFigureOut">
              <a:rPr lang="en-US" smtClean="0"/>
              <a:t>04/15/2019</a:t>
            </a:fld>
            <a:endParaRPr lang="en-US"/>
          </a:p>
        </p:txBody>
      </p:sp>
      <p:sp>
        <p:nvSpPr>
          <p:cNvPr id="4" name="Footer Placeholder 3"/>
          <p:cNvSpPr>
            <a:spLocks noGrp="1"/>
          </p:cNvSpPr>
          <p:nvPr>
            <p:ph type="ftr" sz="quarter" idx="2"/>
          </p:nvPr>
        </p:nvSpPr>
        <p:spPr>
          <a:xfrm>
            <a:off x="0" y="8829967"/>
            <a:ext cx="3037840" cy="464820"/>
          </a:xfrm>
          <a:prstGeom prst="rect">
            <a:avLst/>
          </a:prstGeom>
        </p:spPr>
        <p:txBody>
          <a:bodyPr vert="horz" lIns="93177" tIns="46589" rIns="93177" bIns="46589" rtlCol="0" anchor="b"/>
          <a:lstStyle>
            <a:lvl1pPr algn="l">
              <a:defRPr sz="1200"/>
            </a:lvl1pPr>
          </a:lstStyle>
          <a:p>
            <a:endParaRPr lang="en-US"/>
          </a:p>
        </p:txBody>
      </p:sp>
      <p:sp>
        <p:nvSpPr>
          <p:cNvPr id="5" name="Slide Number Placeholder 4"/>
          <p:cNvSpPr>
            <a:spLocks noGrp="1"/>
          </p:cNvSpPr>
          <p:nvPr>
            <p:ph type="sldNum" sz="quarter" idx="3"/>
          </p:nvPr>
        </p:nvSpPr>
        <p:spPr>
          <a:xfrm>
            <a:off x="3970938" y="8829967"/>
            <a:ext cx="3037840" cy="464820"/>
          </a:xfrm>
          <a:prstGeom prst="rect">
            <a:avLst/>
          </a:prstGeom>
        </p:spPr>
        <p:txBody>
          <a:bodyPr vert="horz" lIns="93177" tIns="46589" rIns="93177" bIns="46589" rtlCol="0" anchor="b"/>
          <a:lstStyle>
            <a:lvl1pPr algn="r">
              <a:defRPr sz="1200"/>
            </a:lvl1pPr>
          </a:lstStyle>
          <a:p>
            <a:fld id="{F2A53F67-EC31-4399-91BC-4634EC46F478}" type="slidenum">
              <a:rPr lang="en-US" smtClean="0"/>
              <a:t>‹#›</a:t>
            </a:fld>
            <a:endParaRPr lang="en-US"/>
          </a:p>
        </p:txBody>
      </p:sp>
    </p:spTree>
    <p:extLst>
      <p:ext uri="{BB962C8B-B14F-4D97-AF65-F5344CB8AC3E}">
        <p14:creationId xmlns:p14="http://schemas.microsoft.com/office/powerpoint/2010/main" val="406172913"/>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037840" cy="464820"/>
          </a:xfrm>
          <a:prstGeom prst="rect">
            <a:avLst/>
          </a:prstGeom>
        </p:spPr>
        <p:txBody>
          <a:bodyPr vert="horz" lIns="93177" tIns="46589" rIns="93177" bIns="46589" rtlCol="0"/>
          <a:lstStyle>
            <a:lvl1pPr algn="l">
              <a:defRPr sz="1200"/>
            </a:lvl1pPr>
          </a:lstStyle>
          <a:p>
            <a:endParaRPr lang="en-US"/>
          </a:p>
        </p:txBody>
      </p:sp>
      <p:sp>
        <p:nvSpPr>
          <p:cNvPr id="3" name="Date Placeholder 2"/>
          <p:cNvSpPr>
            <a:spLocks noGrp="1"/>
          </p:cNvSpPr>
          <p:nvPr>
            <p:ph type="dt" idx="1"/>
          </p:nvPr>
        </p:nvSpPr>
        <p:spPr>
          <a:xfrm>
            <a:off x="3970938" y="0"/>
            <a:ext cx="3037840" cy="464820"/>
          </a:xfrm>
          <a:prstGeom prst="rect">
            <a:avLst/>
          </a:prstGeom>
        </p:spPr>
        <p:txBody>
          <a:bodyPr vert="horz" lIns="93177" tIns="46589" rIns="93177" bIns="46589" rtlCol="0"/>
          <a:lstStyle>
            <a:lvl1pPr algn="r">
              <a:defRPr sz="1200"/>
            </a:lvl1pPr>
          </a:lstStyle>
          <a:p>
            <a:fld id="{0F42D459-5C80-4371-BDC6-89835A09395D}" type="datetimeFigureOut">
              <a:rPr lang="en-US" smtClean="0"/>
              <a:t>04/15/2019</a:t>
            </a:fld>
            <a:endParaRPr lang="en-US"/>
          </a:p>
        </p:txBody>
      </p:sp>
      <p:sp>
        <p:nvSpPr>
          <p:cNvPr id="4" name="Slide Image Placeholder 3"/>
          <p:cNvSpPr>
            <a:spLocks noGrp="1" noRot="1" noChangeAspect="1"/>
          </p:cNvSpPr>
          <p:nvPr>
            <p:ph type="sldImg" idx="2"/>
          </p:nvPr>
        </p:nvSpPr>
        <p:spPr>
          <a:xfrm>
            <a:off x="715963" y="696913"/>
            <a:ext cx="5578475" cy="3486150"/>
          </a:xfrm>
          <a:prstGeom prst="rect">
            <a:avLst/>
          </a:prstGeom>
          <a:noFill/>
          <a:ln w="12700">
            <a:solidFill>
              <a:prstClr val="black"/>
            </a:solidFill>
          </a:ln>
        </p:spPr>
        <p:txBody>
          <a:bodyPr vert="horz" lIns="93177" tIns="46589" rIns="93177" bIns="46589" rtlCol="0" anchor="ctr"/>
          <a:lstStyle/>
          <a:p>
            <a:endParaRPr lang="en-US"/>
          </a:p>
        </p:txBody>
      </p:sp>
      <p:sp>
        <p:nvSpPr>
          <p:cNvPr id="5" name="Notes Placeholder 4"/>
          <p:cNvSpPr>
            <a:spLocks noGrp="1"/>
          </p:cNvSpPr>
          <p:nvPr>
            <p:ph type="body" sz="quarter" idx="3"/>
          </p:nvPr>
        </p:nvSpPr>
        <p:spPr>
          <a:xfrm>
            <a:off x="701040" y="4415790"/>
            <a:ext cx="5608320" cy="4183380"/>
          </a:xfrm>
          <a:prstGeom prst="rect">
            <a:avLst/>
          </a:prstGeom>
        </p:spPr>
        <p:txBody>
          <a:bodyPr vert="horz" lIns="93177" tIns="46589" rIns="93177" bIns="46589"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829967"/>
            <a:ext cx="3037840" cy="464820"/>
          </a:xfrm>
          <a:prstGeom prst="rect">
            <a:avLst/>
          </a:prstGeom>
        </p:spPr>
        <p:txBody>
          <a:bodyPr vert="horz" lIns="93177" tIns="46589" rIns="93177" bIns="46589" rtlCol="0" anchor="b"/>
          <a:lstStyle>
            <a:lvl1pPr algn="l">
              <a:defRPr sz="1200"/>
            </a:lvl1pPr>
          </a:lstStyle>
          <a:p>
            <a:endParaRPr lang="en-US"/>
          </a:p>
        </p:txBody>
      </p:sp>
      <p:sp>
        <p:nvSpPr>
          <p:cNvPr id="7" name="Slide Number Placeholder 6"/>
          <p:cNvSpPr>
            <a:spLocks noGrp="1"/>
          </p:cNvSpPr>
          <p:nvPr>
            <p:ph type="sldNum" sz="quarter" idx="5"/>
          </p:nvPr>
        </p:nvSpPr>
        <p:spPr>
          <a:xfrm>
            <a:off x="3970938" y="8829967"/>
            <a:ext cx="3037840" cy="464820"/>
          </a:xfrm>
          <a:prstGeom prst="rect">
            <a:avLst/>
          </a:prstGeom>
        </p:spPr>
        <p:txBody>
          <a:bodyPr vert="horz" lIns="93177" tIns="46589" rIns="93177" bIns="46589" rtlCol="0" anchor="b"/>
          <a:lstStyle>
            <a:lvl1pPr algn="r">
              <a:defRPr sz="1200"/>
            </a:lvl1pPr>
          </a:lstStyle>
          <a:p>
            <a:fld id="{76C7EBE9-FBA5-4606-B4BF-D5A892555425}" type="slidenum">
              <a:rPr lang="en-US" smtClean="0"/>
              <a:t>‹#›</a:t>
            </a:fld>
            <a:endParaRPr lang="en-US"/>
          </a:p>
        </p:txBody>
      </p:sp>
    </p:spTree>
    <p:extLst>
      <p:ext uri="{BB962C8B-B14F-4D97-AF65-F5344CB8AC3E}">
        <p14:creationId xmlns:p14="http://schemas.microsoft.com/office/powerpoint/2010/main" val="261949384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smtClean="0"/>
              <a:t>Intuitive</a:t>
            </a:r>
            <a:r>
              <a:rPr lang="en-US" baseline="0" dirty="0" smtClean="0"/>
              <a:t> concept.</a:t>
            </a:r>
          </a:p>
          <a:p>
            <a:r>
              <a:rPr lang="en-US" baseline="0" dirty="0" smtClean="0"/>
              <a:t>No universal definition.</a:t>
            </a:r>
            <a:endParaRPr lang="en-US" dirty="0"/>
          </a:p>
        </p:txBody>
      </p:sp>
      <p:sp>
        <p:nvSpPr>
          <p:cNvPr id="4" name="Slide Number Placeholder 3"/>
          <p:cNvSpPr>
            <a:spLocks noGrp="1"/>
          </p:cNvSpPr>
          <p:nvPr>
            <p:ph type="sldNum" sz="quarter" idx="10"/>
          </p:nvPr>
        </p:nvSpPr>
        <p:spPr/>
        <p:txBody>
          <a:bodyPr/>
          <a:lstStyle/>
          <a:p>
            <a:fld id="{76C7EBE9-FBA5-4606-B4BF-D5A892555425}" type="slidenum">
              <a:rPr lang="en-US" smtClean="0"/>
              <a:t>2</a:t>
            </a:fld>
            <a:endParaRPr lang="en-US"/>
          </a:p>
        </p:txBody>
      </p:sp>
    </p:spTree>
    <p:extLst>
      <p:ext uri="{BB962C8B-B14F-4D97-AF65-F5344CB8AC3E}">
        <p14:creationId xmlns:p14="http://schemas.microsoft.com/office/powerpoint/2010/main" val="2710821510"/>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smtClean="0"/>
              <a:t>Intuitive</a:t>
            </a:r>
            <a:r>
              <a:rPr lang="en-US" baseline="0" dirty="0" smtClean="0"/>
              <a:t> concept.</a:t>
            </a:r>
          </a:p>
          <a:p>
            <a:r>
              <a:rPr lang="en-US" baseline="0" dirty="0" smtClean="0"/>
              <a:t>No universal definition.</a:t>
            </a:r>
            <a:endParaRPr lang="en-US" dirty="0"/>
          </a:p>
        </p:txBody>
      </p:sp>
      <p:sp>
        <p:nvSpPr>
          <p:cNvPr id="4" name="Slide Number Placeholder 3"/>
          <p:cNvSpPr>
            <a:spLocks noGrp="1"/>
          </p:cNvSpPr>
          <p:nvPr>
            <p:ph type="sldNum" sz="quarter" idx="10"/>
          </p:nvPr>
        </p:nvSpPr>
        <p:spPr/>
        <p:txBody>
          <a:bodyPr/>
          <a:lstStyle/>
          <a:p>
            <a:fld id="{76C7EBE9-FBA5-4606-B4BF-D5A892555425}" type="slidenum">
              <a:rPr lang="en-US" smtClean="0"/>
              <a:t>3</a:t>
            </a:fld>
            <a:endParaRPr lang="en-US"/>
          </a:p>
        </p:txBody>
      </p:sp>
    </p:spTree>
    <p:extLst>
      <p:ext uri="{BB962C8B-B14F-4D97-AF65-F5344CB8AC3E}">
        <p14:creationId xmlns:p14="http://schemas.microsoft.com/office/powerpoint/2010/main" val="2710821510"/>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smtClean="0"/>
              <a:t>Criteria: The government</a:t>
            </a:r>
            <a:r>
              <a:rPr lang="en-US" baseline="0" dirty="0" smtClean="0"/>
              <a:t> has decided that the issue is a societal problem that must </a:t>
            </a:r>
            <a:r>
              <a:rPr lang="en-US" baseline="0" smtClean="0"/>
              <a:t>be addressed.</a:t>
            </a:r>
            <a:endParaRPr lang="en-US" dirty="0"/>
          </a:p>
        </p:txBody>
      </p:sp>
      <p:sp>
        <p:nvSpPr>
          <p:cNvPr id="4" name="Slide Number Placeholder 3"/>
          <p:cNvSpPr>
            <a:spLocks noGrp="1"/>
          </p:cNvSpPr>
          <p:nvPr>
            <p:ph type="sldNum" sz="quarter" idx="10"/>
          </p:nvPr>
        </p:nvSpPr>
        <p:spPr/>
        <p:txBody>
          <a:bodyPr/>
          <a:lstStyle/>
          <a:p>
            <a:fld id="{76C7EBE9-FBA5-4606-B4BF-D5A892555425}" type="slidenum">
              <a:rPr lang="en-US" smtClean="0"/>
              <a:t>5</a:t>
            </a:fld>
            <a:endParaRPr lang="en-US"/>
          </a:p>
        </p:txBody>
      </p:sp>
    </p:spTree>
    <p:extLst>
      <p:ext uri="{BB962C8B-B14F-4D97-AF65-F5344CB8AC3E}">
        <p14:creationId xmlns:p14="http://schemas.microsoft.com/office/powerpoint/2010/main" val="3133091382"/>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smtClean="0"/>
              <a:t>Criteria: The issue</a:t>
            </a:r>
            <a:r>
              <a:rPr lang="en-US" baseline="0" dirty="0" smtClean="0"/>
              <a:t> involves a significant amount of limited resources.</a:t>
            </a:r>
            <a:endParaRPr lang="en-US" dirty="0" smtClean="0"/>
          </a:p>
          <a:p>
            <a:endParaRPr lang="en-US" dirty="0" smtClean="0"/>
          </a:p>
          <a:p>
            <a:r>
              <a:rPr lang="en-US" dirty="0" smtClean="0"/>
              <a:t>“CMS Medicare Budget Overview.” 2018. Centers for Medicare and Medicaid</a:t>
            </a:r>
            <a:r>
              <a:rPr lang="en-US" baseline="0" dirty="0" smtClean="0"/>
              <a:t> Services. U.S. Department of Health &amp; Human Services. Retrieved from https://www.hhs.gov/about/budget/fy2018/budget-in-brief/cms/medicare/index.html.</a:t>
            </a:r>
          </a:p>
          <a:p>
            <a:endParaRPr lang="en-US" baseline="0" dirty="0" smtClean="0"/>
          </a:p>
          <a:p>
            <a:r>
              <a:rPr lang="en-US" baseline="0" dirty="0" smtClean="0"/>
              <a:t>US Spending. (</a:t>
            </a:r>
            <a:r>
              <a:rPr lang="en-US" baseline="0" dirty="0" err="1" smtClean="0"/>
              <a:t>n.d.</a:t>
            </a:r>
            <a:r>
              <a:rPr lang="en-US" baseline="0" dirty="0" smtClean="0"/>
              <a:t>) USGovernmentSpending.com. Retrieved from https://www.usgovernmentspending.com/year_spending_2018USbn_20bs2n_4041_605#usgs302</a:t>
            </a:r>
            <a:endParaRPr lang="en-US" dirty="0"/>
          </a:p>
        </p:txBody>
      </p:sp>
      <p:sp>
        <p:nvSpPr>
          <p:cNvPr id="4" name="Slide Number Placeholder 3"/>
          <p:cNvSpPr>
            <a:spLocks noGrp="1"/>
          </p:cNvSpPr>
          <p:nvPr>
            <p:ph type="sldNum" sz="quarter" idx="10"/>
          </p:nvPr>
        </p:nvSpPr>
        <p:spPr/>
        <p:txBody>
          <a:bodyPr/>
          <a:lstStyle/>
          <a:p>
            <a:fld id="{76C7EBE9-FBA5-4606-B4BF-D5A892555425}" type="slidenum">
              <a:rPr lang="en-US" smtClean="0"/>
              <a:t>6</a:t>
            </a:fld>
            <a:endParaRPr lang="en-US"/>
          </a:p>
        </p:txBody>
      </p:sp>
    </p:spTree>
    <p:extLst>
      <p:ext uri="{BB962C8B-B14F-4D97-AF65-F5344CB8AC3E}">
        <p14:creationId xmlns:p14="http://schemas.microsoft.com/office/powerpoint/2010/main" val="177481934"/>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smtClean="0"/>
              <a:t>Criteria: The issue has a significant impact on general societal welfare.</a:t>
            </a:r>
          </a:p>
        </p:txBody>
      </p:sp>
      <p:sp>
        <p:nvSpPr>
          <p:cNvPr id="4" name="Slide Number Placeholder 3"/>
          <p:cNvSpPr>
            <a:spLocks noGrp="1"/>
          </p:cNvSpPr>
          <p:nvPr>
            <p:ph type="sldNum" sz="quarter" idx="10"/>
          </p:nvPr>
        </p:nvSpPr>
        <p:spPr/>
        <p:txBody>
          <a:bodyPr/>
          <a:lstStyle/>
          <a:p>
            <a:fld id="{76C7EBE9-FBA5-4606-B4BF-D5A892555425}" type="slidenum">
              <a:rPr lang="en-US" smtClean="0"/>
              <a:t>7</a:t>
            </a:fld>
            <a:endParaRPr lang="en-US"/>
          </a:p>
        </p:txBody>
      </p:sp>
    </p:spTree>
    <p:extLst>
      <p:ext uri="{BB962C8B-B14F-4D97-AF65-F5344CB8AC3E}">
        <p14:creationId xmlns:p14="http://schemas.microsoft.com/office/powerpoint/2010/main" val="205570793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76C7EBE9-FBA5-4606-B4BF-D5A892555425}" type="slidenum">
              <a:rPr lang="en-US" smtClean="0"/>
              <a:t>9</a:t>
            </a:fld>
            <a:endParaRPr lang="en-US"/>
          </a:p>
        </p:txBody>
      </p:sp>
    </p:spTree>
    <p:extLst>
      <p:ext uri="{BB962C8B-B14F-4D97-AF65-F5344CB8AC3E}">
        <p14:creationId xmlns:p14="http://schemas.microsoft.com/office/powerpoint/2010/main" val="1363339640"/>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smtClean="0"/>
              <a:t>Sample</a:t>
            </a:r>
            <a:r>
              <a:rPr lang="en-US" baseline="0" dirty="0" smtClean="0"/>
              <a:t> frame is NSF research funding awards by the Civil, Mechanical and Manufacturing Innovation (CMMI) division from January 1, 2010 through December 31, 2010.  Source of </a:t>
            </a:r>
            <a:r>
              <a:rPr lang="en-US" baseline="0" smtClean="0"/>
              <a:t>project abstracts.</a:t>
            </a:r>
            <a:endParaRPr lang="en-US" dirty="0"/>
          </a:p>
        </p:txBody>
      </p:sp>
      <p:sp>
        <p:nvSpPr>
          <p:cNvPr id="4" name="Slide Number Placeholder 3"/>
          <p:cNvSpPr>
            <a:spLocks noGrp="1"/>
          </p:cNvSpPr>
          <p:nvPr>
            <p:ph type="sldNum" sz="quarter" idx="10"/>
          </p:nvPr>
        </p:nvSpPr>
        <p:spPr/>
        <p:txBody>
          <a:bodyPr/>
          <a:lstStyle/>
          <a:p>
            <a:fld id="{76C7EBE9-FBA5-4606-B4BF-D5A892555425}" type="slidenum">
              <a:rPr lang="en-US" smtClean="0"/>
              <a:t>25</a:t>
            </a:fld>
            <a:endParaRPr lang="en-US"/>
          </a:p>
        </p:txBody>
      </p:sp>
    </p:spTree>
    <p:extLst>
      <p:ext uri="{BB962C8B-B14F-4D97-AF65-F5344CB8AC3E}">
        <p14:creationId xmlns:p14="http://schemas.microsoft.com/office/powerpoint/2010/main" val="1048138649"/>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smtClean="0"/>
              <a:t>Source of</a:t>
            </a:r>
            <a:r>
              <a:rPr lang="en-US" baseline="0" dirty="0" smtClean="0"/>
              <a:t> p</a:t>
            </a:r>
            <a:r>
              <a:rPr lang="en-US" dirty="0" smtClean="0"/>
              <a:t>roject</a:t>
            </a:r>
            <a:r>
              <a:rPr lang="en-US" baseline="0" dirty="0" smtClean="0"/>
              <a:t> outcomes report.</a:t>
            </a:r>
            <a:endParaRPr lang="en-US" dirty="0"/>
          </a:p>
        </p:txBody>
      </p:sp>
      <p:sp>
        <p:nvSpPr>
          <p:cNvPr id="4" name="Slide Number Placeholder 3"/>
          <p:cNvSpPr>
            <a:spLocks noGrp="1"/>
          </p:cNvSpPr>
          <p:nvPr>
            <p:ph type="sldNum" sz="quarter" idx="10"/>
          </p:nvPr>
        </p:nvSpPr>
        <p:spPr/>
        <p:txBody>
          <a:bodyPr/>
          <a:lstStyle/>
          <a:p>
            <a:fld id="{76C7EBE9-FBA5-4606-B4BF-D5A892555425}" type="slidenum">
              <a:rPr lang="en-US" smtClean="0"/>
              <a:t>26</a:t>
            </a:fld>
            <a:endParaRPr lang="en-US"/>
          </a:p>
        </p:txBody>
      </p:sp>
    </p:spTree>
    <p:extLst>
      <p:ext uri="{BB962C8B-B14F-4D97-AF65-F5344CB8AC3E}">
        <p14:creationId xmlns:p14="http://schemas.microsoft.com/office/powerpoint/2010/main" val="322417364"/>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smtClean="0"/>
              <a:t>Identify</a:t>
            </a:r>
            <a:r>
              <a:rPr lang="en-US" baseline="0" dirty="0" smtClean="0"/>
              <a:t> a</a:t>
            </a:r>
            <a:r>
              <a:rPr lang="en-US" dirty="0" smtClean="0"/>
              <a:t>nnouncements of license agreements.</a:t>
            </a:r>
            <a:endParaRPr lang="en-US" dirty="0"/>
          </a:p>
        </p:txBody>
      </p:sp>
      <p:sp>
        <p:nvSpPr>
          <p:cNvPr id="4" name="Slide Number Placeholder 3"/>
          <p:cNvSpPr>
            <a:spLocks noGrp="1"/>
          </p:cNvSpPr>
          <p:nvPr>
            <p:ph type="sldNum" sz="quarter" idx="10"/>
          </p:nvPr>
        </p:nvSpPr>
        <p:spPr/>
        <p:txBody>
          <a:bodyPr/>
          <a:lstStyle/>
          <a:p>
            <a:fld id="{76C7EBE9-FBA5-4606-B4BF-D5A892555425}" type="slidenum">
              <a:rPr lang="en-US" smtClean="0"/>
              <a:t>27</a:t>
            </a:fld>
            <a:endParaRPr lang="en-US"/>
          </a:p>
        </p:txBody>
      </p:sp>
    </p:spTree>
    <p:extLst>
      <p:ext uri="{BB962C8B-B14F-4D97-AF65-F5344CB8AC3E}">
        <p14:creationId xmlns:p14="http://schemas.microsoft.com/office/powerpoint/2010/main" val="1010990836"/>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smtClean="0"/>
              <a:t>Identify</a:t>
            </a:r>
            <a:r>
              <a:rPr lang="en-US" baseline="0" dirty="0" smtClean="0"/>
              <a:t> allowed patents without license agreements.</a:t>
            </a:r>
          </a:p>
          <a:p>
            <a:r>
              <a:rPr lang="en-US" baseline="0" dirty="0" smtClean="0"/>
              <a:t>Identify disallowed patent applications with published peer-reviewed journal articles.</a:t>
            </a:r>
            <a:endParaRPr lang="en-US" dirty="0"/>
          </a:p>
        </p:txBody>
      </p:sp>
      <p:sp>
        <p:nvSpPr>
          <p:cNvPr id="4" name="Slide Number Placeholder 3"/>
          <p:cNvSpPr>
            <a:spLocks noGrp="1"/>
          </p:cNvSpPr>
          <p:nvPr>
            <p:ph type="sldNum" sz="quarter" idx="10"/>
          </p:nvPr>
        </p:nvSpPr>
        <p:spPr/>
        <p:txBody>
          <a:bodyPr/>
          <a:lstStyle/>
          <a:p>
            <a:fld id="{76C7EBE9-FBA5-4606-B4BF-D5A892555425}" type="slidenum">
              <a:rPr lang="en-US" smtClean="0"/>
              <a:t>28</a:t>
            </a:fld>
            <a:endParaRPr lang="en-US"/>
          </a:p>
        </p:txBody>
      </p:sp>
    </p:spTree>
    <p:extLst>
      <p:ext uri="{BB962C8B-B14F-4D97-AF65-F5344CB8AC3E}">
        <p14:creationId xmlns:p14="http://schemas.microsoft.com/office/powerpoint/2010/main" val="1159893844"/>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smtClean="0"/>
              <a:t>Source of published peer-review</a:t>
            </a:r>
            <a:r>
              <a:rPr lang="en-US" baseline="0" dirty="0" smtClean="0"/>
              <a:t> journal articles with no patents in prosecution or allowed patents with an associated license.</a:t>
            </a:r>
            <a:endParaRPr lang="en-US" dirty="0"/>
          </a:p>
        </p:txBody>
      </p:sp>
      <p:sp>
        <p:nvSpPr>
          <p:cNvPr id="4" name="Slide Number Placeholder 3"/>
          <p:cNvSpPr>
            <a:spLocks noGrp="1"/>
          </p:cNvSpPr>
          <p:nvPr>
            <p:ph type="sldNum" sz="quarter" idx="10"/>
          </p:nvPr>
        </p:nvSpPr>
        <p:spPr/>
        <p:txBody>
          <a:bodyPr/>
          <a:lstStyle/>
          <a:p>
            <a:fld id="{76C7EBE9-FBA5-4606-B4BF-D5A892555425}" type="slidenum">
              <a:rPr lang="en-US" smtClean="0"/>
              <a:t>29</a:t>
            </a:fld>
            <a:endParaRPr lang="en-US"/>
          </a:p>
        </p:txBody>
      </p:sp>
    </p:spTree>
    <p:extLst>
      <p:ext uri="{BB962C8B-B14F-4D97-AF65-F5344CB8AC3E}">
        <p14:creationId xmlns:p14="http://schemas.microsoft.com/office/powerpoint/2010/main" val="2422370325"/>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smtClean="0"/>
              <a:t>Source of </a:t>
            </a:r>
            <a:r>
              <a:rPr lang="en-US" baseline="0" dirty="0" smtClean="0"/>
              <a:t>technology transfer public policy </a:t>
            </a:r>
            <a:r>
              <a:rPr lang="en-US" dirty="0" smtClean="0"/>
              <a:t>documentation</a:t>
            </a:r>
            <a:r>
              <a:rPr lang="en-US" baseline="0" dirty="0" smtClean="0"/>
              <a:t>.</a:t>
            </a:r>
            <a:endParaRPr lang="en-US" dirty="0"/>
          </a:p>
        </p:txBody>
      </p:sp>
      <p:sp>
        <p:nvSpPr>
          <p:cNvPr id="4" name="Slide Number Placeholder 3"/>
          <p:cNvSpPr>
            <a:spLocks noGrp="1"/>
          </p:cNvSpPr>
          <p:nvPr>
            <p:ph type="sldNum" sz="quarter" idx="10"/>
          </p:nvPr>
        </p:nvSpPr>
        <p:spPr/>
        <p:txBody>
          <a:bodyPr/>
          <a:lstStyle/>
          <a:p>
            <a:fld id="{76C7EBE9-FBA5-4606-B4BF-D5A892555425}" type="slidenum">
              <a:rPr lang="en-US" smtClean="0"/>
              <a:t>30</a:t>
            </a:fld>
            <a:endParaRPr lang="en-US"/>
          </a:p>
        </p:txBody>
      </p:sp>
    </p:spTree>
    <p:extLst>
      <p:ext uri="{BB962C8B-B14F-4D97-AF65-F5344CB8AC3E}">
        <p14:creationId xmlns:p14="http://schemas.microsoft.com/office/powerpoint/2010/main" val="1427497618"/>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smtClean="0"/>
              <a:t>Source of technology transfer public</a:t>
            </a:r>
            <a:r>
              <a:rPr lang="en-US" baseline="0" dirty="0" smtClean="0"/>
              <a:t> policy </a:t>
            </a:r>
            <a:r>
              <a:rPr lang="en-US" dirty="0" smtClean="0"/>
              <a:t>documentation </a:t>
            </a:r>
            <a:r>
              <a:rPr lang="en-US" baseline="0" dirty="0" smtClean="0"/>
              <a:t>.</a:t>
            </a:r>
            <a:endParaRPr lang="en-US" dirty="0"/>
          </a:p>
        </p:txBody>
      </p:sp>
      <p:sp>
        <p:nvSpPr>
          <p:cNvPr id="4" name="Slide Number Placeholder 3"/>
          <p:cNvSpPr>
            <a:spLocks noGrp="1"/>
          </p:cNvSpPr>
          <p:nvPr>
            <p:ph type="sldNum" sz="quarter" idx="10"/>
          </p:nvPr>
        </p:nvSpPr>
        <p:spPr/>
        <p:txBody>
          <a:bodyPr/>
          <a:lstStyle/>
          <a:p>
            <a:fld id="{76C7EBE9-FBA5-4606-B4BF-D5A892555425}" type="slidenum">
              <a:rPr lang="en-US" smtClean="0"/>
              <a:t>31</a:t>
            </a:fld>
            <a:endParaRPr lang="en-US"/>
          </a:p>
        </p:txBody>
      </p:sp>
    </p:spTree>
    <p:extLst>
      <p:ext uri="{BB962C8B-B14F-4D97-AF65-F5344CB8AC3E}">
        <p14:creationId xmlns:p14="http://schemas.microsoft.com/office/powerpoint/2010/main" val="1686706110"/>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76C7EBE9-FBA5-4606-B4BF-D5A892555425}" type="slidenum">
              <a:rPr lang="en-US" smtClean="0"/>
              <a:t>33</a:t>
            </a:fld>
            <a:endParaRPr lang="en-US"/>
          </a:p>
        </p:txBody>
      </p:sp>
    </p:spTree>
    <p:extLst>
      <p:ext uri="{BB962C8B-B14F-4D97-AF65-F5344CB8AC3E}">
        <p14:creationId xmlns:p14="http://schemas.microsoft.com/office/powerpoint/2010/main" val="3042111759"/>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smtClean="0"/>
              <a:t>A monotonic relationship is a relationship that does one of the following: (1) as the value of one variable increases, so does the value of the other variable; or (2) as the value of one variable increases, the other variable value decreases.</a:t>
            </a:r>
            <a:endParaRPr lang="en-US" dirty="0"/>
          </a:p>
        </p:txBody>
      </p:sp>
      <p:sp>
        <p:nvSpPr>
          <p:cNvPr id="4" name="Slide Number Placeholder 3"/>
          <p:cNvSpPr>
            <a:spLocks noGrp="1"/>
          </p:cNvSpPr>
          <p:nvPr>
            <p:ph type="sldNum" sz="quarter" idx="10"/>
          </p:nvPr>
        </p:nvSpPr>
        <p:spPr/>
        <p:txBody>
          <a:bodyPr/>
          <a:lstStyle/>
          <a:p>
            <a:fld id="{76C7EBE9-FBA5-4606-B4BF-D5A892555425}" type="slidenum">
              <a:rPr lang="en-US" smtClean="0"/>
              <a:t>34</a:t>
            </a:fld>
            <a:endParaRPr lang="en-US"/>
          </a:p>
        </p:txBody>
      </p:sp>
    </p:spTree>
    <p:extLst>
      <p:ext uri="{BB962C8B-B14F-4D97-AF65-F5344CB8AC3E}">
        <p14:creationId xmlns:p14="http://schemas.microsoft.com/office/powerpoint/2010/main" val="107695292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775355"/>
            <a:ext cx="7772400" cy="1225021"/>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238500"/>
            <a:ext cx="6400800" cy="14605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FC1FCE38-2186-4D26-B7FB-3342183A2F51}" type="datetimeFigureOut">
              <a:rPr lang="en-US" smtClean="0"/>
              <a:t>04/15/2019</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8DF165FE-5E7F-4CA1-B535-35D8C888C589}" type="slidenum">
              <a:rPr lang="en-US" smtClean="0"/>
              <a:t>‹#›</a:t>
            </a:fld>
            <a:endParaRPr lang="en-US"/>
          </a:p>
        </p:txBody>
      </p:sp>
    </p:spTree>
    <p:extLst>
      <p:ext uri="{BB962C8B-B14F-4D97-AF65-F5344CB8AC3E}">
        <p14:creationId xmlns:p14="http://schemas.microsoft.com/office/powerpoint/2010/main" val="704911890"/>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FC1FCE38-2186-4D26-B7FB-3342183A2F51}" type="datetimeFigureOut">
              <a:rPr lang="en-US" smtClean="0"/>
              <a:t>04/15/2019</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8DF165FE-5E7F-4CA1-B535-35D8C888C589}" type="slidenum">
              <a:rPr lang="en-US" smtClean="0"/>
              <a:t>‹#›</a:t>
            </a:fld>
            <a:endParaRPr lang="en-US"/>
          </a:p>
        </p:txBody>
      </p:sp>
    </p:spTree>
    <p:extLst>
      <p:ext uri="{BB962C8B-B14F-4D97-AF65-F5344CB8AC3E}">
        <p14:creationId xmlns:p14="http://schemas.microsoft.com/office/powerpoint/2010/main" val="4199269320"/>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672417"/>
            <a:ext cx="7772400" cy="1135063"/>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422261"/>
            <a:ext cx="7772400" cy="1250156"/>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FC1FCE38-2186-4D26-B7FB-3342183A2F51}" type="datetimeFigureOut">
              <a:rPr lang="en-US" smtClean="0"/>
              <a:t>04/15/2019</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8DF165FE-5E7F-4CA1-B535-35D8C888C589}" type="slidenum">
              <a:rPr lang="en-US" smtClean="0"/>
              <a:t>‹#›</a:t>
            </a:fld>
            <a:endParaRPr lang="en-US"/>
          </a:p>
        </p:txBody>
      </p:sp>
    </p:spTree>
    <p:extLst>
      <p:ext uri="{BB962C8B-B14F-4D97-AF65-F5344CB8AC3E}">
        <p14:creationId xmlns:p14="http://schemas.microsoft.com/office/powerpoint/2010/main" val="41734172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111250"/>
            <a:ext cx="4038600" cy="3143250"/>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111250"/>
            <a:ext cx="4038600" cy="3143250"/>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FC1FCE38-2186-4D26-B7FB-3342183A2F51}" type="datetimeFigureOut">
              <a:rPr lang="en-US" smtClean="0"/>
              <a:t>04/15/2019</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8DF165FE-5E7F-4CA1-B535-35D8C888C589}" type="slidenum">
              <a:rPr lang="en-US" smtClean="0"/>
              <a:t>‹#›</a:t>
            </a:fld>
            <a:endParaRPr lang="en-US"/>
          </a:p>
        </p:txBody>
      </p:sp>
    </p:spTree>
    <p:extLst>
      <p:ext uri="{BB962C8B-B14F-4D97-AF65-F5344CB8AC3E}">
        <p14:creationId xmlns:p14="http://schemas.microsoft.com/office/powerpoint/2010/main" val="285470371"/>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457200" y="228865"/>
            <a:ext cx="8229600" cy="952500"/>
          </a:xfrm>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279261"/>
            <a:ext cx="4040188" cy="533135"/>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1812396"/>
            <a:ext cx="4040188" cy="3292740"/>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6" y="1279261"/>
            <a:ext cx="4041775" cy="533135"/>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6" y="1812396"/>
            <a:ext cx="4041775" cy="3292740"/>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FC1FCE38-2186-4D26-B7FB-3342183A2F51}" type="datetimeFigureOut">
              <a:rPr lang="en-US" smtClean="0"/>
              <a:t>04/15/2019</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8DF165FE-5E7F-4CA1-B535-35D8C888C589}" type="slidenum">
              <a:rPr lang="en-US" smtClean="0"/>
              <a:t>‹#›</a:t>
            </a:fld>
            <a:endParaRPr lang="en-US"/>
          </a:p>
        </p:txBody>
      </p:sp>
    </p:spTree>
    <p:extLst>
      <p:ext uri="{BB962C8B-B14F-4D97-AF65-F5344CB8AC3E}">
        <p14:creationId xmlns:p14="http://schemas.microsoft.com/office/powerpoint/2010/main" val="2037929654"/>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FC1FCE38-2186-4D26-B7FB-3342183A2F51}" type="datetimeFigureOut">
              <a:rPr lang="en-US" smtClean="0"/>
              <a:t>04/15/2019</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8DF165FE-5E7F-4CA1-B535-35D8C888C589}" type="slidenum">
              <a:rPr lang="en-US" smtClean="0"/>
              <a:t>‹#›</a:t>
            </a:fld>
            <a:endParaRPr lang="en-US"/>
          </a:p>
        </p:txBody>
      </p:sp>
    </p:spTree>
    <p:extLst>
      <p:ext uri="{BB962C8B-B14F-4D97-AF65-F5344CB8AC3E}">
        <p14:creationId xmlns:p14="http://schemas.microsoft.com/office/powerpoint/2010/main" val="221654854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FC1FCE38-2186-4D26-B7FB-3342183A2F51}" type="datetimeFigureOut">
              <a:rPr lang="en-US" smtClean="0"/>
              <a:t>04/15/2019</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8DF165FE-5E7F-4CA1-B535-35D8C888C589}" type="slidenum">
              <a:rPr lang="en-US" smtClean="0"/>
              <a:t>‹#›</a:t>
            </a:fld>
            <a:endParaRPr lang="en-US"/>
          </a:p>
        </p:txBody>
      </p:sp>
    </p:spTree>
    <p:extLst>
      <p:ext uri="{BB962C8B-B14F-4D97-AF65-F5344CB8AC3E}">
        <p14:creationId xmlns:p14="http://schemas.microsoft.com/office/powerpoint/2010/main" val="3153959039"/>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27542"/>
            <a:ext cx="3008313" cy="968375"/>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27542"/>
            <a:ext cx="5111750" cy="4877594"/>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1" y="1195917"/>
            <a:ext cx="3008313" cy="3909219"/>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FC1FCE38-2186-4D26-B7FB-3342183A2F51}" type="datetimeFigureOut">
              <a:rPr lang="en-US" smtClean="0"/>
              <a:t>04/15/2019</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8DF165FE-5E7F-4CA1-B535-35D8C888C589}" type="slidenum">
              <a:rPr lang="en-US" smtClean="0"/>
              <a:t>‹#›</a:t>
            </a:fld>
            <a:endParaRPr lang="en-US"/>
          </a:p>
        </p:txBody>
      </p:sp>
    </p:spTree>
    <p:extLst>
      <p:ext uri="{BB962C8B-B14F-4D97-AF65-F5344CB8AC3E}">
        <p14:creationId xmlns:p14="http://schemas.microsoft.com/office/powerpoint/2010/main" val="3972390644"/>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000500"/>
            <a:ext cx="5486400" cy="472282"/>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510646"/>
            <a:ext cx="5486400" cy="34290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4472782"/>
            <a:ext cx="5486400" cy="670718"/>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FC1FCE38-2186-4D26-B7FB-3342183A2F51}" type="datetimeFigureOut">
              <a:rPr lang="en-US" smtClean="0"/>
              <a:t>04/15/2019</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8DF165FE-5E7F-4CA1-B535-35D8C888C589}" type="slidenum">
              <a:rPr lang="en-US" smtClean="0"/>
              <a:t>‹#›</a:t>
            </a:fld>
            <a:endParaRPr lang="en-US"/>
          </a:p>
        </p:txBody>
      </p:sp>
    </p:spTree>
    <p:extLst>
      <p:ext uri="{BB962C8B-B14F-4D97-AF65-F5344CB8AC3E}">
        <p14:creationId xmlns:p14="http://schemas.microsoft.com/office/powerpoint/2010/main" val="3030684030"/>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FC1FCE38-2186-4D26-B7FB-3342183A2F51}" type="datetimeFigureOut">
              <a:rPr lang="en-US" smtClean="0"/>
              <a:t>04/15/2019</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8DF165FE-5E7F-4CA1-B535-35D8C888C589}" type="slidenum">
              <a:rPr lang="en-US" smtClean="0"/>
              <a:t>‹#›</a:t>
            </a:fld>
            <a:endParaRPr lang="en-US"/>
          </a:p>
        </p:txBody>
      </p:sp>
    </p:spTree>
    <p:extLst>
      <p:ext uri="{BB962C8B-B14F-4D97-AF65-F5344CB8AC3E}">
        <p14:creationId xmlns:p14="http://schemas.microsoft.com/office/powerpoint/2010/main" val="218858756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190500"/>
            <a:ext cx="2057400" cy="4064000"/>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190500"/>
            <a:ext cx="6019800" cy="4064000"/>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FC1FCE38-2186-4D26-B7FB-3342183A2F51}" type="datetimeFigureOut">
              <a:rPr lang="en-US" smtClean="0"/>
              <a:t>04/15/2019</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8DF165FE-5E7F-4CA1-B535-35D8C888C589}" type="slidenum">
              <a:rPr lang="en-US" smtClean="0"/>
              <a:t>‹#›</a:t>
            </a:fld>
            <a:endParaRPr lang="en-US"/>
          </a:p>
        </p:txBody>
      </p:sp>
    </p:spTree>
    <p:extLst>
      <p:ext uri="{BB962C8B-B14F-4D97-AF65-F5344CB8AC3E}">
        <p14:creationId xmlns:p14="http://schemas.microsoft.com/office/powerpoint/2010/main" val="2812078794"/>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28865"/>
            <a:ext cx="8229600" cy="9525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333500"/>
            <a:ext cx="8229600" cy="3771636"/>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5296959"/>
            <a:ext cx="2133600" cy="304271"/>
          </a:xfrm>
          <a:prstGeom prst="rect">
            <a:avLst/>
          </a:prstGeom>
        </p:spPr>
        <p:txBody>
          <a:bodyPr vert="horz" lIns="91440" tIns="45720" rIns="91440" bIns="45720" rtlCol="0" anchor="ctr"/>
          <a:lstStyle>
            <a:lvl1pPr algn="l">
              <a:defRPr sz="1200">
                <a:solidFill>
                  <a:schemeClr val="tx1">
                    <a:tint val="75000"/>
                  </a:schemeClr>
                </a:solidFill>
              </a:defRPr>
            </a:lvl1pPr>
          </a:lstStyle>
          <a:p>
            <a:fld id="{FC1FCE38-2186-4D26-B7FB-3342183A2F51}" type="datetimeFigureOut">
              <a:rPr lang="en-US" smtClean="0"/>
              <a:t>04/15/2019</a:t>
            </a:fld>
            <a:endParaRPr lang="en-US"/>
          </a:p>
        </p:txBody>
      </p:sp>
      <p:sp>
        <p:nvSpPr>
          <p:cNvPr id="5" name="Footer Placeholder 4"/>
          <p:cNvSpPr>
            <a:spLocks noGrp="1"/>
          </p:cNvSpPr>
          <p:nvPr>
            <p:ph type="ftr" sz="quarter" idx="3"/>
          </p:nvPr>
        </p:nvSpPr>
        <p:spPr>
          <a:xfrm>
            <a:off x="3124200" y="5296959"/>
            <a:ext cx="2895600" cy="304271"/>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5296959"/>
            <a:ext cx="2133600" cy="304271"/>
          </a:xfrm>
          <a:prstGeom prst="rect">
            <a:avLst/>
          </a:prstGeom>
        </p:spPr>
        <p:txBody>
          <a:bodyPr vert="horz" lIns="91440" tIns="45720" rIns="91440" bIns="45720" rtlCol="0" anchor="ctr"/>
          <a:lstStyle>
            <a:lvl1pPr algn="r">
              <a:defRPr sz="1200">
                <a:solidFill>
                  <a:schemeClr val="tx1">
                    <a:tint val="75000"/>
                  </a:schemeClr>
                </a:solidFill>
              </a:defRPr>
            </a:lvl1pPr>
          </a:lstStyle>
          <a:p>
            <a:fld id="{8DF165FE-5E7F-4CA1-B535-35D8C888C589}" type="slidenum">
              <a:rPr lang="en-US" smtClean="0"/>
              <a:t>‹#›</a:t>
            </a:fld>
            <a:endParaRPr lang="en-US"/>
          </a:p>
        </p:txBody>
      </p:sp>
    </p:spTree>
    <p:extLst>
      <p:ext uri="{BB962C8B-B14F-4D97-AF65-F5344CB8AC3E}">
        <p14:creationId xmlns:p14="http://schemas.microsoft.com/office/powerpoint/2010/main" val="2662382968"/>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anose="020B0604020202020204"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3" Type="http://schemas.openxmlformats.org/officeDocument/2006/relationships/diagramData" Target="../diagrams/data1.xml"/><Relationship Id="rId7" Type="http://schemas.microsoft.com/office/2007/relationships/diagramDrawing" Target="../diagrams/drawing1.xml"/><Relationship Id="rId2" Type="http://schemas.openxmlformats.org/officeDocument/2006/relationships/notesSlide" Target="../notesSlides/notesSlide1.xml"/><Relationship Id="rId1" Type="http://schemas.openxmlformats.org/officeDocument/2006/relationships/slideLayout" Target="../slideLayouts/slideLayout7.xml"/><Relationship Id="rId6" Type="http://schemas.openxmlformats.org/officeDocument/2006/relationships/diagramColors" Target="../diagrams/colors1.xml"/><Relationship Id="rId5" Type="http://schemas.openxmlformats.org/officeDocument/2006/relationships/diagramQuickStyle" Target="../diagrams/quickStyle1.xml"/><Relationship Id="rId4" Type="http://schemas.openxmlformats.org/officeDocument/2006/relationships/diagramLayout" Target="../diagrams/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3.xml"/><Relationship Id="rId1" Type="http://schemas.openxmlformats.org/officeDocument/2006/relationships/slideLayout" Target="../slideLayouts/slideLayout7.xml"/><Relationship Id="rId4" Type="http://schemas.openxmlformats.org/officeDocument/2006/relationships/image" Target="../media/image2.png"/></Relationships>
</file>

<file path=ppt/slides/_rels/slide6.xml.rels><?xml version="1.0" encoding="UTF-8" standalone="yes"?>
<Relationships xmlns="http://schemas.openxmlformats.org/package/2006/relationships"><Relationship Id="rId3" Type="http://schemas.openxmlformats.org/officeDocument/2006/relationships/notesSlide" Target="../notesSlides/notesSlide4.xml"/><Relationship Id="rId2" Type="http://schemas.openxmlformats.org/officeDocument/2006/relationships/slideLayout" Target="../slideLayouts/slideLayout7.xml"/><Relationship Id="rId1" Type="http://schemas.openxmlformats.org/officeDocument/2006/relationships/vmlDrawing" Target="../drawings/vmlDrawing1.vml"/><Relationship Id="rId5" Type="http://schemas.openxmlformats.org/officeDocument/2006/relationships/image" Target="../media/image3.emf"/><Relationship Id="rId4" Type="http://schemas.openxmlformats.org/officeDocument/2006/relationships/oleObject" Target="../embeddings/Microsoft_Excel_97-2003_Worksheet1.xls"/></Relationships>
</file>

<file path=ppt/slides/_rels/slide7.xml.rels><?xml version="1.0" encoding="UTF-8" standalone="yes"?>
<Relationships xmlns="http://schemas.openxmlformats.org/package/2006/relationships"><Relationship Id="rId3" Type="http://schemas.openxmlformats.org/officeDocument/2006/relationships/image" Target="../media/image4.jpeg"/><Relationship Id="rId2" Type="http://schemas.openxmlformats.org/officeDocument/2006/relationships/notesSlide" Target="../notesSlides/notesSlide5.xml"/><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8" Type="http://schemas.openxmlformats.org/officeDocument/2006/relationships/diagramData" Target="../diagrams/data3.xml"/><Relationship Id="rId3" Type="http://schemas.openxmlformats.org/officeDocument/2006/relationships/diagramData" Target="../diagrams/data2.xml"/><Relationship Id="rId7" Type="http://schemas.microsoft.com/office/2007/relationships/diagramDrawing" Target="../diagrams/drawing2.xml"/><Relationship Id="rId12" Type="http://schemas.microsoft.com/office/2007/relationships/diagramDrawing" Target="../diagrams/drawing3.xml"/><Relationship Id="rId2" Type="http://schemas.openxmlformats.org/officeDocument/2006/relationships/notesSlide" Target="../notesSlides/notesSlide6.xml"/><Relationship Id="rId1" Type="http://schemas.openxmlformats.org/officeDocument/2006/relationships/slideLayout" Target="../slideLayouts/slideLayout7.xml"/><Relationship Id="rId6" Type="http://schemas.openxmlformats.org/officeDocument/2006/relationships/diagramColors" Target="../diagrams/colors2.xml"/><Relationship Id="rId11" Type="http://schemas.openxmlformats.org/officeDocument/2006/relationships/diagramColors" Target="../diagrams/colors3.xml"/><Relationship Id="rId5" Type="http://schemas.openxmlformats.org/officeDocument/2006/relationships/diagramQuickStyle" Target="../diagrams/quickStyle2.xml"/><Relationship Id="rId10" Type="http://schemas.openxmlformats.org/officeDocument/2006/relationships/diagramQuickStyle" Target="../diagrams/quickStyle3.xml"/><Relationship Id="rId4" Type="http://schemas.openxmlformats.org/officeDocument/2006/relationships/diagramLayout" Target="../diagrams/layout2.xml"/><Relationship Id="rId9" Type="http://schemas.openxmlformats.org/officeDocument/2006/relationships/diagramLayout" Target="../diagrams/layout3.xml"/></Relationships>
</file>

<file path=ppt/slides/_rels/slide10.xml.rels><?xml version="1.0" encoding="UTF-8" standalone="yes"?>
<Relationships xmlns="http://schemas.openxmlformats.org/package/2006/relationships"><Relationship Id="rId8" Type="http://schemas.openxmlformats.org/officeDocument/2006/relationships/diagramLayout" Target="../diagrams/layout5.xml"/><Relationship Id="rId3" Type="http://schemas.openxmlformats.org/officeDocument/2006/relationships/diagramLayout" Target="../diagrams/layout4.xml"/><Relationship Id="rId7" Type="http://schemas.openxmlformats.org/officeDocument/2006/relationships/diagramData" Target="../diagrams/data5.xml"/><Relationship Id="rId2" Type="http://schemas.openxmlformats.org/officeDocument/2006/relationships/diagramData" Target="../diagrams/data4.xml"/><Relationship Id="rId1" Type="http://schemas.openxmlformats.org/officeDocument/2006/relationships/slideLayout" Target="../slideLayouts/slideLayout7.xml"/><Relationship Id="rId6" Type="http://schemas.microsoft.com/office/2007/relationships/diagramDrawing" Target="../diagrams/drawing4.xml"/><Relationship Id="rId11" Type="http://schemas.microsoft.com/office/2007/relationships/diagramDrawing" Target="../diagrams/drawing5.xml"/><Relationship Id="rId5" Type="http://schemas.openxmlformats.org/officeDocument/2006/relationships/diagramColors" Target="../diagrams/colors4.xml"/><Relationship Id="rId10" Type="http://schemas.openxmlformats.org/officeDocument/2006/relationships/diagramColors" Target="../diagrams/colors5.xml"/><Relationship Id="rId4" Type="http://schemas.openxmlformats.org/officeDocument/2006/relationships/diagramQuickStyle" Target="../diagrams/quickStyle4.xml"/><Relationship Id="rId9" Type="http://schemas.openxmlformats.org/officeDocument/2006/relationships/diagramQuickStyle" Target="../diagrams/quickStyle5.xml"/></Relationships>
</file>

<file path=ppt/slides/_rels/slide11.xml.rels><?xml version="1.0" encoding="UTF-8" standalone="yes"?>
<Relationships xmlns="http://schemas.openxmlformats.org/package/2006/relationships"><Relationship Id="rId8" Type="http://schemas.openxmlformats.org/officeDocument/2006/relationships/diagramLayout" Target="../diagrams/layout7.xml"/><Relationship Id="rId3" Type="http://schemas.openxmlformats.org/officeDocument/2006/relationships/diagramLayout" Target="../diagrams/layout6.xml"/><Relationship Id="rId7" Type="http://schemas.openxmlformats.org/officeDocument/2006/relationships/diagramData" Target="../diagrams/data7.xml"/><Relationship Id="rId2" Type="http://schemas.openxmlformats.org/officeDocument/2006/relationships/diagramData" Target="../diagrams/data6.xml"/><Relationship Id="rId1" Type="http://schemas.openxmlformats.org/officeDocument/2006/relationships/slideLayout" Target="../slideLayouts/slideLayout7.xml"/><Relationship Id="rId6" Type="http://schemas.microsoft.com/office/2007/relationships/diagramDrawing" Target="../diagrams/drawing6.xml"/><Relationship Id="rId11" Type="http://schemas.microsoft.com/office/2007/relationships/diagramDrawing" Target="../diagrams/drawing7.xml"/><Relationship Id="rId5" Type="http://schemas.openxmlformats.org/officeDocument/2006/relationships/diagramColors" Target="../diagrams/colors6.xml"/><Relationship Id="rId10" Type="http://schemas.openxmlformats.org/officeDocument/2006/relationships/diagramColors" Target="../diagrams/colors7.xml"/><Relationship Id="rId4" Type="http://schemas.openxmlformats.org/officeDocument/2006/relationships/diagramQuickStyle" Target="../diagrams/quickStyle6.xml"/><Relationship Id="rId9" Type="http://schemas.openxmlformats.org/officeDocument/2006/relationships/diagramQuickStyle" Target="../diagrams/quickStyle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3" Type="http://schemas.openxmlformats.org/officeDocument/2006/relationships/diagramLayout" Target="../diagrams/layout8.xml"/><Relationship Id="rId2" Type="http://schemas.openxmlformats.org/officeDocument/2006/relationships/diagramData" Target="../diagrams/data8.xml"/><Relationship Id="rId1" Type="http://schemas.openxmlformats.org/officeDocument/2006/relationships/slideLayout" Target="../slideLayouts/slideLayout7.xml"/><Relationship Id="rId6" Type="http://schemas.microsoft.com/office/2007/relationships/diagramDrawing" Target="../diagrams/drawing8.xml"/><Relationship Id="rId5" Type="http://schemas.openxmlformats.org/officeDocument/2006/relationships/diagramColors" Target="../diagrams/colors8.xml"/><Relationship Id="rId4" Type="http://schemas.openxmlformats.org/officeDocument/2006/relationships/diagramQuickStyle" Target="../diagrams/quickStyle8.xml"/></Relationships>
</file>

<file path=ppt/slides/_rels/slide17.xml.rels><?xml version="1.0" encoding="UTF-8" standalone="yes"?>
<Relationships xmlns="http://schemas.openxmlformats.org/package/2006/relationships"><Relationship Id="rId8" Type="http://schemas.openxmlformats.org/officeDocument/2006/relationships/diagramLayout" Target="../diagrams/layout10.xml"/><Relationship Id="rId3" Type="http://schemas.openxmlformats.org/officeDocument/2006/relationships/diagramLayout" Target="../diagrams/layout9.xml"/><Relationship Id="rId7" Type="http://schemas.openxmlformats.org/officeDocument/2006/relationships/diagramData" Target="../diagrams/data10.xml"/><Relationship Id="rId2" Type="http://schemas.openxmlformats.org/officeDocument/2006/relationships/diagramData" Target="../diagrams/data9.xml"/><Relationship Id="rId1" Type="http://schemas.openxmlformats.org/officeDocument/2006/relationships/slideLayout" Target="../slideLayouts/slideLayout7.xml"/><Relationship Id="rId6" Type="http://schemas.microsoft.com/office/2007/relationships/diagramDrawing" Target="../diagrams/drawing9.xml"/><Relationship Id="rId11" Type="http://schemas.microsoft.com/office/2007/relationships/diagramDrawing" Target="../diagrams/drawing10.xml"/><Relationship Id="rId5" Type="http://schemas.openxmlformats.org/officeDocument/2006/relationships/diagramColors" Target="../diagrams/colors9.xml"/><Relationship Id="rId10" Type="http://schemas.openxmlformats.org/officeDocument/2006/relationships/diagramColors" Target="../diagrams/colors10.xml"/><Relationship Id="rId4" Type="http://schemas.openxmlformats.org/officeDocument/2006/relationships/diagramQuickStyle" Target="../diagrams/quickStyle9.xml"/><Relationship Id="rId9" Type="http://schemas.openxmlformats.org/officeDocument/2006/relationships/diagramQuickStyle" Target="../diagrams/quickStyle10.xml"/></Relationships>
</file>

<file path=ppt/slides/_rels/slide18.xml.rels><?xml version="1.0" encoding="UTF-8" standalone="yes"?>
<Relationships xmlns="http://schemas.openxmlformats.org/package/2006/relationships"><Relationship Id="rId8" Type="http://schemas.openxmlformats.org/officeDocument/2006/relationships/diagramLayout" Target="../diagrams/layout12.xml"/><Relationship Id="rId3" Type="http://schemas.openxmlformats.org/officeDocument/2006/relationships/diagramLayout" Target="../diagrams/layout11.xml"/><Relationship Id="rId7" Type="http://schemas.openxmlformats.org/officeDocument/2006/relationships/diagramData" Target="../diagrams/data12.xml"/><Relationship Id="rId2" Type="http://schemas.openxmlformats.org/officeDocument/2006/relationships/diagramData" Target="../diagrams/data11.xml"/><Relationship Id="rId1" Type="http://schemas.openxmlformats.org/officeDocument/2006/relationships/slideLayout" Target="../slideLayouts/slideLayout7.xml"/><Relationship Id="rId6" Type="http://schemas.microsoft.com/office/2007/relationships/diagramDrawing" Target="../diagrams/drawing11.xml"/><Relationship Id="rId11" Type="http://schemas.microsoft.com/office/2007/relationships/diagramDrawing" Target="../diagrams/drawing12.xml"/><Relationship Id="rId5" Type="http://schemas.openxmlformats.org/officeDocument/2006/relationships/diagramColors" Target="../diagrams/colors11.xml"/><Relationship Id="rId10" Type="http://schemas.openxmlformats.org/officeDocument/2006/relationships/diagramColors" Target="../diagrams/colors12.xml"/><Relationship Id="rId4" Type="http://schemas.openxmlformats.org/officeDocument/2006/relationships/diagramQuickStyle" Target="../diagrams/quickStyle11.xml"/><Relationship Id="rId9" Type="http://schemas.openxmlformats.org/officeDocument/2006/relationships/diagramQuickStyle" Target="../diagrams/quickStyle12.xml"/></Relationships>
</file>

<file path=ppt/slides/_rels/slide19.xml.rels><?xml version="1.0" encoding="UTF-8" standalone="yes"?>
<Relationships xmlns="http://schemas.openxmlformats.org/package/2006/relationships"><Relationship Id="rId8" Type="http://schemas.openxmlformats.org/officeDocument/2006/relationships/diagramLayout" Target="../diagrams/layout14.xml"/><Relationship Id="rId3" Type="http://schemas.openxmlformats.org/officeDocument/2006/relationships/diagramLayout" Target="../diagrams/layout13.xml"/><Relationship Id="rId7" Type="http://schemas.openxmlformats.org/officeDocument/2006/relationships/diagramData" Target="../diagrams/data14.xml"/><Relationship Id="rId2" Type="http://schemas.openxmlformats.org/officeDocument/2006/relationships/diagramData" Target="../diagrams/data13.xml"/><Relationship Id="rId1" Type="http://schemas.openxmlformats.org/officeDocument/2006/relationships/slideLayout" Target="../slideLayouts/slideLayout7.xml"/><Relationship Id="rId6" Type="http://schemas.microsoft.com/office/2007/relationships/diagramDrawing" Target="../diagrams/drawing13.xml"/><Relationship Id="rId11" Type="http://schemas.microsoft.com/office/2007/relationships/diagramDrawing" Target="../diagrams/drawing14.xml"/><Relationship Id="rId5" Type="http://schemas.openxmlformats.org/officeDocument/2006/relationships/diagramColors" Target="../diagrams/colors13.xml"/><Relationship Id="rId10" Type="http://schemas.openxmlformats.org/officeDocument/2006/relationships/diagramColors" Target="../diagrams/colors14.xml"/><Relationship Id="rId4" Type="http://schemas.openxmlformats.org/officeDocument/2006/relationships/diagramQuickStyle" Target="../diagrams/quickStyle13.xml"/><Relationship Id="rId9" Type="http://schemas.openxmlformats.org/officeDocument/2006/relationships/diagramQuickStyle" Target="../diagrams/quickStyle14.xml"/></Relationships>
</file>

<file path=ppt/slides/_rels/slide20.xml.rels><?xml version="1.0" encoding="UTF-8" standalone="yes"?>
<Relationships xmlns="http://schemas.openxmlformats.org/package/2006/relationships"><Relationship Id="rId8" Type="http://schemas.openxmlformats.org/officeDocument/2006/relationships/diagramLayout" Target="../diagrams/layout16.xml"/><Relationship Id="rId3" Type="http://schemas.openxmlformats.org/officeDocument/2006/relationships/diagramLayout" Target="../diagrams/layout15.xml"/><Relationship Id="rId7" Type="http://schemas.openxmlformats.org/officeDocument/2006/relationships/diagramData" Target="../diagrams/data16.xml"/><Relationship Id="rId2" Type="http://schemas.openxmlformats.org/officeDocument/2006/relationships/diagramData" Target="../diagrams/data15.xml"/><Relationship Id="rId1" Type="http://schemas.openxmlformats.org/officeDocument/2006/relationships/slideLayout" Target="../slideLayouts/slideLayout7.xml"/><Relationship Id="rId6" Type="http://schemas.microsoft.com/office/2007/relationships/diagramDrawing" Target="../diagrams/drawing15.xml"/><Relationship Id="rId11" Type="http://schemas.microsoft.com/office/2007/relationships/diagramDrawing" Target="../diagrams/drawing16.xml"/><Relationship Id="rId5" Type="http://schemas.openxmlformats.org/officeDocument/2006/relationships/diagramColors" Target="../diagrams/colors15.xml"/><Relationship Id="rId10" Type="http://schemas.openxmlformats.org/officeDocument/2006/relationships/diagramColors" Target="../diagrams/colors16.xml"/><Relationship Id="rId4" Type="http://schemas.openxmlformats.org/officeDocument/2006/relationships/diagramQuickStyle" Target="../diagrams/quickStyle15.xml"/><Relationship Id="rId9" Type="http://schemas.openxmlformats.org/officeDocument/2006/relationships/diagramQuickStyle" Target="../diagrams/quickStyle16.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7.xml"/><Relationship Id="rId1" Type="http://schemas.openxmlformats.org/officeDocument/2006/relationships/slideLayout" Target="../slideLayouts/slideLayout7.xml"/><Relationship Id="rId4" Type="http://schemas.openxmlformats.org/officeDocument/2006/relationships/image" Target="../media/image6.png"/></Relationships>
</file>

<file path=ppt/slides/_rels/slide26.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8.xml"/><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9.xml"/><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10.xml"/><Relationship Id="rId1" Type="http://schemas.openxmlformats.org/officeDocument/2006/relationships/slideLayout" Target="../slideLayouts/slideLayout7.xml"/><Relationship Id="rId4" Type="http://schemas.openxmlformats.org/officeDocument/2006/relationships/image" Target="../media/image10.png"/></Relationships>
</file>

<file path=ppt/slides/_rels/slide29.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11.xml"/><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12.xml"/><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13.xml"/><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3" Type="http://schemas.openxmlformats.org/officeDocument/2006/relationships/image" Target="../media/image4.png"/><Relationship Id="rId7" Type="http://schemas.openxmlformats.org/officeDocument/2006/relationships/image" Target="../media/image80.png"/><Relationship Id="rId2" Type="http://schemas.openxmlformats.org/officeDocument/2006/relationships/notesSlide" Target="../notesSlides/notesSlide14.xml"/><Relationship Id="rId1" Type="http://schemas.openxmlformats.org/officeDocument/2006/relationships/slideLayout" Target="../slideLayouts/slideLayout7.xml"/><Relationship Id="rId6" Type="http://schemas.openxmlformats.org/officeDocument/2006/relationships/image" Target="../media/image70.png"/><Relationship Id="rId5" Type="http://schemas.openxmlformats.org/officeDocument/2006/relationships/image" Target="../media/image60.png"/><Relationship Id="rId4" Type="http://schemas.openxmlformats.org/officeDocument/2006/relationships/image" Target="../media/image51.png"/></Relationships>
</file>

<file path=ppt/slides/_rels/slide34.xml.rels><?xml version="1.0" encoding="UTF-8" standalone="yes"?>
<Relationships xmlns="http://schemas.openxmlformats.org/package/2006/relationships"><Relationship Id="rId3" Type="http://schemas.openxmlformats.org/officeDocument/2006/relationships/image" Target="../media/image50.png"/><Relationship Id="rId2" Type="http://schemas.openxmlformats.org/officeDocument/2006/relationships/notesSlide" Target="../notesSlides/notesSlide15.xml"/><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3" Type="http://schemas.openxmlformats.org/officeDocument/2006/relationships/package" Target="../embeddings/Microsoft_Excel_Worksheet1.xlsx"/><Relationship Id="rId2" Type="http://schemas.openxmlformats.org/officeDocument/2006/relationships/slideLayout" Target="../slideLayouts/slideLayout7.xml"/><Relationship Id="rId1" Type="http://schemas.openxmlformats.org/officeDocument/2006/relationships/vmlDrawing" Target="../drawings/vmlDrawing2.vml"/><Relationship Id="rId4" Type="http://schemas.openxmlformats.org/officeDocument/2006/relationships/image" Target="../media/image14.emf"/></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p:cNvSpPr txBox="1"/>
          <p:nvPr/>
        </p:nvSpPr>
        <p:spPr>
          <a:xfrm>
            <a:off x="0" y="1463040"/>
            <a:ext cx="9144000" cy="954107"/>
          </a:xfrm>
          <a:prstGeom prst="rect">
            <a:avLst/>
          </a:prstGeom>
          <a:noFill/>
        </p:spPr>
        <p:txBody>
          <a:bodyPr wrap="square" rtlCol="0">
            <a:spAutoFit/>
          </a:bodyPr>
          <a:lstStyle/>
          <a:p>
            <a:pPr algn="ctr"/>
            <a:r>
              <a:rPr lang="en-US" sz="2800" b="1" dirty="0" smtClean="0"/>
              <a:t>Considering Development Stage and Geography in Technology Transfer Public Policy</a:t>
            </a:r>
            <a:endParaRPr lang="en-US" sz="2800" b="1" dirty="0"/>
          </a:p>
        </p:txBody>
      </p:sp>
      <p:sp>
        <p:nvSpPr>
          <p:cNvPr id="5" name="TextBox 4"/>
          <p:cNvSpPr txBox="1"/>
          <p:nvPr/>
        </p:nvSpPr>
        <p:spPr>
          <a:xfrm>
            <a:off x="0" y="2743200"/>
            <a:ext cx="9144000" cy="923330"/>
          </a:xfrm>
          <a:prstGeom prst="rect">
            <a:avLst/>
          </a:prstGeom>
          <a:noFill/>
        </p:spPr>
        <p:txBody>
          <a:bodyPr wrap="square" rtlCol="0">
            <a:spAutoFit/>
          </a:bodyPr>
          <a:lstStyle/>
          <a:p>
            <a:pPr algn="ctr"/>
            <a:r>
              <a:rPr lang="en-US" dirty="0" smtClean="0"/>
              <a:t>Malcolm S. Townes</a:t>
            </a:r>
          </a:p>
          <a:p>
            <a:pPr algn="ctr"/>
            <a:endParaRPr lang="en-US" dirty="0" smtClean="0"/>
          </a:p>
          <a:p>
            <a:pPr algn="ctr"/>
            <a:r>
              <a:rPr lang="en-US" dirty="0" smtClean="0"/>
              <a:t>Saint Louis University</a:t>
            </a:r>
            <a:endParaRPr lang="en-US" dirty="0"/>
          </a:p>
        </p:txBody>
      </p:sp>
    </p:spTree>
    <p:extLst>
      <p:ext uri="{BB962C8B-B14F-4D97-AF65-F5344CB8AC3E}">
        <p14:creationId xmlns:p14="http://schemas.microsoft.com/office/powerpoint/2010/main" val="4071271454"/>
      </p:ext>
    </p:extLst>
  </p:cSld>
  <p:clrMapOvr>
    <a:masterClrMapping/>
  </p:clrMapOvr>
  <p:timing>
    <p:tnLst>
      <p:par>
        <p:cTn id="1" dur="indefinite" restart="never" nodeType="tmRoot"/>
      </p:par>
    </p:tnLst>
  </p:timing>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p:cNvSpPr txBox="1"/>
          <p:nvPr/>
        </p:nvSpPr>
        <p:spPr>
          <a:xfrm>
            <a:off x="0" y="91440"/>
            <a:ext cx="9144000" cy="523220"/>
          </a:xfrm>
          <a:prstGeom prst="rect">
            <a:avLst/>
          </a:prstGeom>
          <a:noFill/>
        </p:spPr>
        <p:txBody>
          <a:bodyPr wrap="square" rtlCol="0">
            <a:spAutoFit/>
          </a:bodyPr>
          <a:lstStyle/>
          <a:p>
            <a:pPr algn="ctr"/>
            <a:r>
              <a:rPr lang="en-US" sz="2800" b="1" dirty="0" smtClean="0"/>
              <a:t>Agenda</a:t>
            </a:r>
            <a:endParaRPr lang="en-US" sz="2800" b="1" dirty="0"/>
          </a:p>
        </p:txBody>
      </p:sp>
      <p:graphicFrame>
        <p:nvGraphicFramePr>
          <p:cNvPr id="2" name="Diagram 1"/>
          <p:cNvGraphicFramePr/>
          <p:nvPr>
            <p:extLst>
              <p:ext uri="{D42A27DB-BD31-4B8C-83A1-F6EECF244321}">
                <p14:modId xmlns:p14="http://schemas.microsoft.com/office/powerpoint/2010/main" val="1220896815"/>
              </p:ext>
            </p:extLst>
          </p:nvPr>
        </p:nvGraphicFramePr>
        <p:xfrm>
          <a:off x="228600" y="825479"/>
          <a:ext cx="8686800" cy="45720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extLst>
      <p:ext uri="{BB962C8B-B14F-4D97-AF65-F5344CB8AC3E}">
        <p14:creationId xmlns:p14="http://schemas.microsoft.com/office/powerpoint/2010/main" val="795090996"/>
      </p:ext>
    </p:extLst>
  </p:cSld>
  <p:clrMapOvr>
    <a:masterClrMapping/>
  </p:clrMapOvr>
  <p:timing>
    <p:tnLst>
      <p:par>
        <p:cTn id="1" dur="indefinite" restart="never" nodeType="tmRoot"/>
      </p:par>
    </p:tn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p:cNvSpPr txBox="1"/>
          <p:nvPr/>
        </p:nvSpPr>
        <p:spPr>
          <a:xfrm>
            <a:off x="0" y="91440"/>
            <a:ext cx="9144000" cy="523220"/>
          </a:xfrm>
          <a:prstGeom prst="rect">
            <a:avLst/>
          </a:prstGeom>
          <a:noFill/>
        </p:spPr>
        <p:txBody>
          <a:bodyPr wrap="square" rtlCol="0">
            <a:spAutoFit/>
          </a:bodyPr>
          <a:lstStyle/>
          <a:p>
            <a:pPr algn="ctr"/>
            <a:r>
              <a:rPr lang="en-US" sz="2800" b="1" dirty="0" smtClean="0"/>
              <a:t>Defining Public Policy</a:t>
            </a:r>
            <a:endParaRPr lang="en-US" sz="2800" b="1" dirty="0"/>
          </a:p>
        </p:txBody>
      </p:sp>
      <p:sp>
        <p:nvSpPr>
          <p:cNvPr id="4" name="TextBox 3"/>
          <p:cNvSpPr txBox="1"/>
          <p:nvPr/>
        </p:nvSpPr>
        <p:spPr>
          <a:xfrm>
            <a:off x="228600" y="1020726"/>
            <a:ext cx="8686800" cy="2308324"/>
          </a:xfrm>
          <a:prstGeom prst="rect">
            <a:avLst/>
          </a:prstGeom>
          <a:noFill/>
        </p:spPr>
        <p:txBody>
          <a:bodyPr wrap="square" rtlCol="0">
            <a:spAutoFit/>
          </a:bodyPr>
          <a:lstStyle/>
          <a:p>
            <a:pPr lvl="0"/>
            <a:r>
              <a:rPr lang="en-US" dirty="0">
                <a:solidFill>
                  <a:prstClr val="black"/>
                </a:solidFill>
              </a:rPr>
              <a:t>“whatever governments choose to do or not do” (Dye, 1987).</a:t>
            </a:r>
          </a:p>
          <a:p>
            <a:endParaRPr lang="en-US" dirty="0" smtClean="0"/>
          </a:p>
          <a:p>
            <a:r>
              <a:rPr lang="en-US" dirty="0" smtClean="0"/>
              <a:t>“the </a:t>
            </a:r>
            <a:r>
              <a:rPr lang="en-US" dirty="0"/>
              <a:t>sum total of government action, from signals of intent to the final </a:t>
            </a:r>
            <a:r>
              <a:rPr lang="en-US" dirty="0" smtClean="0"/>
              <a:t>outcomes” </a:t>
            </a:r>
            <a:br>
              <a:rPr lang="en-US" dirty="0" smtClean="0"/>
            </a:br>
            <a:r>
              <a:rPr lang="en-US" dirty="0" smtClean="0"/>
              <a:t>(</a:t>
            </a:r>
            <a:r>
              <a:rPr lang="en-US" dirty="0" err="1" smtClean="0"/>
              <a:t>Cairney</a:t>
            </a:r>
            <a:r>
              <a:rPr lang="en-US" dirty="0" smtClean="0"/>
              <a:t>, 2016).</a:t>
            </a:r>
          </a:p>
          <a:p>
            <a:endParaRPr lang="en-US" dirty="0"/>
          </a:p>
          <a:p>
            <a:pPr lvl="0"/>
            <a:r>
              <a:rPr lang="en-US" dirty="0" smtClean="0">
                <a:solidFill>
                  <a:prstClr val="black"/>
                </a:solidFill>
              </a:rPr>
              <a:t>“the actions, objectives, and pronouncements of governments on particular matters, the steps they take (or fail to take) to implement them, and the explanations they give for what happens (or does not happen)” (Wilson, 2006).</a:t>
            </a:r>
            <a:endParaRPr lang="en-US" dirty="0">
              <a:solidFill>
                <a:prstClr val="black"/>
              </a:solidFill>
            </a:endParaRPr>
          </a:p>
        </p:txBody>
      </p:sp>
    </p:spTree>
    <p:extLst>
      <p:ext uri="{BB962C8B-B14F-4D97-AF65-F5344CB8AC3E}">
        <p14:creationId xmlns:p14="http://schemas.microsoft.com/office/powerpoint/2010/main" val="2975013640"/>
      </p:ext>
    </p:extLst>
  </p:cSld>
  <p:clrMapOvr>
    <a:masterClrMapping/>
  </p:clrMapOvr>
  <p:timing>
    <p:tnLst>
      <p:par>
        <p:cTn id="1" dur="indefinite" restart="never" nodeType="tmRoot"/>
      </p:par>
    </p:tn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0" y="1920240"/>
            <a:ext cx="9144000" cy="523220"/>
          </a:xfrm>
          <a:prstGeom prst="rect">
            <a:avLst/>
          </a:prstGeom>
          <a:noFill/>
        </p:spPr>
        <p:txBody>
          <a:bodyPr wrap="square" rtlCol="0">
            <a:spAutoFit/>
          </a:bodyPr>
          <a:lstStyle/>
          <a:p>
            <a:pPr algn="ctr"/>
            <a:r>
              <a:rPr lang="en-US" sz="2800" b="1" dirty="0" smtClean="0"/>
              <a:t>Significance and Importance</a:t>
            </a:r>
            <a:endParaRPr lang="en-US" sz="2800" b="1" dirty="0"/>
          </a:p>
        </p:txBody>
      </p:sp>
    </p:spTree>
    <p:extLst>
      <p:ext uri="{BB962C8B-B14F-4D97-AF65-F5344CB8AC3E}">
        <p14:creationId xmlns:p14="http://schemas.microsoft.com/office/powerpoint/2010/main" val="1053229598"/>
      </p:ext>
    </p:extLst>
  </p:cSld>
  <p:clrMapOvr>
    <a:masterClrMapping/>
  </p:clrMapOvr>
  <p:timing>
    <p:tnLst>
      <p:par>
        <p:cTn id="1" dur="indefinite" restart="never" nodeType="tmRoot"/>
      </p:par>
    </p:tn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1"/>
          <p:cNvGrpSpPr/>
          <p:nvPr/>
        </p:nvGrpSpPr>
        <p:grpSpPr>
          <a:xfrm>
            <a:off x="38637" y="25758"/>
            <a:ext cx="4421810" cy="5669280"/>
            <a:chOff x="38637" y="25758"/>
            <a:chExt cx="4421810" cy="5669280"/>
          </a:xfrm>
        </p:grpSpPr>
        <p:pic>
          <p:nvPicPr>
            <p:cNvPr id="4098" name="Picture 2"/>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38637" y="25758"/>
              <a:ext cx="4421810" cy="5669280"/>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sp>
          <p:nvSpPr>
            <p:cNvPr id="4" name="Rectangle 3"/>
            <p:cNvSpPr/>
            <p:nvPr/>
          </p:nvSpPr>
          <p:spPr>
            <a:xfrm>
              <a:off x="808602" y="3264905"/>
              <a:ext cx="1280160" cy="92154"/>
            </a:xfrm>
            <a:prstGeom prst="rect">
              <a:avLst/>
            </a:prstGeom>
            <a:solidFill>
              <a:srgbClr val="FFFF00">
                <a:alpha val="20000"/>
              </a:srgbClr>
            </a:solidFill>
            <a:ln w="15875">
              <a:solidFill>
                <a:srgbClr val="FFC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Rectangle 4"/>
            <p:cNvSpPr/>
            <p:nvPr/>
          </p:nvSpPr>
          <p:spPr>
            <a:xfrm>
              <a:off x="640357" y="3577829"/>
              <a:ext cx="1459106" cy="92154"/>
            </a:xfrm>
            <a:prstGeom prst="rect">
              <a:avLst/>
            </a:prstGeom>
            <a:solidFill>
              <a:srgbClr val="FFFF00">
                <a:alpha val="20000"/>
              </a:srgbClr>
            </a:solidFill>
            <a:ln w="15875">
              <a:solidFill>
                <a:srgbClr val="FFC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Rectangle 5"/>
            <p:cNvSpPr/>
            <p:nvPr/>
          </p:nvSpPr>
          <p:spPr>
            <a:xfrm>
              <a:off x="640357" y="3669522"/>
              <a:ext cx="449608" cy="92154"/>
            </a:xfrm>
            <a:prstGeom prst="rect">
              <a:avLst/>
            </a:prstGeom>
            <a:solidFill>
              <a:srgbClr val="FFFF00">
                <a:alpha val="20000"/>
              </a:srgbClr>
            </a:solidFill>
            <a:ln w="15875">
              <a:solidFill>
                <a:srgbClr val="FFC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p:cNvSpPr/>
            <p:nvPr/>
          </p:nvSpPr>
          <p:spPr>
            <a:xfrm>
              <a:off x="1431951" y="3484186"/>
              <a:ext cx="667512" cy="93643"/>
            </a:xfrm>
            <a:prstGeom prst="rect">
              <a:avLst/>
            </a:prstGeom>
            <a:solidFill>
              <a:srgbClr val="FFFF00">
                <a:alpha val="20000"/>
              </a:srgbClr>
            </a:solidFill>
            <a:ln w="15875">
              <a:solidFill>
                <a:srgbClr val="FFC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Rectangle 7"/>
            <p:cNvSpPr/>
            <p:nvPr/>
          </p:nvSpPr>
          <p:spPr>
            <a:xfrm>
              <a:off x="646457" y="4074565"/>
              <a:ext cx="1459106" cy="102413"/>
            </a:xfrm>
            <a:prstGeom prst="rect">
              <a:avLst/>
            </a:prstGeom>
            <a:solidFill>
              <a:srgbClr val="FFFF00">
                <a:alpha val="20000"/>
              </a:srgbClr>
            </a:solidFill>
            <a:ln w="15875">
              <a:solidFill>
                <a:srgbClr val="FFC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Rectangle 8"/>
            <p:cNvSpPr/>
            <p:nvPr/>
          </p:nvSpPr>
          <p:spPr>
            <a:xfrm>
              <a:off x="646457" y="3972152"/>
              <a:ext cx="1459106" cy="102413"/>
            </a:xfrm>
            <a:prstGeom prst="rect">
              <a:avLst/>
            </a:prstGeom>
            <a:solidFill>
              <a:srgbClr val="FFFF00">
                <a:alpha val="20000"/>
              </a:srgbClr>
            </a:solidFill>
            <a:ln w="15875">
              <a:solidFill>
                <a:srgbClr val="FFC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ectangle 9"/>
            <p:cNvSpPr/>
            <p:nvPr/>
          </p:nvSpPr>
          <p:spPr>
            <a:xfrm>
              <a:off x="1028839" y="3869739"/>
              <a:ext cx="1078992" cy="102413"/>
            </a:xfrm>
            <a:prstGeom prst="rect">
              <a:avLst/>
            </a:prstGeom>
            <a:solidFill>
              <a:srgbClr val="FFFF00">
                <a:alpha val="20000"/>
              </a:srgbClr>
            </a:solidFill>
            <a:ln w="15875">
              <a:solidFill>
                <a:srgbClr val="FFC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Rectangle 10"/>
            <p:cNvSpPr/>
            <p:nvPr/>
          </p:nvSpPr>
          <p:spPr>
            <a:xfrm>
              <a:off x="640357" y="3353036"/>
              <a:ext cx="548640" cy="92154"/>
            </a:xfrm>
            <a:prstGeom prst="rect">
              <a:avLst/>
            </a:prstGeom>
            <a:solidFill>
              <a:srgbClr val="FFFF00">
                <a:alpha val="20000"/>
              </a:srgbClr>
            </a:solidFill>
            <a:ln w="15875">
              <a:solidFill>
                <a:srgbClr val="FFC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p:cNvSpPr/>
            <p:nvPr/>
          </p:nvSpPr>
          <p:spPr>
            <a:xfrm>
              <a:off x="537947" y="1743384"/>
              <a:ext cx="1645920" cy="663317"/>
            </a:xfrm>
            <a:prstGeom prst="rect">
              <a:avLst/>
            </a:prstGeom>
            <a:solidFill>
              <a:srgbClr val="FFFF00">
                <a:alpha val="20000"/>
              </a:srgbClr>
            </a:solidFill>
            <a:ln w="15875">
              <a:solidFill>
                <a:srgbClr val="FFC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14" name="Group 13"/>
          <p:cNvGrpSpPr/>
          <p:nvPr/>
        </p:nvGrpSpPr>
        <p:grpSpPr>
          <a:xfrm>
            <a:off x="9465166" y="4014835"/>
            <a:ext cx="4591976" cy="1516858"/>
            <a:chOff x="4520821" y="2249757"/>
            <a:chExt cx="4591976" cy="1516858"/>
          </a:xfrm>
        </p:grpSpPr>
        <p:sp>
          <p:nvSpPr>
            <p:cNvPr id="13" name="TextBox 12"/>
            <p:cNvSpPr txBox="1"/>
            <p:nvPr/>
          </p:nvSpPr>
          <p:spPr>
            <a:xfrm>
              <a:off x="4776717" y="2251882"/>
              <a:ext cx="4336080" cy="1200329"/>
            </a:xfrm>
            <a:prstGeom prst="rect">
              <a:avLst/>
            </a:prstGeom>
            <a:noFill/>
          </p:spPr>
          <p:txBody>
            <a:bodyPr wrap="square" rtlCol="0">
              <a:spAutoFit/>
            </a:bodyPr>
            <a:lstStyle/>
            <a:p>
              <a:r>
                <a:rPr lang="en-US" sz="2400" dirty="0" smtClean="0"/>
                <a:t>…prior to 1980, only 5 percent of government-owned patents had ever been used by industry.</a:t>
              </a:r>
              <a:endParaRPr lang="en-US" sz="2400" dirty="0"/>
            </a:p>
          </p:txBody>
        </p:sp>
        <p:sp>
          <p:nvSpPr>
            <p:cNvPr id="15" name="TextBox 14"/>
            <p:cNvSpPr txBox="1"/>
            <p:nvPr/>
          </p:nvSpPr>
          <p:spPr>
            <a:xfrm>
              <a:off x="5008729" y="3458838"/>
              <a:ext cx="3998795" cy="307777"/>
            </a:xfrm>
            <a:prstGeom prst="rect">
              <a:avLst/>
            </a:prstGeom>
            <a:noFill/>
          </p:spPr>
          <p:txBody>
            <a:bodyPr wrap="square" rtlCol="0">
              <a:spAutoFit/>
            </a:bodyPr>
            <a:lstStyle/>
            <a:p>
              <a:pPr algn="r"/>
              <a:r>
                <a:rPr lang="en-US" sz="1400" dirty="0" smtClean="0"/>
                <a:t>Schact  (2012) as cited in Tseng &amp; </a:t>
              </a:r>
              <a:r>
                <a:rPr lang="en-US" sz="1400" dirty="0" err="1" smtClean="0"/>
                <a:t>Raudensky</a:t>
              </a:r>
              <a:r>
                <a:rPr lang="en-US" sz="1400" dirty="0" smtClean="0"/>
                <a:t>, 2014</a:t>
              </a:r>
              <a:endParaRPr lang="en-US" sz="1400" dirty="0"/>
            </a:p>
          </p:txBody>
        </p:sp>
        <p:pic>
          <p:nvPicPr>
            <p:cNvPr id="5122" name="Picture 2" descr="C:\Users\townesm\Downloads\kisspng-quotation-mark-symbol-icon-quotation-transparent-png-5a758275d3b618.8653046915176505498672.png"/>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4520821" y="2249757"/>
              <a:ext cx="274320" cy="274320"/>
            </a:xfrm>
            <a:prstGeom prst="rect">
              <a:avLst/>
            </a:prstGeom>
            <a:noFill/>
            <a:extLst>
              <a:ext uri="{909E8E84-426E-40DD-AFC4-6F175D3DCCD1}">
                <a14:hiddenFill xmlns:a14="http://schemas.microsoft.com/office/drawing/2010/main">
                  <a:solidFill>
                    <a:srgbClr val="FFFFFF"/>
                  </a:solidFill>
                </a14:hiddenFill>
              </a:ext>
            </a:extLst>
          </p:spPr>
        </p:pic>
        <p:pic>
          <p:nvPicPr>
            <p:cNvPr id="17" name="Picture 2" descr="C:\Users\townesm\Downloads\kisspng-quotation-mark-symbol-icon-quotation-transparent-png-5a758275d3b618.8653046915176505498672.png"/>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flipH="1" flipV="1">
              <a:off x="8368996" y="3012559"/>
              <a:ext cx="274320" cy="274320"/>
            </a:xfrm>
            <a:prstGeom prst="rect">
              <a:avLst/>
            </a:prstGeom>
            <a:noFill/>
            <a:extLst>
              <a:ext uri="{909E8E84-426E-40DD-AFC4-6F175D3DCCD1}">
                <a14:hiddenFill xmlns:a14="http://schemas.microsoft.com/office/drawing/2010/main">
                  <a:solidFill>
                    <a:srgbClr val="FFFFFF"/>
                  </a:solidFill>
                </a14:hiddenFill>
              </a:ext>
            </a:extLst>
          </p:spPr>
        </p:pic>
      </p:grpSp>
      <p:sp>
        <p:nvSpPr>
          <p:cNvPr id="16" name="Rectangular Callout 15"/>
          <p:cNvSpPr/>
          <p:nvPr/>
        </p:nvSpPr>
        <p:spPr>
          <a:xfrm>
            <a:off x="4699443" y="63772"/>
            <a:ext cx="4389120" cy="2233077"/>
          </a:xfrm>
          <a:prstGeom prst="wedgeRectCallout">
            <a:avLst>
              <a:gd name="adj1" fmla="val -107179"/>
              <a:gd name="adj2" fmla="val 39645"/>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dirty="0"/>
              <a:t>For America to maintain its position as the </a:t>
            </a:r>
            <a:r>
              <a:rPr lang="en-US" dirty="0" smtClean="0"/>
              <a:t>leader in </a:t>
            </a:r>
            <a:r>
              <a:rPr lang="en-US" dirty="0"/>
              <a:t>global innovation, bring products to </a:t>
            </a:r>
            <a:r>
              <a:rPr lang="en-US" dirty="0" smtClean="0"/>
              <a:t>market more </a:t>
            </a:r>
            <a:r>
              <a:rPr lang="en-US" dirty="0"/>
              <a:t>quickly, grow the economy, and </a:t>
            </a:r>
            <a:r>
              <a:rPr lang="en-US" dirty="0" smtClean="0"/>
              <a:t>maintain a </a:t>
            </a:r>
            <a:r>
              <a:rPr lang="en-US" dirty="0"/>
              <a:t>strong national security </a:t>
            </a:r>
            <a:r>
              <a:rPr lang="en-US" dirty="0" smtClean="0"/>
              <a:t>innovation </a:t>
            </a:r>
            <a:r>
              <a:rPr lang="en-US" dirty="0"/>
              <a:t>base, it </a:t>
            </a:r>
            <a:r>
              <a:rPr lang="en-US" dirty="0" smtClean="0"/>
              <a:t>is essential </a:t>
            </a:r>
            <a:r>
              <a:rPr lang="en-US" dirty="0"/>
              <a:t>to optimize technology transfer and </a:t>
            </a:r>
            <a:r>
              <a:rPr lang="en-US" dirty="0" smtClean="0"/>
              <a:t>support programs </a:t>
            </a:r>
            <a:r>
              <a:rPr lang="en-US" dirty="0"/>
              <a:t>to increase the return on </a:t>
            </a:r>
            <a:r>
              <a:rPr lang="en-US" dirty="0" smtClean="0"/>
              <a:t>investment (ROI</a:t>
            </a:r>
            <a:r>
              <a:rPr lang="en-US" dirty="0"/>
              <a:t>) from federally funded R&amp;D.</a:t>
            </a:r>
          </a:p>
        </p:txBody>
      </p:sp>
      <p:sp>
        <p:nvSpPr>
          <p:cNvPr id="18" name="Rectangular Callout 17"/>
          <p:cNvSpPr/>
          <p:nvPr/>
        </p:nvSpPr>
        <p:spPr>
          <a:xfrm>
            <a:off x="4688958" y="2434843"/>
            <a:ext cx="4389120" cy="640080"/>
          </a:xfrm>
          <a:prstGeom prst="wedgeRectCallout">
            <a:avLst>
              <a:gd name="adj1" fmla="val -107764"/>
              <a:gd name="adj2" fmla="val 84717"/>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dirty="0"/>
              <a:t>…increasing private sector investment in</a:t>
            </a:r>
          </a:p>
          <a:p>
            <a:r>
              <a:rPr lang="en-US" dirty="0"/>
              <a:t>later-stage R&amp;D…</a:t>
            </a:r>
          </a:p>
        </p:txBody>
      </p:sp>
      <p:sp>
        <p:nvSpPr>
          <p:cNvPr id="21" name="Rectangular Callout 20"/>
          <p:cNvSpPr/>
          <p:nvPr/>
        </p:nvSpPr>
        <p:spPr>
          <a:xfrm>
            <a:off x="4699443" y="3310981"/>
            <a:ext cx="4389120" cy="640080"/>
          </a:xfrm>
          <a:prstGeom prst="wedgeRectCallout">
            <a:avLst>
              <a:gd name="adj1" fmla="val -107764"/>
              <a:gd name="adj2" fmla="val -9032"/>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dirty="0" smtClean="0"/>
              <a:t>…more effective partnering </a:t>
            </a:r>
            <a:r>
              <a:rPr lang="en-US" dirty="0"/>
              <a:t>models and technology </a:t>
            </a:r>
            <a:r>
              <a:rPr lang="en-US" dirty="0" smtClean="0"/>
              <a:t>transfer mechanisms…</a:t>
            </a:r>
            <a:endParaRPr lang="en-US" dirty="0"/>
          </a:p>
        </p:txBody>
      </p:sp>
      <p:sp>
        <p:nvSpPr>
          <p:cNvPr id="22" name="Rectangular Callout 21"/>
          <p:cNvSpPr/>
          <p:nvPr/>
        </p:nvSpPr>
        <p:spPr>
          <a:xfrm>
            <a:off x="4688958" y="4289154"/>
            <a:ext cx="4389120" cy="822960"/>
          </a:xfrm>
          <a:prstGeom prst="wedgeRectCallout">
            <a:avLst>
              <a:gd name="adj1" fmla="val -108006"/>
              <a:gd name="adj2" fmla="val -76514"/>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dirty="0"/>
              <a:t>…improving the methods for evaluating</a:t>
            </a:r>
          </a:p>
          <a:p>
            <a:r>
              <a:rPr lang="en-US" dirty="0"/>
              <a:t>the ROI and economic and national</a:t>
            </a:r>
          </a:p>
          <a:p>
            <a:r>
              <a:rPr lang="en-US" dirty="0"/>
              <a:t>security impacts of federally funded R&amp;D…</a:t>
            </a:r>
          </a:p>
        </p:txBody>
      </p:sp>
      <p:sp>
        <p:nvSpPr>
          <p:cNvPr id="19" name="TextBox 18"/>
          <p:cNvSpPr txBox="1"/>
          <p:nvPr/>
        </p:nvSpPr>
        <p:spPr>
          <a:xfrm>
            <a:off x="4699443" y="5251509"/>
            <a:ext cx="3411404" cy="338554"/>
          </a:xfrm>
          <a:prstGeom prst="rect">
            <a:avLst/>
          </a:prstGeom>
          <a:noFill/>
        </p:spPr>
        <p:txBody>
          <a:bodyPr wrap="square" rtlCol="0">
            <a:spAutoFit/>
          </a:bodyPr>
          <a:lstStyle/>
          <a:p>
            <a:r>
              <a:rPr lang="en-US" sz="1600" dirty="0" smtClean="0"/>
              <a:t>Source: OMB, 2018.</a:t>
            </a:r>
            <a:endParaRPr lang="en-US" sz="1600" dirty="0"/>
          </a:p>
        </p:txBody>
      </p:sp>
    </p:spTree>
    <p:extLst>
      <p:ext uri="{BB962C8B-B14F-4D97-AF65-F5344CB8AC3E}">
        <p14:creationId xmlns:p14="http://schemas.microsoft.com/office/powerpoint/2010/main" val="366794678"/>
      </p:ext>
    </p:extLst>
  </p:cSld>
  <p:clrMapOvr>
    <a:masterClrMapping/>
  </p:clrMapOvr>
  <p:timing>
    <p:tnLst>
      <p:par>
        <p:cTn id="1" dur="indefinite" restart="never" nodeType="tmRoot"/>
      </p:par>
    </p:tn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p:cNvSpPr txBox="1"/>
          <p:nvPr/>
        </p:nvSpPr>
        <p:spPr>
          <a:xfrm>
            <a:off x="0" y="5204055"/>
            <a:ext cx="9144000" cy="338554"/>
          </a:xfrm>
          <a:prstGeom prst="rect">
            <a:avLst/>
          </a:prstGeom>
          <a:noFill/>
        </p:spPr>
        <p:txBody>
          <a:bodyPr wrap="square" rtlCol="0">
            <a:spAutoFit/>
          </a:bodyPr>
          <a:lstStyle/>
          <a:p>
            <a:pPr marL="457200" lvl="0" indent="-457200">
              <a:spcAft>
                <a:spcPts val="600"/>
              </a:spcAft>
            </a:pPr>
            <a:r>
              <a:rPr lang="en-US" sz="1600" dirty="0" smtClean="0">
                <a:solidFill>
                  <a:prstClr val="black"/>
                </a:solidFill>
              </a:rPr>
              <a:t>Source: “CMS </a:t>
            </a:r>
            <a:r>
              <a:rPr lang="en-US" sz="1600" dirty="0">
                <a:solidFill>
                  <a:prstClr val="black"/>
                </a:solidFill>
              </a:rPr>
              <a:t>Medicare Budget </a:t>
            </a:r>
            <a:r>
              <a:rPr lang="en-US" sz="1600" dirty="0" smtClean="0">
                <a:solidFill>
                  <a:prstClr val="black"/>
                </a:solidFill>
              </a:rPr>
              <a:t>Overview,” </a:t>
            </a:r>
            <a:r>
              <a:rPr lang="en-US" sz="1600" dirty="0">
                <a:solidFill>
                  <a:prstClr val="black"/>
                </a:solidFill>
              </a:rPr>
              <a:t>2018. </a:t>
            </a:r>
            <a:r>
              <a:rPr lang="en-US" sz="1600" dirty="0" smtClean="0">
                <a:solidFill>
                  <a:prstClr val="black"/>
                </a:solidFill>
              </a:rPr>
              <a:t>; “US Spending”, </a:t>
            </a:r>
            <a:r>
              <a:rPr lang="en-US" sz="1600" dirty="0" err="1" smtClean="0">
                <a:solidFill>
                  <a:prstClr val="black"/>
                </a:solidFill>
              </a:rPr>
              <a:t>nd</a:t>
            </a:r>
            <a:r>
              <a:rPr lang="en-US" sz="1600" dirty="0" smtClean="0">
                <a:solidFill>
                  <a:prstClr val="black"/>
                </a:solidFill>
              </a:rPr>
              <a:t>. </a:t>
            </a:r>
            <a:endParaRPr lang="en-US" sz="1600" dirty="0">
              <a:solidFill>
                <a:prstClr val="black"/>
              </a:solidFill>
            </a:endParaRPr>
          </a:p>
        </p:txBody>
      </p:sp>
      <p:graphicFrame>
        <p:nvGraphicFramePr>
          <p:cNvPr id="4" name="Object 3"/>
          <p:cNvGraphicFramePr>
            <a:graphicFrameLocks noChangeAspect="1"/>
          </p:cNvGraphicFramePr>
          <p:nvPr>
            <p:extLst>
              <p:ext uri="{D42A27DB-BD31-4B8C-83A1-F6EECF244321}">
                <p14:modId xmlns:p14="http://schemas.microsoft.com/office/powerpoint/2010/main" val="616891978"/>
              </p:ext>
            </p:extLst>
          </p:nvPr>
        </p:nvGraphicFramePr>
        <p:xfrm>
          <a:off x="228600" y="94998"/>
          <a:ext cx="8686800" cy="5044696"/>
        </p:xfrm>
        <a:graphic>
          <a:graphicData uri="http://schemas.openxmlformats.org/presentationml/2006/ole">
            <mc:AlternateContent xmlns:mc="http://schemas.openxmlformats.org/markup-compatibility/2006">
              <mc:Choice xmlns:v="urn:schemas-microsoft-com:vml" Requires="v">
                <p:oleObj spid="_x0000_s3388" name="Worksheet" r:id="rId4" imgW="7038854" imgH="4086180" progId="Excel.Sheet.8">
                  <p:embed followColorScheme="full"/>
                </p:oleObj>
              </mc:Choice>
              <mc:Fallback>
                <p:oleObj name="Worksheet" r:id="rId4" imgW="7038854" imgH="4086180" progId="Excel.Sheet.8">
                  <p:embed followColorScheme="full"/>
                  <p:pic>
                    <p:nvPicPr>
                      <p:cNvPr id="0" name=""/>
                      <p:cNvPicPr/>
                      <p:nvPr/>
                    </p:nvPicPr>
                    <p:blipFill>
                      <a:blip r:embed="rId5"/>
                      <a:stretch>
                        <a:fillRect/>
                      </a:stretch>
                    </p:blipFill>
                    <p:spPr>
                      <a:xfrm>
                        <a:off x="228600" y="94998"/>
                        <a:ext cx="8686800" cy="5044696"/>
                      </a:xfrm>
                      <a:prstGeom prst="rect">
                        <a:avLst/>
                      </a:prstGeom>
                    </p:spPr>
                  </p:pic>
                </p:oleObj>
              </mc:Fallback>
            </mc:AlternateContent>
          </a:graphicData>
        </a:graphic>
      </p:graphicFrame>
    </p:spTree>
    <p:extLst>
      <p:ext uri="{BB962C8B-B14F-4D97-AF65-F5344CB8AC3E}">
        <p14:creationId xmlns:p14="http://schemas.microsoft.com/office/powerpoint/2010/main" val="3860979305"/>
      </p:ext>
    </p:extLst>
  </p:cSld>
  <p:clrMapOvr>
    <a:masterClrMapping/>
  </p:clrMapOvr>
  <p:timing>
    <p:tnLst>
      <p:par>
        <p:cTn id="1" dur="indefinite" restart="never" nodeType="tmRoot"/>
      </p:par>
    </p:tn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descr="C:\Users\townesm\AppData\Local\Temp\Dollarnote_hq.jpg"/>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956953" y="545377"/>
            <a:ext cx="1828800" cy="758470"/>
          </a:xfrm>
          <a:prstGeom prst="rect">
            <a:avLst/>
          </a:prstGeom>
          <a:noFill/>
          <a:extLst>
            <a:ext uri="{909E8E84-426E-40DD-AFC4-6F175D3DCCD1}">
              <a14:hiddenFill xmlns:a14="http://schemas.microsoft.com/office/drawing/2010/main">
                <a:solidFill>
                  <a:srgbClr val="FFFFFF"/>
                </a:solidFill>
              </a14:hiddenFill>
            </a:ext>
          </a:extLst>
        </p:spPr>
      </p:pic>
      <p:pic>
        <p:nvPicPr>
          <p:cNvPr id="4" name="Picture 2" descr="C:\Users\townesm\AppData\Local\Temp\Dollarnote_hq.jpg"/>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956953" y="1448295"/>
            <a:ext cx="1828800" cy="758470"/>
          </a:xfrm>
          <a:prstGeom prst="rect">
            <a:avLst/>
          </a:prstGeom>
          <a:noFill/>
          <a:extLst>
            <a:ext uri="{909E8E84-426E-40DD-AFC4-6F175D3DCCD1}">
              <a14:hiddenFill xmlns:a14="http://schemas.microsoft.com/office/drawing/2010/main">
                <a:solidFill>
                  <a:srgbClr val="FFFFFF"/>
                </a:solidFill>
              </a14:hiddenFill>
            </a:ext>
          </a:extLst>
        </p:spPr>
      </p:pic>
      <p:pic>
        <p:nvPicPr>
          <p:cNvPr id="5" name="Picture 2" descr="C:\Users\townesm\AppData\Local\Temp\Dollarnote_hq.jpg"/>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956953" y="2351213"/>
            <a:ext cx="1828800" cy="758470"/>
          </a:xfrm>
          <a:prstGeom prst="rect">
            <a:avLst/>
          </a:prstGeom>
          <a:noFill/>
          <a:extLst>
            <a:ext uri="{909E8E84-426E-40DD-AFC4-6F175D3DCCD1}">
              <a14:hiddenFill xmlns:a14="http://schemas.microsoft.com/office/drawing/2010/main">
                <a:solidFill>
                  <a:srgbClr val="FFFFFF"/>
                </a:solidFill>
              </a14:hiddenFill>
            </a:ext>
          </a:extLst>
        </p:spPr>
      </p:pic>
      <p:pic>
        <p:nvPicPr>
          <p:cNvPr id="6" name="Picture 2" descr="C:\Users\townesm\AppData\Local\Temp\Dollarnote_hq.jpg"/>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956953" y="3254131"/>
            <a:ext cx="1828800" cy="758470"/>
          </a:xfrm>
          <a:prstGeom prst="rect">
            <a:avLst/>
          </a:prstGeom>
          <a:noFill/>
          <a:extLst>
            <a:ext uri="{909E8E84-426E-40DD-AFC4-6F175D3DCCD1}">
              <a14:hiddenFill xmlns:a14="http://schemas.microsoft.com/office/drawing/2010/main">
                <a:solidFill>
                  <a:srgbClr val="FFFFFF"/>
                </a:solidFill>
              </a14:hiddenFill>
            </a:ext>
          </a:extLst>
        </p:spPr>
      </p:pic>
      <p:pic>
        <p:nvPicPr>
          <p:cNvPr id="7" name="Picture 2" descr="C:\Users\townesm\AppData\Local\Temp\Dollarnote_hq.jpg"/>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956953" y="4157049"/>
            <a:ext cx="1828800" cy="758470"/>
          </a:xfrm>
          <a:prstGeom prst="rect">
            <a:avLst/>
          </a:prstGeom>
          <a:noFill/>
          <a:extLst>
            <a:ext uri="{909E8E84-426E-40DD-AFC4-6F175D3DCCD1}">
              <a14:hiddenFill xmlns:a14="http://schemas.microsoft.com/office/drawing/2010/main">
                <a:solidFill>
                  <a:srgbClr val="FFFFFF"/>
                </a:solidFill>
              </a14:hiddenFill>
            </a:ext>
          </a:extLst>
        </p:spPr>
      </p:pic>
      <p:pic>
        <p:nvPicPr>
          <p:cNvPr id="9" name="Picture 8" descr="C:\Users\townesm\AppData\Local\Temp\Dollarnote_hq.jpg"/>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938153" y="545377"/>
            <a:ext cx="1828800" cy="758470"/>
          </a:xfrm>
          <a:prstGeom prst="rect">
            <a:avLst/>
          </a:prstGeom>
          <a:noFill/>
          <a:extLst>
            <a:ext uri="{909E8E84-426E-40DD-AFC4-6F175D3DCCD1}">
              <a14:hiddenFill xmlns:a14="http://schemas.microsoft.com/office/drawing/2010/main">
                <a:solidFill>
                  <a:srgbClr val="FFFFFF"/>
                </a:solidFill>
              </a14:hiddenFill>
            </a:ext>
          </a:extLst>
        </p:spPr>
      </p:pic>
      <p:pic>
        <p:nvPicPr>
          <p:cNvPr id="10" name="Picture 2" descr="C:\Users\townesm\AppData\Local\Temp\Dollarnote_hq.jpg"/>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938153" y="1448295"/>
            <a:ext cx="1828800" cy="758470"/>
          </a:xfrm>
          <a:prstGeom prst="rect">
            <a:avLst/>
          </a:prstGeom>
          <a:noFill/>
          <a:extLst>
            <a:ext uri="{909E8E84-426E-40DD-AFC4-6F175D3DCCD1}">
              <a14:hiddenFill xmlns:a14="http://schemas.microsoft.com/office/drawing/2010/main">
                <a:solidFill>
                  <a:srgbClr val="FFFFFF"/>
                </a:solidFill>
              </a14:hiddenFill>
            </a:ext>
          </a:extLst>
        </p:spPr>
      </p:pic>
      <p:pic>
        <p:nvPicPr>
          <p:cNvPr id="11" name="Picture 2" descr="C:\Users\townesm\AppData\Local\Temp\Dollarnote_hq.jpg"/>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938153" y="2351213"/>
            <a:ext cx="1828800" cy="758470"/>
          </a:xfrm>
          <a:prstGeom prst="rect">
            <a:avLst/>
          </a:prstGeom>
          <a:noFill/>
          <a:extLst>
            <a:ext uri="{909E8E84-426E-40DD-AFC4-6F175D3DCCD1}">
              <a14:hiddenFill xmlns:a14="http://schemas.microsoft.com/office/drawing/2010/main">
                <a:solidFill>
                  <a:srgbClr val="FFFFFF"/>
                </a:solidFill>
              </a14:hiddenFill>
            </a:ext>
          </a:extLst>
        </p:spPr>
      </p:pic>
      <p:pic>
        <p:nvPicPr>
          <p:cNvPr id="12" name="Picture 2" descr="C:\Users\townesm\AppData\Local\Temp\Dollarnote_hq.jpg"/>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938153" y="3254131"/>
            <a:ext cx="1828800" cy="758470"/>
          </a:xfrm>
          <a:prstGeom prst="rect">
            <a:avLst/>
          </a:prstGeom>
          <a:noFill/>
          <a:extLst>
            <a:ext uri="{909E8E84-426E-40DD-AFC4-6F175D3DCCD1}">
              <a14:hiddenFill xmlns:a14="http://schemas.microsoft.com/office/drawing/2010/main">
                <a:solidFill>
                  <a:srgbClr val="FFFFFF"/>
                </a:solidFill>
              </a14:hiddenFill>
            </a:ext>
          </a:extLst>
        </p:spPr>
      </p:pic>
      <p:pic>
        <p:nvPicPr>
          <p:cNvPr id="13" name="Picture 2" descr="C:\Users\townesm\AppData\Local\Temp\Dollarnote_hq.jpg"/>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938153" y="4157049"/>
            <a:ext cx="1828800" cy="758470"/>
          </a:xfrm>
          <a:prstGeom prst="rect">
            <a:avLst/>
          </a:prstGeom>
          <a:noFill/>
          <a:extLst>
            <a:ext uri="{909E8E84-426E-40DD-AFC4-6F175D3DCCD1}">
              <a14:hiddenFill xmlns:a14="http://schemas.microsoft.com/office/drawing/2010/main">
                <a:solidFill>
                  <a:srgbClr val="FFFFFF"/>
                </a:solidFill>
              </a14:hiddenFill>
            </a:ext>
          </a:extLst>
        </p:spPr>
      </p:pic>
      <p:sp>
        <p:nvSpPr>
          <p:cNvPr id="14" name="Rectangle 13"/>
          <p:cNvSpPr/>
          <p:nvPr/>
        </p:nvSpPr>
        <p:spPr>
          <a:xfrm>
            <a:off x="845127" y="1381125"/>
            <a:ext cx="4011881" cy="3605028"/>
          </a:xfrm>
          <a:prstGeom prst="rect">
            <a:avLst/>
          </a:prstGeom>
          <a:solidFill>
            <a:schemeClr val="accent2">
              <a:alpha val="25000"/>
            </a:schemeClr>
          </a:solidFill>
          <a:ln w="6350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Rounded Rectangular Callout 14"/>
          <p:cNvSpPr/>
          <p:nvPr/>
        </p:nvSpPr>
        <p:spPr>
          <a:xfrm>
            <a:off x="5759531" y="724991"/>
            <a:ext cx="2926080" cy="1935081"/>
          </a:xfrm>
          <a:prstGeom prst="wedgeRoundRectCallout">
            <a:avLst>
              <a:gd name="adj1" fmla="val -79776"/>
              <a:gd name="adj2" fmla="val 82752"/>
              <a:gd name="adj3" fmla="val 16667"/>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smtClean="0"/>
              <a:t>Technological progress has accounted for 80 percent of the long-term rise in U.S. </a:t>
            </a:r>
            <a:r>
              <a:rPr lang="en-US" i="1" dirty="0" smtClean="0"/>
              <a:t>per capita </a:t>
            </a:r>
            <a:r>
              <a:rPr lang="en-US" dirty="0" smtClean="0"/>
              <a:t>incomes.</a:t>
            </a:r>
            <a:endParaRPr lang="en-US" dirty="0"/>
          </a:p>
        </p:txBody>
      </p:sp>
      <p:sp>
        <p:nvSpPr>
          <p:cNvPr id="16" name="TextBox 15"/>
          <p:cNvSpPr txBox="1"/>
          <p:nvPr/>
        </p:nvSpPr>
        <p:spPr>
          <a:xfrm>
            <a:off x="5759531" y="5219099"/>
            <a:ext cx="3230088" cy="338554"/>
          </a:xfrm>
          <a:prstGeom prst="rect">
            <a:avLst/>
          </a:prstGeom>
          <a:noFill/>
        </p:spPr>
        <p:txBody>
          <a:bodyPr wrap="square" rtlCol="0">
            <a:spAutoFit/>
          </a:bodyPr>
          <a:lstStyle/>
          <a:p>
            <a:r>
              <a:rPr lang="en-US" sz="1600" dirty="0" smtClean="0"/>
              <a:t>Source: </a:t>
            </a:r>
            <a:r>
              <a:rPr lang="en-US" sz="1600" dirty="0" smtClean="0"/>
              <a:t>Solow, 1957</a:t>
            </a:r>
            <a:endParaRPr lang="en-US" sz="1600" dirty="0"/>
          </a:p>
        </p:txBody>
      </p:sp>
    </p:spTree>
    <p:extLst>
      <p:ext uri="{BB962C8B-B14F-4D97-AF65-F5344CB8AC3E}">
        <p14:creationId xmlns:p14="http://schemas.microsoft.com/office/powerpoint/2010/main" val="3892762518"/>
      </p:ext>
    </p:extLst>
  </p:cSld>
  <p:clrMapOvr>
    <a:masterClrMapping/>
  </p:clrMapOvr>
  <p:timing>
    <p:tnLst>
      <p:par>
        <p:cTn id="1" dur="indefinite" restart="never" nodeType="tmRoot"/>
      </p:par>
    </p:tn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0" y="1920240"/>
            <a:ext cx="9144000" cy="523220"/>
          </a:xfrm>
          <a:prstGeom prst="rect">
            <a:avLst/>
          </a:prstGeom>
          <a:noFill/>
        </p:spPr>
        <p:txBody>
          <a:bodyPr wrap="square" rtlCol="0">
            <a:spAutoFit/>
          </a:bodyPr>
          <a:lstStyle/>
          <a:p>
            <a:pPr algn="ctr"/>
            <a:r>
              <a:rPr lang="en-US" sz="2800" b="1" dirty="0" smtClean="0"/>
              <a:t>Literature Review</a:t>
            </a:r>
            <a:endParaRPr lang="en-US" sz="2800" b="1" dirty="0"/>
          </a:p>
        </p:txBody>
      </p:sp>
    </p:spTree>
    <p:extLst>
      <p:ext uri="{BB962C8B-B14F-4D97-AF65-F5344CB8AC3E}">
        <p14:creationId xmlns:p14="http://schemas.microsoft.com/office/powerpoint/2010/main" val="3667597920"/>
      </p:ext>
    </p:extLst>
  </p:cSld>
  <p:clrMapOvr>
    <a:masterClrMapping/>
  </p:clrMapOvr>
  <p:timing>
    <p:tnLst>
      <p:par>
        <p:cTn id="1" dur="indefinite" restart="never" nodeType="tmRoot"/>
      </p:par>
    </p:tn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p:cNvSpPr txBox="1"/>
          <p:nvPr/>
        </p:nvSpPr>
        <p:spPr>
          <a:xfrm>
            <a:off x="0" y="91440"/>
            <a:ext cx="9144000" cy="523220"/>
          </a:xfrm>
          <a:prstGeom prst="rect">
            <a:avLst/>
          </a:prstGeom>
          <a:noFill/>
        </p:spPr>
        <p:txBody>
          <a:bodyPr wrap="square" rtlCol="0">
            <a:spAutoFit/>
          </a:bodyPr>
          <a:lstStyle/>
          <a:p>
            <a:pPr algn="ctr"/>
            <a:r>
              <a:rPr lang="en-US" sz="2800" b="1" dirty="0" smtClean="0"/>
              <a:t>Literature Review</a:t>
            </a:r>
            <a:endParaRPr lang="en-US" sz="2800" b="1" dirty="0"/>
          </a:p>
        </p:txBody>
      </p:sp>
      <p:graphicFrame>
        <p:nvGraphicFramePr>
          <p:cNvPr id="4" name="Diagram 3"/>
          <p:cNvGraphicFramePr>
            <a:graphicFrameLocks/>
          </p:cNvGraphicFramePr>
          <p:nvPr>
            <p:extLst>
              <p:ext uri="{D42A27DB-BD31-4B8C-83A1-F6EECF244321}">
                <p14:modId xmlns:p14="http://schemas.microsoft.com/office/powerpoint/2010/main" val="3675062526"/>
              </p:ext>
            </p:extLst>
          </p:nvPr>
        </p:nvGraphicFramePr>
        <p:xfrm>
          <a:off x="92014" y="816874"/>
          <a:ext cx="8961120" cy="2167728"/>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graphicFrame>
        <p:nvGraphicFramePr>
          <p:cNvPr id="6" name="Diagram 5"/>
          <p:cNvGraphicFramePr>
            <a:graphicFrameLocks/>
          </p:cNvGraphicFramePr>
          <p:nvPr>
            <p:extLst>
              <p:ext uri="{D42A27DB-BD31-4B8C-83A1-F6EECF244321}">
                <p14:modId xmlns:p14="http://schemas.microsoft.com/office/powerpoint/2010/main" val="2259969423"/>
              </p:ext>
            </p:extLst>
          </p:nvPr>
        </p:nvGraphicFramePr>
        <p:xfrm>
          <a:off x="91440" y="3295489"/>
          <a:ext cx="8961120" cy="2095805"/>
        </p:xfrm>
        <a:graphic>
          <a:graphicData uri="http://schemas.openxmlformats.org/drawingml/2006/diagram">
            <dgm:relIds xmlns:dgm="http://schemas.openxmlformats.org/drawingml/2006/diagram" xmlns:r="http://schemas.openxmlformats.org/officeDocument/2006/relationships" r:dm="rId8" r:lo="rId9" r:qs="rId10" r:cs="rId11"/>
          </a:graphicData>
        </a:graphic>
      </p:graphicFrame>
    </p:spTree>
    <p:extLst>
      <p:ext uri="{BB962C8B-B14F-4D97-AF65-F5344CB8AC3E}">
        <p14:creationId xmlns:p14="http://schemas.microsoft.com/office/powerpoint/2010/main" val="210183458"/>
      </p:ext>
    </p:extLst>
  </p:cSld>
  <p:clrMapOvr>
    <a:masterClrMapping/>
  </p:clrMapOvr>
  <p:timing>
    <p:tnLst>
      <p:par>
        <p:cTn id="1" dur="indefinite" restart="never" nodeType="tmRoot"/>
      </p:par>
    </p:tn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p:cNvSpPr txBox="1"/>
          <p:nvPr/>
        </p:nvSpPr>
        <p:spPr>
          <a:xfrm>
            <a:off x="0" y="91440"/>
            <a:ext cx="9144000" cy="523220"/>
          </a:xfrm>
          <a:prstGeom prst="rect">
            <a:avLst/>
          </a:prstGeom>
          <a:noFill/>
        </p:spPr>
        <p:txBody>
          <a:bodyPr wrap="square" rtlCol="0">
            <a:spAutoFit/>
          </a:bodyPr>
          <a:lstStyle/>
          <a:p>
            <a:pPr algn="ctr"/>
            <a:r>
              <a:rPr lang="en-US" sz="2800" b="1" dirty="0" smtClean="0"/>
              <a:t>Literature Review</a:t>
            </a:r>
            <a:endParaRPr lang="en-US" sz="2800" b="1" dirty="0"/>
          </a:p>
        </p:txBody>
      </p:sp>
      <p:graphicFrame>
        <p:nvGraphicFramePr>
          <p:cNvPr id="3" name="Diagram 2"/>
          <p:cNvGraphicFramePr>
            <a:graphicFrameLocks/>
          </p:cNvGraphicFramePr>
          <p:nvPr>
            <p:extLst>
              <p:ext uri="{D42A27DB-BD31-4B8C-83A1-F6EECF244321}">
                <p14:modId xmlns:p14="http://schemas.microsoft.com/office/powerpoint/2010/main" val="303940323"/>
              </p:ext>
            </p:extLst>
          </p:nvPr>
        </p:nvGraphicFramePr>
        <p:xfrm>
          <a:off x="91440" y="791205"/>
          <a:ext cx="8961120" cy="19177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graphicFrame>
        <p:nvGraphicFramePr>
          <p:cNvPr id="5" name="Diagram 4"/>
          <p:cNvGraphicFramePr>
            <a:graphicFrameLocks/>
          </p:cNvGraphicFramePr>
          <p:nvPr>
            <p:extLst>
              <p:ext uri="{D42A27DB-BD31-4B8C-83A1-F6EECF244321}">
                <p14:modId xmlns:p14="http://schemas.microsoft.com/office/powerpoint/2010/main" val="2639413741"/>
              </p:ext>
            </p:extLst>
          </p:nvPr>
        </p:nvGraphicFramePr>
        <p:xfrm>
          <a:off x="91440" y="2845613"/>
          <a:ext cx="8961120" cy="2743200"/>
        </p:xfrm>
        <a:graphic>
          <a:graphicData uri="http://schemas.openxmlformats.org/drawingml/2006/diagram">
            <dgm:relIds xmlns:dgm="http://schemas.openxmlformats.org/drawingml/2006/diagram" xmlns:r="http://schemas.openxmlformats.org/officeDocument/2006/relationships" r:dm="rId7" r:lo="rId8" r:qs="rId9" r:cs="rId10"/>
          </a:graphicData>
        </a:graphic>
      </p:graphicFrame>
    </p:spTree>
    <p:extLst>
      <p:ext uri="{BB962C8B-B14F-4D97-AF65-F5344CB8AC3E}">
        <p14:creationId xmlns:p14="http://schemas.microsoft.com/office/powerpoint/2010/main" val="1959844679"/>
      </p:ext>
    </p:extLst>
  </p:cSld>
  <p:clrMapOvr>
    <a:masterClrMapping/>
  </p:clrMapOvr>
  <p:timing>
    <p:tnLst>
      <p:par>
        <p:cTn id="1" dur="indefinite" restart="never" nodeType="tmRoot"/>
      </p:par>
    </p:tn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p:cNvSpPr txBox="1"/>
          <p:nvPr/>
        </p:nvSpPr>
        <p:spPr>
          <a:xfrm>
            <a:off x="0" y="91440"/>
            <a:ext cx="9144000" cy="523220"/>
          </a:xfrm>
          <a:prstGeom prst="rect">
            <a:avLst/>
          </a:prstGeom>
          <a:noFill/>
        </p:spPr>
        <p:txBody>
          <a:bodyPr wrap="square" rtlCol="0">
            <a:spAutoFit/>
          </a:bodyPr>
          <a:lstStyle/>
          <a:p>
            <a:pPr algn="ctr"/>
            <a:r>
              <a:rPr lang="en-US" sz="2800" b="1" dirty="0" smtClean="0"/>
              <a:t>Literature Review</a:t>
            </a:r>
            <a:endParaRPr lang="en-US" sz="2800" b="1" dirty="0"/>
          </a:p>
        </p:txBody>
      </p:sp>
      <p:graphicFrame>
        <p:nvGraphicFramePr>
          <p:cNvPr id="3" name="Diagram 2"/>
          <p:cNvGraphicFramePr>
            <a:graphicFrameLocks/>
          </p:cNvGraphicFramePr>
          <p:nvPr>
            <p:extLst>
              <p:ext uri="{D42A27DB-BD31-4B8C-83A1-F6EECF244321}">
                <p14:modId xmlns:p14="http://schemas.microsoft.com/office/powerpoint/2010/main" val="162863805"/>
              </p:ext>
            </p:extLst>
          </p:nvPr>
        </p:nvGraphicFramePr>
        <p:xfrm>
          <a:off x="91440" y="791204"/>
          <a:ext cx="8961120" cy="282250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graphicFrame>
        <p:nvGraphicFramePr>
          <p:cNvPr id="6" name="Diagram 5"/>
          <p:cNvGraphicFramePr>
            <a:graphicFrameLocks/>
          </p:cNvGraphicFramePr>
          <p:nvPr>
            <p:extLst>
              <p:ext uri="{D42A27DB-BD31-4B8C-83A1-F6EECF244321}">
                <p14:modId xmlns:p14="http://schemas.microsoft.com/office/powerpoint/2010/main" val="3868493118"/>
              </p:ext>
            </p:extLst>
          </p:nvPr>
        </p:nvGraphicFramePr>
        <p:xfrm>
          <a:off x="91440" y="3661240"/>
          <a:ext cx="8961120" cy="1917700"/>
        </p:xfrm>
        <a:graphic>
          <a:graphicData uri="http://schemas.openxmlformats.org/drawingml/2006/diagram">
            <dgm:relIds xmlns:dgm="http://schemas.openxmlformats.org/drawingml/2006/diagram" xmlns:r="http://schemas.openxmlformats.org/officeDocument/2006/relationships" r:dm="rId7" r:lo="rId8" r:qs="rId9" r:cs="rId10"/>
          </a:graphicData>
        </a:graphic>
      </p:graphicFrame>
    </p:spTree>
    <p:extLst>
      <p:ext uri="{BB962C8B-B14F-4D97-AF65-F5344CB8AC3E}">
        <p14:creationId xmlns:p14="http://schemas.microsoft.com/office/powerpoint/2010/main" val="1854179360"/>
      </p:ext>
    </p:extLst>
  </p:cSld>
  <p:clrMapOvr>
    <a:masterClrMapping/>
  </p:clrMapOvr>
  <p:timing>
    <p:tnLst>
      <p:par>
        <p:cTn id="1" dur="indefinite" restart="never" nodeType="tmRoot"/>
      </p:par>
    </p:tn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0" y="1920240"/>
            <a:ext cx="9144000" cy="523220"/>
          </a:xfrm>
          <a:prstGeom prst="rect">
            <a:avLst/>
          </a:prstGeom>
          <a:noFill/>
        </p:spPr>
        <p:txBody>
          <a:bodyPr wrap="square" rtlCol="0">
            <a:spAutoFit/>
          </a:bodyPr>
          <a:lstStyle/>
          <a:p>
            <a:pPr algn="ctr"/>
            <a:r>
              <a:rPr lang="en-US" sz="2800" b="1" dirty="0" smtClean="0"/>
              <a:t>Research Questions and Hypotheses</a:t>
            </a:r>
            <a:endParaRPr lang="en-US" sz="2800" b="1" dirty="0"/>
          </a:p>
        </p:txBody>
      </p:sp>
    </p:spTree>
    <p:extLst>
      <p:ext uri="{BB962C8B-B14F-4D97-AF65-F5344CB8AC3E}">
        <p14:creationId xmlns:p14="http://schemas.microsoft.com/office/powerpoint/2010/main" val="4225167528"/>
      </p:ext>
    </p:extLst>
  </p:cSld>
  <p:clrMapOvr>
    <a:masterClrMapping/>
  </p:clrMapOvr>
  <p:timing>
    <p:tnLst>
      <p:par>
        <p:cTn id="1" dur="indefinite" restart="never" nodeType="tmRoot"/>
      </p:par>
    </p:tn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p:cNvSpPr txBox="1"/>
          <p:nvPr/>
        </p:nvSpPr>
        <p:spPr>
          <a:xfrm>
            <a:off x="0" y="91440"/>
            <a:ext cx="9144000" cy="523220"/>
          </a:xfrm>
          <a:prstGeom prst="rect">
            <a:avLst/>
          </a:prstGeom>
          <a:noFill/>
        </p:spPr>
        <p:txBody>
          <a:bodyPr wrap="square" rtlCol="0">
            <a:spAutoFit/>
          </a:bodyPr>
          <a:lstStyle/>
          <a:p>
            <a:pPr algn="ctr"/>
            <a:r>
              <a:rPr lang="en-US" sz="2800" b="1" dirty="0" smtClean="0"/>
              <a:t>Research Questions</a:t>
            </a:r>
            <a:endParaRPr lang="en-US" sz="2800" b="1" dirty="0"/>
          </a:p>
        </p:txBody>
      </p:sp>
      <p:graphicFrame>
        <p:nvGraphicFramePr>
          <p:cNvPr id="5" name="Table 4"/>
          <p:cNvGraphicFramePr>
            <a:graphicFrameLocks noGrp="1"/>
          </p:cNvGraphicFramePr>
          <p:nvPr>
            <p:extLst>
              <p:ext uri="{D42A27DB-BD31-4B8C-83A1-F6EECF244321}">
                <p14:modId xmlns:p14="http://schemas.microsoft.com/office/powerpoint/2010/main" val="426406190"/>
              </p:ext>
            </p:extLst>
          </p:nvPr>
        </p:nvGraphicFramePr>
        <p:xfrm>
          <a:off x="228600" y="569880"/>
          <a:ext cx="7359732" cy="5008118"/>
        </p:xfrm>
        <a:graphic>
          <a:graphicData uri="http://schemas.openxmlformats.org/drawingml/2006/table">
            <a:tbl>
              <a:tblPr firstRow="1" firstCol="1" bandRow="1"/>
              <a:tblGrid>
                <a:gridCol w="507670"/>
                <a:gridCol w="6852062"/>
              </a:tblGrid>
              <a:tr h="914401">
                <a:tc>
                  <a:txBody>
                    <a:bodyPr/>
                    <a:lstStyle/>
                    <a:p>
                      <a:pPr marL="0" marR="0">
                        <a:lnSpc>
                          <a:spcPct val="115000"/>
                        </a:lnSpc>
                        <a:spcBef>
                          <a:spcPts val="0"/>
                        </a:spcBef>
                        <a:spcAft>
                          <a:spcPts val="0"/>
                        </a:spcAft>
                      </a:pPr>
                      <a:r>
                        <a:rPr lang="en-US" sz="1800" dirty="0">
                          <a:solidFill>
                            <a:srgbClr val="000000"/>
                          </a:solidFill>
                          <a:effectLst/>
                          <a:latin typeface="+mn-lt"/>
                          <a:ea typeface="Calibri"/>
                          <a:cs typeface="Times New Roman"/>
                        </a:rPr>
                        <a:t>Q1</a:t>
                      </a:r>
                      <a:endParaRPr lang="en-US" sz="1600" dirty="0">
                        <a:solidFill>
                          <a:srgbClr val="000000"/>
                        </a:solidFill>
                        <a:effectLst/>
                        <a:latin typeface="+mn-lt"/>
                        <a:ea typeface="Calibri"/>
                        <a:cs typeface="Times New Roman"/>
                      </a:endParaRPr>
                    </a:p>
                  </a:txBody>
                  <a:tcPr marL="73025" marR="73025" marT="36830" marB="36830">
                    <a:lnL w="12700" cap="flat" cmpd="sng" algn="ctr">
                      <a:solidFill>
                        <a:srgbClr val="000000"/>
                      </a:solidFill>
                      <a:prstDash val="solid"/>
                      <a:round/>
                      <a:headEnd type="none" w="med" len="med"/>
                      <a:tailEnd type="none" w="med" len="med"/>
                    </a:lnL>
                    <a:lnR>
                      <a:noFill/>
                    </a:lnR>
                    <a:lnT w="12700" cap="flat" cmpd="sng" algn="ctr">
                      <a:solidFill>
                        <a:srgbClr val="000000"/>
                      </a:solidFill>
                      <a:prstDash val="solid"/>
                      <a:round/>
                      <a:headEnd type="none" w="med" len="med"/>
                      <a:tailEnd type="none" w="med" len="med"/>
                    </a:lnT>
                    <a:lnB>
                      <a:noFill/>
                    </a:lnB>
                  </a:tcPr>
                </a:tc>
                <a:tc>
                  <a:txBody>
                    <a:bodyPr/>
                    <a:lstStyle/>
                    <a:p>
                      <a:pPr marL="0" marR="0">
                        <a:lnSpc>
                          <a:spcPct val="115000"/>
                        </a:lnSpc>
                        <a:spcBef>
                          <a:spcPts val="0"/>
                        </a:spcBef>
                        <a:spcAft>
                          <a:spcPts val="0"/>
                        </a:spcAft>
                      </a:pPr>
                      <a:r>
                        <a:rPr lang="en-US" sz="1800" dirty="0">
                          <a:solidFill>
                            <a:srgbClr val="000000"/>
                          </a:solidFill>
                          <a:effectLst/>
                          <a:latin typeface="+mn-lt"/>
                          <a:ea typeface="Calibri"/>
                          <a:cs typeface="Times New Roman"/>
                        </a:rPr>
                        <a:t>What public policy alternatives are available for increasing the transfer of technologies derived from federally-funded research and development (R&amp;D) to the private sector taking into consideration the potential role of development stage </a:t>
                      </a:r>
                      <a:r>
                        <a:rPr lang="en-US" sz="1800" dirty="0" smtClean="0">
                          <a:solidFill>
                            <a:srgbClr val="000000"/>
                          </a:solidFill>
                          <a:effectLst/>
                          <a:latin typeface="+mn-lt"/>
                          <a:ea typeface="Calibri"/>
                          <a:cs typeface="Times New Roman"/>
                        </a:rPr>
                        <a:t>and geography?  </a:t>
                      </a:r>
                      <a:endParaRPr lang="en-US" sz="1600" dirty="0">
                        <a:solidFill>
                          <a:srgbClr val="000000"/>
                        </a:solidFill>
                        <a:effectLst/>
                        <a:latin typeface="+mn-lt"/>
                        <a:ea typeface="Calibri"/>
                        <a:cs typeface="Times New Roman"/>
                      </a:endParaRPr>
                    </a:p>
                  </a:txBody>
                  <a:tcPr marL="73025" marR="73025" marT="36830" marB="36830">
                    <a:lnL>
                      <a:noFill/>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a:noFill/>
                    </a:lnB>
                  </a:tcPr>
                </a:tc>
              </a:tr>
              <a:tr h="676328">
                <a:tc>
                  <a:txBody>
                    <a:bodyPr/>
                    <a:lstStyle/>
                    <a:p>
                      <a:pPr marL="0" marR="0">
                        <a:lnSpc>
                          <a:spcPct val="115000"/>
                        </a:lnSpc>
                        <a:spcBef>
                          <a:spcPts val="0"/>
                        </a:spcBef>
                        <a:spcAft>
                          <a:spcPts val="0"/>
                        </a:spcAft>
                      </a:pPr>
                      <a:r>
                        <a:rPr lang="en-US" sz="1800">
                          <a:solidFill>
                            <a:srgbClr val="000000"/>
                          </a:solidFill>
                          <a:effectLst/>
                          <a:latin typeface="+mn-lt"/>
                          <a:ea typeface="Calibri"/>
                          <a:cs typeface="Times New Roman"/>
                        </a:rPr>
                        <a:t>Q2</a:t>
                      </a:r>
                      <a:endParaRPr lang="en-US" sz="1600">
                        <a:solidFill>
                          <a:srgbClr val="000000"/>
                        </a:solidFill>
                        <a:effectLst/>
                        <a:latin typeface="+mn-lt"/>
                        <a:ea typeface="Calibri"/>
                        <a:cs typeface="Times New Roman"/>
                      </a:endParaRPr>
                    </a:p>
                  </a:txBody>
                  <a:tcPr marL="73025" marR="73025" marT="36830" marB="36830">
                    <a:lnL w="12700" cap="flat" cmpd="sng" algn="ctr">
                      <a:solidFill>
                        <a:srgbClr val="000000"/>
                      </a:solidFill>
                      <a:prstDash val="solid"/>
                      <a:round/>
                      <a:headEnd type="none" w="med" len="med"/>
                      <a:tailEnd type="none" w="med" len="med"/>
                    </a:lnL>
                    <a:lnR>
                      <a:noFill/>
                    </a:lnR>
                    <a:lnT>
                      <a:noFill/>
                    </a:lnT>
                    <a:lnB>
                      <a:noFill/>
                    </a:lnB>
                    <a:solidFill>
                      <a:srgbClr val="C0C0C0"/>
                    </a:solidFill>
                  </a:tcPr>
                </a:tc>
                <a:tc>
                  <a:txBody>
                    <a:bodyPr/>
                    <a:lstStyle/>
                    <a:p>
                      <a:pPr marL="0" marR="0">
                        <a:lnSpc>
                          <a:spcPct val="115000"/>
                        </a:lnSpc>
                        <a:spcBef>
                          <a:spcPts val="0"/>
                        </a:spcBef>
                        <a:spcAft>
                          <a:spcPts val="0"/>
                        </a:spcAft>
                      </a:pPr>
                      <a:r>
                        <a:rPr lang="en-US" sz="1800">
                          <a:solidFill>
                            <a:srgbClr val="000000"/>
                          </a:solidFill>
                          <a:effectLst/>
                          <a:latin typeface="+mn-lt"/>
                          <a:ea typeface="Calibri"/>
                          <a:cs typeface="Times New Roman"/>
                        </a:rPr>
                        <a:t>Is there a statistically significant association between development stage of a federally-funded R&amp;D project and the successful transfer to the private sector of technology derived from the R&amp;D project?</a:t>
                      </a:r>
                      <a:endParaRPr lang="en-US" sz="1600">
                        <a:solidFill>
                          <a:srgbClr val="000000"/>
                        </a:solidFill>
                        <a:effectLst/>
                        <a:latin typeface="+mn-lt"/>
                        <a:ea typeface="Calibri"/>
                        <a:cs typeface="Times New Roman"/>
                      </a:endParaRPr>
                    </a:p>
                  </a:txBody>
                  <a:tcPr marL="73025" marR="73025" marT="36830" marB="36830">
                    <a:lnL>
                      <a:noFill/>
                    </a:lnL>
                    <a:lnR w="12700" cap="flat" cmpd="sng" algn="ctr">
                      <a:solidFill>
                        <a:srgbClr val="000000"/>
                      </a:solidFill>
                      <a:prstDash val="solid"/>
                      <a:round/>
                      <a:headEnd type="none" w="med" len="med"/>
                      <a:tailEnd type="none" w="med" len="med"/>
                    </a:lnR>
                    <a:lnT>
                      <a:noFill/>
                    </a:lnT>
                    <a:lnB>
                      <a:noFill/>
                    </a:lnB>
                    <a:solidFill>
                      <a:srgbClr val="C0C0C0"/>
                    </a:solidFill>
                  </a:tcPr>
                </a:tc>
              </a:tr>
              <a:tr h="898452">
                <a:tc>
                  <a:txBody>
                    <a:bodyPr/>
                    <a:lstStyle/>
                    <a:p>
                      <a:pPr marL="0" marR="0">
                        <a:lnSpc>
                          <a:spcPct val="115000"/>
                        </a:lnSpc>
                        <a:spcBef>
                          <a:spcPts val="0"/>
                        </a:spcBef>
                        <a:spcAft>
                          <a:spcPts val="0"/>
                        </a:spcAft>
                      </a:pPr>
                      <a:r>
                        <a:rPr lang="en-US" sz="1800">
                          <a:solidFill>
                            <a:srgbClr val="000000"/>
                          </a:solidFill>
                          <a:effectLst/>
                          <a:latin typeface="+mn-lt"/>
                          <a:ea typeface="Calibri"/>
                          <a:cs typeface="Times New Roman"/>
                        </a:rPr>
                        <a:t>Q3</a:t>
                      </a:r>
                      <a:endParaRPr lang="en-US" sz="1600">
                        <a:solidFill>
                          <a:srgbClr val="000000"/>
                        </a:solidFill>
                        <a:effectLst/>
                        <a:latin typeface="+mn-lt"/>
                        <a:ea typeface="Calibri"/>
                        <a:cs typeface="Times New Roman"/>
                      </a:endParaRPr>
                    </a:p>
                  </a:txBody>
                  <a:tcPr marL="73025" marR="73025" marT="36830" marB="36830">
                    <a:lnL w="12700" cap="flat" cmpd="sng" algn="ctr">
                      <a:solidFill>
                        <a:srgbClr val="000000"/>
                      </a:solidFill>
                      <a:prstDash val="solid"/>
                      <a:round/>
                      <a:headEnd type="none" w="med" len="med"/>
                      <a:tailEnd type="none" w="med" len="med"/>
                    </a:lnL>
                    <a:lnR>
                      <a:noFill/>
                    </a:lnR>
                    <a:lnT>
                      <a:noFill/>
                    </a:lnT>
                    <a:lnB>
                      <a:noFill/>
                    </a:lnB>
                  </a:tcPr>
                </a:tc>
                <a:tc>
                  <a:txBody>
                    <a:bodyPr/>
                    <a:lstStyle/>
                    <a:p>
                      <a:pPr marL="0" marR="0">
                        <a:lnSpc>
                          <a:spcPct val="115000"/>
                        </a:lnSpc>
                        <a:spcBef>
                          <a:spcPts val="0"/>
                        </a:spcBef>
                        <a:spcAft>
                          <a:spcPts val="0"/>
                        </a:spcAft>
                      </a:pPr>
                      <a:r>
                        <a:rPr lang="en-US" sz="1800" dirty="0">
                          <a:solidFill>
                            <a:srgbClr val="000000"/>
                          </a:solidFill>
                          <a:effectLst/>
                          <a:latin typeface="+mn-lt"/>
                          <a:ea typeface="Calibri"/>
                          <a:cs typeface="Times New Roman"/>
                        </a:rPr>
                        <a:t>Is there a statistically significant association between how far a federally-funded R&amp;D project progresses through the stages of the technology development process and the spatial distance between where the R&amp;D project is conduct and the nearest city?</a:t>
                      </a:r>
                      <a:endParaRPr lang="en-US" sz="1600" dirty="0">
                        <a:solidFill>
                          <a:srgbClr val="000000"/>
                        </a:solidFill>
                        <a:effectLst/>
                        <a:latin typeface="+mn-lt"/>
                        <a:ea typeface="Calibri"/>
                        <a:cs typeface="Times New Roman"/>
                      </a:endParaRPr>
                    </a:p>
                  </a:txBody>
                  <a:tcPr marL="73025" marR="73025" marT="36830" marB="36830">
                    <a:lnL>
                      <a:noFill/>
                    </a:lnL>
                    <a:lnR w="12700" cap="flat" cmpd="sng" algn="ctr">
                      <a:solidFill>
                        <a:srgbClr val="000000"/>
                      </a:solidFill>
                      <a:prstDash val="solid"/>
                      <a:round/>
                      <a:headEnd type="none" w="med" len="med"/>
                      <a:tailEnd type="none" w="med" len="med"/>
                    </a:lnR>
                    <a:lnT>
                      <a:noFill/>
                    </a:lnT>
                    <a:lnB>
                      <a:noFill/>
                    </a:lnB>
                  </a:tcPr>
                </a:tc>
              </a:tr>
              <a:tr h="989987">
                <a:tc>
                  <a:txBody>
                    <a:bodyPr/>
                    <a:lstStyle/>
                    <a:p>
                      <a:pPr marL="0" marR="0">
                        <a:lnSpc>
                          <a:spcPct val="115000"/>
                        </a:lnSpc>
                        <a:spcBef>
                          <a:spcPts val="0"/>
                        </a:spcBef>
                        <a:spcAft>
                          <a:spcPts val="0"/>
                        </a:spcAft>
                      </a:pPr>
                      <a:r>
                        <a:rPr lang="en-US" sz="1800">
                          <a:solidFill>
                            <a:srgbClr val="000000"/>
                          </a:solidFill>
                          <a:effectLst/>
                          <a:latin typeface="+mn-lt"/>
                          <a:ea typeface="Calibri"/>
                          <a:cs typeface="Times New Roman"/>
                        </a:rPr>
                        <a:t>Q4</a:t>
                      </a:r>
                      <a:endParaRPr lang="en-US" sz="1600">
                        <a:solidFill>
                          <a:srgbClr val="000000"/>
                        </a:solidFill>
                        <a:effectLst/>
                        <a:latin typeface="+mn-lt"/>
                        <a:ea typeface="Calibri"/>
                        <a:cs typeface="Times New Roman"/>
                      </a:endParaRPr>
                    </a:p>
                  </a:txBody>
                  <a:tcPr marL="73025" marR="73025" marT="36830" marB="36830">
                    <a:lnL w="12700" cap="flat" cmpd="sng" algn="ctr">
                      <a:solidFill>
                        <a:srgbClr val="000000"/>
                      </a:solidFill>
                      <a:prstDash val="solid"/>
                      <a:round/>
                      <a:headEnd type="none" w="med" len="med"/>
                      <a:tailEnd type="none" w="med" len="med"/>
                    </a:lnL>
                    <a:lnR>
                      <a:noFill/>
                    </a:lnR>
                    <a:lnT>
                      <a:noFill/>
                    </a:lnT>
                    <a:lnB w="12700" cap="flat" cmpd="sng" algn="ctr">
                      <a:solidFill>
                        <a:srgbClr val="000000"/>
                      </a:solidFill>
                      <a:prstDash val="solid"/>
                      <a:round/>
                      <a:headEnd type="none" w="med" len="med"/>
                      <a:tailEnd type="none" w="med" len="med"/>
                    </a:lnB>
                    <a:solidFill>
                      <a:srgbClr val="C0C0C0"/>
                    </a:solidFill>
                  </a:tcPr>
                </a:tc>
                <a:tc>
                  <a:txBody>
                    <a:bodyPr/>
                    <a:lstStyle/>
                    <a:p>
                      <a:pPr marL="0" marR="0">
                        <a:lnSpc>
                          <a:spcPct val="115000"/>
                        </a:lnSpc>
                        <a:spcBef>
                          <a:spcPts val="0"/>
                        </a:spcBef>
                        <a:spcAft>
                          <a:spcPts val="0"/>
                        </a:spcAft>
                      </a:pPr>
                      <a:r>
                        <a:rPr lang="en-US" sz="1800" dirty="0">
                          <a:solidFill>
                            <a:srgbClr val="000000"/>
                          </a:solidFill>
                          <a:effectLst/>
                          <a:latin typeface="+mn-lt"/>
                          <a:ea typeface="Calibri"/>
                          <a:cs typeface="Times New Roman"/>
                        </a:rPr>
                        <a:t>Is there a statistically significant association between the successfully transfer to the private sector of technology derived from federally-funded R&amp;D projects and the spatial distance between where the R&amp;D project is conduct and the nearest city?</a:t>
                      </a:r>
                      <a:endParaRPr lang="en-US" sz="1600" dirty="0">
                        <a:solidFill>
                          <a:srgbClr val="000000"/>
                        </a:solidFill>
                        <a:effectLst/>
                        <a:latin typeface="+mn-lt"/>
                        <a:ea typeface="Calibri"/>
                        <a:cs typeface="Times New Roman"/>
                      </a:endParaRPr>
                    </a:p>
                  </a:txBody>
                  <a:tcPr marL="73025" marR="73025" marT="36830" marB="36830">
                    <a:lnL>
                      <a:noFill/>
                    </a:lnL>
                    <a:lnR w="12700" cap="flat" cmpd="sng" algn="ctr">
                      <a:solidFill>
                        <a:srgbClr val="000000"/>
                      </a:solidFill>
                      <a:prstDash val="solid"/>
                      <a:round/>
                      <a:headEnd type="none" w="med" len="med"/>
                      <a:tailEnd type="none" w="med" len="med"/>
                    </a:lnR>
                    <a:lnT>
                      <a:noFill/>
                    </a:lnT>
                    <a:lnB w="12700" cap="flat" cmpd="sng" algn="ctr">
                      <a:solidFill>
                        <a:srgbClr val="000000"/>
                      </a:solidFill>
                      <a:prstDash val="solid"/>
                      <a:round/>
                      <a:headEnd type="none" w="med" len="med"/>
                      <a:tailEnd type="none" w="med" len="med"/>
                    </a:lnB>
                    <a:solidFill>
                      <a:srgbClr val="C0C0C0"/>
                    </a:solidFill>
                  </a:tcPr>
                </a:tc>
              </a:tr>
            </a:tbl>
          </a:graphicData>
        </a:graphic>
      </p:graphicFrame>
      <p:sp>
        <p:nvSpPr>
          <p:cNvPr id="2" name="TextBox 1"/>
          <p:cNvSpPr txBox="1"/>
          <p:nvPr/>
        </p:nvSpPr>
        <p:spPr>
          <a:xfrm>
            <a:off x="7683335" y="848210"/>
            <a:ext cx="1371600" cy="646331"/>
          </a:xfrm>
          <a:prstGeom prst="rect">
            <a:avLst/>
          </a:prstGeom>
          <a:noFill/>
        </p:spPr>
        <p:txBody>
          <a:bodyPr wrap="square" lIns="0" rIns="0" rtlCol="0">
            <a:spAutoFit/>
          </a:bodyPr>
          <a:lstStyle/>
          <a:p>
            <a:r>
              <a:rPr lang="en-US" dirty="0" smtClean="0"/>
              <a:t>Policy Alternatives</a:t>
            </a:r>
            <a:endParaRPr lang="en-US" dirty="0"/>
          </a:p>
        </p:txBody>
      </p:sp>
      <p:sp>
        <p:nvSpPr>
          <p:cNvPr id="6" name="TextBox 5"/>
          <p:cNvSpPr txBox="1"/>
          <p:nvPr/>
        </p:nvSpPr>
        <p:spPr>
          <a:xfrm>
            <a:off x="7683335" y="2057514"/>
            <a:ext cx="1371600" cy="646331"/>
          </a:xfrm>
          <a:prstGeom prst="rect">
            <a:avLst/>
          </a:prstGeom>
          <a:noFill/>
        </p:spPr>
        <p:txBody>
          <a:bodyPr wrap="square" lIns="0" rIns="0" rtlCol="0">
            <a:spAutoFit/>
          </a:bodyPr>
          <a:lstStyle/>
          <a:p>
            <a:r>
              <a:rPr lang="en-US" dirty="0" smtClean="0"/>
              <a:t>Development Stage</a:t>
            </a:r>
            <a:endParaRPr lang="en-US" dirty="0"/>
          </a:p>
        </p:txBody>
      </p:sp>
      <p:sp>
        <p:nvSpPr>
          <p:cNvPr id="7" name="TextBox 6"/>
          <p:cNvSpPr txBox="1"/>
          <p:nvPr/>
        </p:nvSpPr>
        <p:spPr>
          <a:xfrm>
            <a:off x="7683335" y="3171815"/>
            <a:ext cx="1371600" cy="923330"/>
          </a:xfrm>
          <a:prstGeom prst="rect">
            <a:avLst/>
          </a:prstGeom>
          <a:noFill/>
        </p:spPr>
        <p:txBody>
          <a:bodyPr wrap="square" lIns="0" rIns="0" rtlCol="0">
            <a:spAutoFit/>
          </a:bodyPr>
          <a:lstStyle/>
          <a:p>
            <a:r>
              <a:rPr lang="en-US" dirty="0" smtClean="0"/>
              <a:t>Development Stage &amp; Geography</a:t>
            </a:r>
            <a:endParaRPr lang="en-US" dirty="0"/>
          </a:p>
        </p:txBody>
      </p:sp>
      <p:sp>
        <p:nvSpPr>
          <p:cNvPr id="8" name="TextBox 7"/>
          <p:cNvSpPr txBox="1"/>
          <p:nvPr/>
        </p:nvSpPr>
        <p:spPr>
          <a:xfrm>
            <a:off x="7683335" y="4620605"/>
            <a:ext cx="1371600" cy="369332"/>
          </a:xfrm>
          <a:prstGeom prst="rect">
            <a:avLst/>
          </a:prstGeom>
          <a:noFill/>
        </p:spPr>
        <p:txBody>
          <a:bodyPr wrap="square" lIns="0" rIns="0" rtlCol="0">
            <a:spAutoFit/>
          </a:bodyPr>
          <a:lstStyle/>
          <a:p>
            <a:r>
              <a:rPr lang="en-US" dirty="0" smtClean="0"/>
              <a:t>Geography</a:t>
            </a:r>
            <a:endParaRPr lang="en-US" dirty="0"/>
          </a:p>
        </p:txBody>
      </p:sp>
    </p:spTree>
    <p:extLst>
      <p:ext uri="{BB962C8B-B14F-4D97-AF65-F5344CB8AC3E}">
        <p14:creationId xmlns:p14="http://schemas.microsoft.com/office/powerpoint/2010/main" val="1572105502"/>
      </p:ext>
    </p:extLst>
  </p:cSld>
  <p:clrMapOvr>
    <a:masterClrMapping/>
  </p:clrMapOvr>
  <p:timing>
    <p:tnLst>
      <p:par>
        <p:cTn id="1" dur="indefinite" restart="never" nodeType="tmRoot"/>
      </p:par>
    </p:tn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p:cNvSpPr txBox="1"/>
          <p:nvPr/>
        </p:nvSpPr>
        <p:spPr>
          <a:xfrm>
            <a:off x="0" y="91440"/>
            <a:ext cx="9144000" cy="523220"/>
          </a:xfrm>
          <a:prstGeom prst="rect">
            <a:avLst/>
          </a:prstGeom>
          <a:noFill/>
        </p:spPr>
        <p:txBody>
          <a:bodyPr wrap="square" rtlCol="0">
            <a:spAutoFit/>
          </a:bodyPr>
          <a:lstStyle/>
          <a:p>
            <a:pPr algn="ctr"/>
            <a:r>
              <a:rPr lang="en-US" sz="2800" b="1" dirty="0" smtClean="0"/>
              <a:t>Hypotheses</a:t>
            </a:r>
            <a:endParaRPr lang="en-US" sz="2800" b="1" dirty="0"/>
          </a:p>
        </p:txBody>
      </p:sp>
      <p:graphicFrame>
        <p:nvGraphicFramePr>
          <p:cNvPr id="2" name="Table 1"/>
          <p:cNvGraphicFramePr>
            <a:graphicFrameLocks noGrp="1"/>
          </p:cNvGraphicFramePr>
          <p:nvPr>
            <p:extLst>
              <p:ext uri="{D42A27DB-BD31-4B8C-83A1-F6EECF244321}">
                <p14:modId xmlns:p14="http://schemas.microsoft.com/office/powerpoint/2010/main" val="1530731583"/>
              </p:ext>
            </p:extLst>
          </p:nvPr>
        </p:nvGraphicFramePr>
        <p:xfrm>
          <a:off x="274320" y="691114"/>
          <a:ext cx="8595360" cy="3753962"/>
        </p:xfrm>
        <a:graphic>
          <a:graphicData uri="http://schemas.openxmlformats.org/drawingml/2006/table">
            <a:tbl>
              <a:tblPr firstRow="1" firstCol="1" bandRow="1"/>
              <a:tblGrid>
                <a:gridCol w="497576"/>
                <a:gridCol w="8097784"/>
              </a:tblGrid>
              <a:tr h="1188892">
                <a:tc>
                  <a:txBody>
                    <a:bodyPr/>
                    <a:lstStyle/>
                    <a:p>
                      <a:pPr marL="0" marR="0">
                        <a:lnSpc>
                          <a:spcPct val="115000"/>
                        </a:lnSpc>
                        <a:spcBef>
                          <a:spcPts val="0"/>
                        </a:spcBef>
                        <a:spcAft>
                          <a:spcPts val="0"/>
                        </a:spcAft>
                      </a:pPr>
                      <a:r>
                        <a:rPr lang="en-US" sz="1800" dirty="0">
                          <a:solidFill>
                            <a:srgbClr val="000000"/>
                          </a:solidFill>
                          <a:effectLst/>
                          <a:latin typeface="+mn-lt"/>
                          <a:ea typeface="Calibri"/>
                          <a:cs typeface="Times New Roman"/>
                        </a:rPr>
                        <a:t>H1</a:t>
                      </a:r>
                      <a:r>
                        <a:rPr lang="en-US" sz="1800" baseline="-25000" dirty="0">
                          <a:solidFill>
                            <a:srgbClr val="000000"/>
                          </a:solidFill>
                          <a:effectLst/>
                          <a:latin typeface="+mn-lt"/>
                          <a:ea typeface="Calibri"/>
                          <a:cs typeface="Times New Roman"/>
                        </a:rPr>
                        <a:t>A</a:t>
                      </a:r>
                      <a:endParaRPr lang="en-US" sz="1600" dirty="0">
                        <a:solidFill>
                          <a:srgbClr val="000000"/>
                        </a:solidFill>
                        <a:effectLst/>
                        <a:latin typeface="+mn-lt"/>
                        <a:ea typeface="Calibri"/>
                        <a:cs typeface="Times New Roman"/>
                      </a:endParaRPr>
                    </a:p>
                  </a:txBody>
                  <a:tcPr marL="59258" marR="59258" marT="29887" marB="29887">
                    <a:lnL w="12700" cap="flat" cmpd="sng" algn="ctr">
                      <a:solidFill>
                        <a:schemeClr val="tx1"/>
                      </a:solidFill>
                      <a:prstDash val="solid"/>
                      <a:round/>
                      <a:headEnd type="none" w="med" len="med"/>
                      <a:tailEnd type="none" w="med" len="med"/>
                    </a:lnL>
                    <a:lnR>
                      <a:noFill/>
                    </a:lnR>
                    <a:lnT w="12700" cap="flat" cmpd="sng" algn="ctr">
                      <a:solidFill>
                        <a:schemeClr val="tx1"/>
                      </a:solidFill>
                      <a:prstDash val="solid"/>
                      <a:round/>
                      <a:headEnd type="none" w="med" len="med"/>
                      <a:tailEnd type="none" w="med" len="med"/>
                    </a:lnT>
                    <a:lnB>
                      <a:noFill/>
                    </a:lnB>
                    <a:solidFill>
                      <a:schemeClr val="bg1"/>
                    </a:solidFill>
                  </a:tcPr>
                </a:tc>
                <a:tc>
                  <a:txBody>
                    <a:bodyPr/>
                    <a:lstStyle/>
                    <a:p>
                      <a:pPr marL="0" marR="0">
                        <a:lnSpc>
                          <a:spcPct val="115000"/>
                        </a:lnSpc>
                        <a:spcBef>
                          <a:spcPts val="0"/>
                        </a:spcBef>
                        <a:spcAft>
                          <a:spcPts val="0"/>
                        </a:spcAft>
                      </a:pPr>
                      <a:r>
                        <a:rPr lang="en-US" sz="1800" dirty="0" smtClean="0">
                          <a:solidFill>
                            <a:srgbClr val="000000"/>
                          </a:solidFill>
                          <a:effectLst/>
                          <a:latin typeface="+mn-lt"/>
                          <a:ea typeface="Calibri"/>
                          <a:cs typeface="Times New Roman"/>
                        </a:rPr>
                        <a:t>The probability</a:t>
                      </a:r>
                      <a:r>
                        <a:rPr lang="en-US" sz="1800" baseline="0" dirty="0" smtClean="0">
                          <a:solidFill>
                            <a:srgbClr val="000000"/>
                          </a:solidFill>
                          <a:effectLst/>
                          <a:latin typeface="+mn-lt"/>
                          <a:ea typeface="Calibri"/>
                          <a:cs typeface="Times New Roman"/>
                        </a:rPr>
                        <a:t> that a technology </a:t>
                      </a:r>
                      <a:r>
                        <a:rPr lang="en-US" sz="1800" dirty="0" smtClean="0">
                          <a:solidFill>
                            <a:srgbClr val="000000"/>
                          </a:solidFill>
                          <a:effectLst/>
                          <a:latin typeface="+mn-lt"/>
                          <a:ea typeface="Calibri"/>
                          <a:cs typeface="Times New Roman"/>
                        </a:rPr>
                        <a:t>derived </a:t>
                      </a:r>
                      <a:r>
                        <a:rPr lang="en-US" sz="1800" dirty="0">
                          <a:solidFill>
                            <a:srgbClr val="000000"/>
                          </a:solidFill>
                          <a:effectLst/>
                          <a:latin typeface="+mn-lt"/>
                          <a:ea typeface="Calibri"/>
                          <a:cs typeface="Times New Roman"/>
                        </a:rPr>
                        <a:t>from </a:t>
                      </a:r>
                      <a:r>
                        <a:rPr lang="en-US" sz="1800" dirty="0" smtClean="0">
                          <a:solidFill>
                            <a:srgbClr val="000000"/>
                          </a:solidFill>
                          <a:effectLst/>
                          <a:latin typeface="+mn-lt"/>
                          <a:ea typeface="Calibri"/>
                          <a:cs typeface="Times New Roman"/>
                        </a:rPr>
                        <a:t>a federally-funded </a:t>
                      </a:r>
                      <a:r>
                        <a:rPr lang="en-US" sz="1800" dirty="0">
                          <a:solidFill>
                            <a:srgbClr val="000000"/>
                          </a:solidFill>
                          <a:effectLst/>
                          <a:latin typeface="+mn-lt"/>
                          <a:ea typeface="Calibri"/>
                          <a:cs typeface="Times New Roman"/>
                        </a:rPr>
                        <a:t>R&amp;D </a:t>
                      </a:r>
                      <a:r>
                        <a:rPr lang="en-US" sz="1800" dirty="0" smtClean="0">
                          <a:solidFill>
                            <a:srgbClr val="000000"/>
                          </a:solidFill>
                          <a:effectLst/>
                          <a:latin typeface="+mn-lt"/>
                          <a:ea typeface="Calibri"/>
                          <a:cs typeface="Times New Roman"/>
                        </a:rPr>
                        <a:t>project is transferred to the private sector is associated with the final development stage attained by the R&amp;D project</a:t>
                      </a:r>
                      <a:r>
                        <a:rPr lang="en-US" sz="1800" baseline="0" dirty="0" smtClean="0">
                          <a:solidFill>
                            <a:srgbClr val="000000"/>
                          </a:solidFill>
                          <a:effectLst/>
                          <a:latin typeface="+mn-lt"/>
                          <a:ea typeface="Calibri"/>
                          <a:cs typeface="Times New Roman"/>
                        </a:rPr>
                        <a:t>. </a:t>
                      </a:r>
                      <a:endParaRPr lang="en-US" sz="1800" dirty="0" smtClean="0">
                        <a:solidFill>
                          <a:srgbClr val="000000"/>
                        </a:solidFill>
                        <a:effectLst/>
                        <a:latin typeface="+mn-lt"/>
                        <a:ea typeface="Calibri"/>
                        <a:cs typeface="Times New Roman"/>
                      </a:endParaRPr>
                    </a:p>
                  </a:txBody>
                  <a:tcPr marL="59258" marR="59258" marT="29887" marB="29887">
                    <a:lnL>
                      <a:noFill/>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a:noFill/>
                    </a:lnB>
                    <a:solidFill>
                      <a:schemeClr val="bg1"/>
                    </a:solidFill>
                  </a:tcPr>
                </a:tc>
              </a:tr>
              <a:tr h="1294411">
                <a:tc>
                  <a:txBody>
                    <a:bodyPr/>
                    <a:lstStyle/>
                    <a:p>
                      <a:pPr marL="0" marR="0">
                        <a:lnSpc>
                          <a:spcPct val="115000"/>
                        </a:lnSpc>
                        <a:spcBef>
                          <a:spcPts val="0"/>
                        </a:spcBef>
                        <a:spcAft>
                          <a:spcPts val="0"/>
                        </a:spcAft>
                      </a:pPr>
                      <a:r>
                        <a:rPr lang="en-US" sz="1800" dirty="0">
                          <a:solidFill>
                            <a:srgbClr val="000000"/>
                          </a:solidFill>
                          <a:effectLst/>
                          <a:latin typeface="+mn-lt"/>
                          <a:ea typeface="Calibri"/>
                          <a:cs typeface="Times New Roman"/>
                        </a:rPr>
                        <a:t>H2</a:t>
                      </a:r>
                      <a:r>
                        <a:rPr lang="en-US" sz="1800" baseline="-25000" dirty="0">
                          <a:solidFill>
                            <a:srgbClr val="000000"/>
                          </a:solidFill>
                          <a:effectLst/>
                          <a:latin typeface="+mn-lt"/>
                          <a:ea typeface="Calibri"/>
                          <a:cs typeface="Times New Roman"/>
                        </a:rPr>
                        <a:t>A</a:t>
                      </a:r>
                      <a:endParaRPr lang="en-US" sz="1600" dirty="0">
                        <a:solidFill>
                          <a:srgbClr val="000000"/>
                        </a:solidFill>
                        <a:effectLst/>
                        <a:latin typeface="+mn-lt"/>
                        <a:ea typeface="Calibri"/>
                        <a:cs typeface="Times New Roman"/>
                      </a:endParaRPr>
                    </a:p>
                  </a:txBody>
                  <a:tcPr marL="59258" marR="59258" marT="29887" marB="29887">
                    <a:lnL w="12700" cap="flat" cmpd="sng" algn="ctr">
                      <a:solidFill>
                        <a:schemeClr val="tx1"/>
                      </a:solidFill>
                      <a:prstDash val="solid"/>
                      <a:round/>
                      <a:headEnd type="none" w="med" len="med"/>
                      <a:tailEnd type="none" w="med" len="med"/>
                    </a:lnL>
                    <a:lnR>
                      <a:noFill/>
                    </a:lnR>
                    <a:lnT>
                      <a:noFill/>
                    </a:lnT>
                    <a:lnB>
                      <a:noFill/>
                    </a:lnB>
                    <a:solidFill>
                      <a:srgbClr val="C0C0C0"/>
                    </a:solidFill>
                  </a:tcPr>
                </a:tc>
                <a:tc>
                  <a:txBody>
                    <a:bodyPr/>
                    <a:lstStyle/>
                    <a:p>
                      <a:pPr marL="0" marR="0">
                        <a:lnSpc>
                          <a:spcPct val="115000"/>
                        </a:lnSpc>
                        <a:spcBef>
                          <a:spcPts val="0"/>
                        </a:spcBef>
                        <a:spcAft>
                          <a:spcPts val="0"/>
                        </a:spcAft>
                      </a:pPr>
                      <a:r>
                        <a:rPr lang="en-US" sz="1800" dirty="0" smtClean="0">
                          <a:solidFill>
                            <a:srgbClr val="000000"/>
                          </a:solidFill>
                          <a:effectLst/>
                          <a:latin typeface="+mn-lt"/>
                          <a:ea typeface="Calibri"/>
                          <a:cs typeface="Times New Roman"/>
                        </a:rPr>
                        <a:t>The final development </a:t>
                      </a:r>
                      <a:r>
                        <a:rPr lang="en-US" sz="1800" dirty="0" smtClean="0">
                          <a:solidFill>
                            <a:srgbClr val="000000"/>
                          </a:solidFill>
                          <a:effectLst/>
                          <a:latin typeface="+mn-lt"/>
                          <a:ea typeface="Calibri"/>
                          <a:cs typeface="Times New Roman"/>
                        </a:rPr>
                        <a:t>stage attained by an </a:t>
                      </a:r>
                      <a:r>
                        <a:rPr lang="en-US" sz="1800" dirty="0" smtClean="0">
                          <a:solidFill>
                            <a:srgbClr val="000000"/>
                          </a:solidFill>
                          <a:effectLst/>
                          <a:latin typeface="+mn-lt"/>
                          <a:ea typeface="Calibri"/>
                          <a:cs typeface="Times New Roman"/>
                        </a:rPr>
                        <a:t>federally-funded R&amp;D </a:t>
                      </a:r>
                      <a:r>
                        <a:rPr lang="en-US" sz="1800" dirty="0" smtClean="0">
                          <a:solidFill>
                            <a:srgbClr val="000000"/>
                          </a:solidFill>
                          <a:effectLst/>
                          <a:latin typeface="+mn-lt"/>
                          <a:ea typeface="Calibri"/>
                          <a:cs typeface="Times New Roman"/>
                        </a:rPr>
                        <a:t>project </a:t>
                      </a:r>
                      <a:r>
                        <a:rPr lang="en-US" sz="1800" dirty="0" smtClean="0">
                          <a:solidFill>
                            <a:srgbClr val="000000"/>
                          </a:solidFill>
                          <a:effectLst/>
                          <a:latin typeface="+mn-lt"/>
                          <a:ea typeface="Calibri"/>
                          <a:cs typeface="Times New Roman"/>
                        </a:rPr>
                        <a:t>is associated with the </a:t>
                      </a:r>
                      <a:r>
                        <a:rPr lang="en-US" sz="1800" dirty="0" smtClean="0">
                          <a:solidFill>
                            <a:srgbClr val="000000"/>
                          </a:solidFill>
                          <a:effectLst/>
                          <a:latin typeface="+mn-lt"/>
                          <a:ea typeface="Calibri"/>
                          <a:cs typeface="Times New Roman"/>
                        </a:rPr>
                        <a:t>spatial distance between where the R&amp;D project is conducted</a:t>
                      </a:r>
                      <a:r>
                        <a:rPr lang="en-US" sz="1800" baseline="0" dirty="0" smtClean="0">
                          <a:solidFill>
                            <a:srgbClr val="000000"/>
                          </a:solidFill>
                          <a:effectLst/>
                          <a:latin typeface="+mn-lt"/>
                          <a:ea typeface="Calibri"/>
                          <a:cs typeface="Times New Roman"/>
                        </a:rPr>
                        <a:t> </a:t>
                      </a:r>
                      <a:r>
                        <a:rPr lang="en-US" sz="1800" dirty="0" smtClean="0">
                          <a:solidFill>
                            <a:srgbClr val="000000"/>
                          </a:solidFill>
                          <a:effectLst/>
                          <a:latin typeface="+mn-lt"/>
                          <a:ea typeface="Calibri"/>
                          <a:cs typeface="Times New Roman"/>
                        </a:rPr>
                        <a:t>and the nearest city.</a:t>
                      </a:r>
                    </a:p>
                  </a:txBody>
                  <a:tcPr marL="59258" marR="59258" marT="29887" marB="29887">
                    <a:lnL>
                      <a:noFill/>
                    </a:lnL>
                    <a:lnR w="12700" cap="flat" cmpd="sng" algn="ctr">
                      <a:solidFill>
                        <a:schemeClr val="tx1"/>
                      </a:solidFill>
                      <a:prstDash val="solid"/>
                      <a:round/>
                      <a:headEnd type="none" w="med" len="med"/>
                      <a:tailEnd type="none" w="med" len="med"/>
                    </a:lnR>
                    <a:lnT>
                      <a:noFill/>
                    </a:lnT>
                    <a:lnB>
                      <a:noFill/>
                    </a:lnB>
                    <a:solidFill>
                      <a:srgbClr val="C0C0C0"/>
                    </a:solidFill>
                  </a:tcPr>
                </a:tc>
              </a:tr>
              <a:tr h="1270659">
                <a:tc>
                  <a:txBody>
                    <a:bodyPr/>
                    <a:lstStyle/>
                    <a:p>
                      <a:pPr marL="0" marR="0">
                        <a:lnSpc>
                          <a:spcPct val="115000"/>
                        </a:lnSpc>
                        <a:spcBef>
                          <a:spcPts val="0"/>
                        </a:spcBef>
                        <a:spcAft>
                          <a:spcPts val="0"/>
                        </a:spcAft>
                      </a:pPr>
                      <a:r>
                        <a:rPr lang="en-US" sz="1800" dirty="0">
                          <a:solidFill>
                            <a:srgbClr val="000000"/>
                          </a:solidFill>
                          <a:effectLst/>
                          <a:latin typeface="+mn-lt"/>
                          <a:ea typeface="Calibri"/>
                          <a:cs typeface="Times New Roman"/>
                        </a:rPr>
                        <a:t>H3</a:t>
                      </a:r>
                      <a:r>
                        <a:rPr lang="en-US" sz="1800" baseline="-25000" dirty="0">
                          <a:solidFill>
                            <a:srgbClr val="000000"/>
                          </a:solidFill>
                          <a:effectLst/>
                          <a:latin typeface="+mn-lt"/>
                          <a:ea typeface="Calibri"/>
                          <a:cs typeface="Times New Roman"/>
                        </a:rPr>
                        <a:t>A</a:t>
                      </a:r>
                      <a:endParaRPr lang="en-US" sz="1600" dirty="0">
                        <a:solidFill>
                          <a:srgbClr val="000000"/>
                        </a:solidFill>
                        <a:effectLst/>
                        <a:latin typeface="+mn-lt"/>
                        <a:ea typeface="Calibri"/>
                        <a:cs typeface="Times New Roman"/>
                      </a:endParaRPr>
                    </a:p>
                  </a:txBody>
                  <a:tcPr marL="59258" marR="59258" marT="29887" marB="29887">
                    <a:lnL w="12700" cap="flat" cmpd="sng" algn="ctr">
                      <a:solidFill>
                        <a:schemeClr val="tx1"/>
                      </a:solidFill>
                      <a:prstDash val="solid"/>
                      <a:round/>
                      <a:headEnd type="none" w="med" len="med"/>
                      <a:tailEnd type="none" w="med" len="med"/>
                    </a:lnL>
                    <a:lnR>
                      <a:noFill/>
                    </a:lnR>
                    <a:lnT>
                      <a:noFill/>
                    </a:lnT>
                    <a:lnB w="12700" cap="flat" cmpd="sng" algn="ctr">
                      <a:solidFill>
                        <a:schemeClr val="tx1"/>
                      </a:solidFill>
                      <a:prstDash val="solid"/>
                      <a:round/>
                      <a:headEnd type="none" w="med" len="med"/>
                      <a:tailEnd type="none" w="med" len="med"/>
                    </a:lnB>
                    <a:solidFill>
                      <a:schemeClr val="bg1"/>
                    </a:solidFill>
                  </a:tcPr>
                </a:tc>
                <a:tc>
                  <a:txBody>
                    <a:bodyPr/>
                    <a:lstStyle/>
                    <a:p>
                      <a:pPr marL="0" marR="0">
                        <a:lnSpc>
                          <a:spcPct val="115000"/>
                        </a:lnSpc>
                        <a:spcBef>
                          <a:spcPts val="0"/>
                        </a:spcBef>
                        <a:spcAft>
                          <a:spcPts val="0"/>
                        </a:spcAft>
                      </a:pPr>
                      <a:r>
                        <a:rPr lang="en-US" sz="1800" dirty="0" smtClean="0">
                          <a:solidFill>
                            <a:srgbClr val="000000"/>
                          </a:solidFill>
                          <a:effectLst/>
                          <a:latin typeface="+mn-lt"/>
                          <a:ea typeface="Calibri"/>
                          <a:cs typeface="Times New Roman"/>
                        </a:rPr>
                        <a:t>The probability that a technology derived</a:t>
                      </a:r>
                      <a:r>
                        <a:rPr lang="en-US" sz="1800" baseline="0" dirty="0" smtClean="0">
                          <a:solidFill>
                            <a:srgbClr val="000000"/>
                          </a:solidFill>
                          <a:effectLst/>
                          <a:latin typeface="+mn-lt"/>
                          <a:ea typeface="Calibri"/>
                          <a:cs typeface="Times New Roman"/>
                        </a:rPr>
                        <a:t> from a federally-funded R&amp;D project is transferred to the private sector is associated with the spatial distance between where the R&amp;D project is conducted and the nearest city. </a:t>
                      </a:r>
                      <a:endParaRPr lang="en-US" sz="1800" baseline="0" dirty="0" smtClean="0">
                        <a:solidFill>
                          <a:srgbClr val="000000"/>
                        </a:solidFill>
                        <a:effectLst/>
                        <a:latin typeface="+mn-lt"/>
                        <a:ea typeface="Calibri"/>
                        <a:cs typeface="Times New Roman"/>
                      </a:endParaRPr>
                    </a:p>
                  </a:txBody>
                  <a:tcPr marL="59258" marR="59258" marT="29887" marB="29887">
                    <a:lnL>
                      <a:noFill/>
                    </a:lnL>
                    <a:lnR w="12700" cap="flat" cmpd="sng" algn="ctr">
                      <a:solidFill>
                        <a:schemeClr val="tx1"/>
                      </a:solidFill>
                      <a:prstDash val="solid"/>
                      <a:round/>
                      <a:headEnd type="none" w="med" len="med"/>
                      <a:tailEnd type="none" w="med" len="med"/>
                    </a:lnR>
                    <a:lnT>
                      <a:noFill/>
                    </a:lnT>
                    <a:lnB w="12700" cap="flat" cmpd="sng" algn="ctr">
                      <a:solidFill>
                        <a:schemeClr val="tx1"/>
                      </a:solidFill>
                      <a:prstDash val="solid"/>
                      <a:round/>
                      <a:headEnd type="none" w="med" len="med"/>
                      <a:tailEnd type="none" w="med" len="med"/>
                    </a:lnB>
                    <a:solidFill>
                      <a:schemeClr val="bg1"/>
                    </a:solidFill>
                  </a:tcPr>
                </a:tc>
              </a:tr>
            </a:tbl>
          </a:graphicData>
        </a:graphic>
      </p:graphicFrame>
    </p:spTree>
    <p:extLst>
      <p:ext uri="{BB962C8B-B14F-4D97-AF65-F5344CB8AC3E}">
        <p14:creationId xmlns:p14="http://schemas.microsoft.com/office/powerpoint/2010/main" val="276250506"/>
      </p:ext>
    </p:extLst>
  </p:cSld>
  <p:clrMapOvr>
    <a:masterClrMapping/>
  </p:clrMapOvr>
  <p:timing>
    <p:tnLst>
      <p:par>
        <p:cTn id="1" dur="indefinite" restart="never" nodeType="tmRoot"/>
      </p:par>
    </p:tn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0" y="1920240"/>
            <a:ext cx="9144000" cy="523220"/>
          </a:xfrm>
          <a:prstGeom prst="rect">
            <a:avLst/>
          </a:prstGeom>
          <a:noFill/>
        </p:spPr>
        <p:txBody>
          <a:bodyPr wrap="square" rtlCol="0">
            <a:spAutoFit/>
          </a:bodyPr>
          <a:lstStyle/>
          <a:p>
            <a:pPr algn="ctr"/>
            <a:r>
              <a:rPr lang="en-US" sz="2800" b="1" dirty="0" smtClean="0"/>
              <a:t>Methodology</a:t>
            </a:r>
            <a:endParaRPr lang="en-US" sz="2800" b="1" dirty="0"/>
          </a:p>
        </p:txBody>
      </p:sp>
    </p:spTree>
    <p:extLst>
      <p:ext uri="{BB962C8B-B14F-4D97-AF65-F5344CB8AC3E}">
        <p14:creationId xmlns:p14="http://schemas.microsoft.com/office/powerpoint/2010/main" val="45988126"/>
      </p:ext>
    </p:extLst>
  </p:cSld>
  <p:clrMapOvr>
    <a:masterClrMapping/>
  </p:clrMapOvr>
  <p:timing>
    <p:tnLst>
      <p:par>
        <p:cTn id="1" dur="indefinite" restart="never" nodeType="tmRoot"/>
      </p:par>
    </p:tn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p:cNvSpPr txBox="1"/>
          <p:nvPr/>
        </p:nvSpPr>
        <p:spPr>
          <a:xfrm>
            <a:off x="0" y="91440"/>
            <a:ext cx="9144000" cy="523220"/>
          </a:xfrm>
          <a:prstGeom prst="rect">
            <a:avLst/>
          </a:prstGeom>
          <a:noFill/>
        </p:spPr>
        <p:txBody>
          <a:bodyPr wrap="square" rtlCol="0">
            <a:spAutoFit/>
          </a:bodyPr>
          <a:lstStyle/>
          <a:p>
            <a:pPr algn="ctr"/>
            <a:r>
              <a:rPr lang="en-US" sz="2800" b="1" dirty="0" smtClean="0"/>
              <a:t>Methodology</a:t>
            </a:r>
            <a:endParaRPr lang="en-US" sz="2800" b="1" dirty="0"/>
          </a:p>
        </p:txBody>
      </p:sp>
      <p:graphicFrame>
        <p:nvGraphicFramePr>
          <p:cNvPr id="2" name="Diagram 1"/>
          <p:cNvGraphicFramePr/>
          <p:nvPr>
            <p:extLst>
              <p:ext uri="{D42A27DB-BD31-4B8C-83A1-F6EECF244321}">
                <p14:modId xmlns:p14="http://schemas.microsoft.com/office/powerpoint/2010/main" val="3820572257"/>
              </p:ext>
            </p:extLst>
          </p:nvPr>
        </p:nvGraphicFramePr>
        <p:xfrm>
          <a:off x="228600" y="614660"/>
          <a:ext cx="8686800" cy="4574857"/>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TextBox 2"/>
          <p:cNvSpPr txBox="1"/>
          <p:nvPr/>
        </p:nvSpPr>
        <p:spPr>
          <a:xfrm>
            <a:off x="4049483" y="3630361"/>
            <a:ext cx="2493818" cy="369332"/>
          </a:xfrm>
          <a:prstGeom prst="rect">
            <a:avLst/>
          </a:prstGeom>
          <a:noFill/>
        </p:spPr>
        <p:txBody>
          <a:bodyPr wrap="square" rtlCol="0">
            <a:spAutoFit/>
          </a:bodyPr>
          <a:lstStyle/>
          <a:p>
            <a:r>
              <a:rPr lang="en-US" dirty="0" smtClean="0"/>
              <a:t>Research Question 1</a:t>
            </a:r>
            <a:endParaRPr lang="en-US" dirty="0"/>
          </a:p>
        </p:txBody>
      </p:sp>
      <p:sp>
        <p:nvSpPr>
          <p:cNvPr id="5" name="TextBox 4"/>
          <p:cNvSpPr txBox="1"/>
          <p:nvPr/>
        </p:nvSpPr>
        <p:spPr>
          <a:xfrm>
            <a:off x="1781296" y="5027823"/>
            <a:ext cx="2493818" cy="369332"/>
          </a:xfrm>
          <a:prstGeom prst="rect">
            <a:avLst/>
          </a:prstGeom>
          <a:noFill/>
        </p:spPr>
        <p:txBody>
          <a:bodyPr wrap="square" rtlCol="0">
            <a:spAutoFit/>
          </a:bodyPr>
          <a:lstStyle/>
          <a:p>
            <a:r>
              <a:rPr lang="en-US" dirty="0" smtClean="0"/>
              <a:t>Research Question 2</a:t>
            </a:r>
            <a:endParaRPr lang="en-US" dirty="0"/>
          </a:p>
        </p:txBody>
      </p:sp>
      <p:sp>
        <p:nvSpPr>
          <p:cNvPr id="6" name="TextBox 5"/>
          <p:cNvSpPr txBox="1"/>
          <p:nvPr/>
        </p:nvSpPr>
        <p:spPr>
          <a:xfrm>
            <a:off x="712563" y="5284129"/>
            <a:ext cx="2493818" cy="369332"/>
          </a:xfrm>
          <a:prstGeom prst="rect">
            <a:avLst/>
          </a:prstGeom>
          <a:noFill/>
        </p:spPr>
        <p:txBody>
          <a:bodyPr wrap="square" rtlCol="0">
            <a:spAutoFit/>
          </a:bodyPr>
          <a:lstStyle/>
          <a:p>
            <a:r>
              <a:rPr lang="en-US" dirty="0" smtClean="0"/>
              <a:t>Research Question 3</a:t>
            </a:r>
            <a:endParaRPr lang="en-US" dirty="0"/>
          </a:p>
        </p:txBody>
      </p:sp>
      <p:sp>
        <p:nvSpPr>
          <p:cNvPr id="7" name="TextBox 6"/>
          <p:cNvSpPr txBox="1"/>
          <p:nvPr/>
        </p:nvSpPr>
        <p:spPr>
          <a:xfrm>
            <a:off x="6685807" y="2376681"/>
            <a:ext cx="2493818" cy="369332"/>
          </a:xfrm>
          <a:prstGeom prst="rect">
            <a:avLst/>
          </a:prstGeom>
          <a:noFill/>
        </p:spPr>
        <p:txBody>
          <a:bodyPr wrap="square" rtlCol="0">
            <a:spAutoFit/>
          </a:bodyPr>
          <a:lstStyle/>
          <a:p>
            <a:r>
              <a:rPr lang="en-US" dirty="0" smtClean="0"/>
              <a:t>Research Question 1</a:t>
            </a:r>
            <a:endParaRPr lang="en-US" dirty="0"/>
          </a:p>
        </p:txBody>
      </p:sp>
      <p:sp>
        <p:nvSpPr>
          <p:cNvPr id="8" name="TextBox 7"/>
          <p:cNvSpPr txBox="1"/>
          <p:nvPr/>
        </p:nvSpPr>
        <p:spPr>
          <a:xfrm>
            <a:off x="2956995" y="5302016"/>
            <a:ext cx="2493818" cy="369332"/>
          </a:xfrm>
          <a:prstGeom prst="rect">
            <a:avLst/>
          </a:prstGeom>
          <a:noFill/>
        </p:spPr>
        <p:txBody>
          <a:bodyPr wrap="square" rtlCol="0">
            <a:spAutoFit/>
          </a:bodyPr>
          <a:lstStyle/>
          <a:p>
            <a:r>
              <a:rPr lang="en-US" dirty="0" smtClean="0"/>
              <a:t>Research Question 4</a:t>
            </a:r>
            <a:endParaRPr lang="en-US" dirty="0"/>
          </a:p>
        </p:txBody>
      </p:sp>
    </p:spTree>
    <p:extLst>
      <p:ext uri="{BB962C8B-B14F-4D97-AF65-F5344CB8AC3E}">
        <p14:creationId xmlns:p14="http://schemas.microsoft.com/office/powerpoint/2010/main" val="2894376709"/>
      </p:ext>
    </p:extLst>
  </p:cSld>
  <p:clrMapOvr>
    <a:masterClrMapping/>
  </p:clrMapOvr>
  <p:timing>
    <p:tnLst>
      <p:par>
        <p:cTn id="1" dur="indefinite" restart="never" nodeType="tmRoot"/>
      </p:par>
    </p:tn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p:cNvSpPr txBox="1"/>
          <p:nvPr/>
        </p:nvSpPr>
        <p:spPr>
          <a:xfrm>
            <a:off x="0" y="91440"/>
            <a:ext cx="9144000" cy="523220"/>
          </a:xfrm>
          <a:prstGeom prst="rect">
            <a:avLst/>
          </a:prstGeom>
          <a:noFill/>
        </p:spPr>
        <p:txBody>
          <a:bodyPr wrap="square" rtlCol="0">
            <a:spAutoFit/>
          </a:bodyPr>
          <a:lstStyle/>
          <a:p>
            <a:pPr algn="ctr"/>
            <a:r>
              <a:rPr lang="en-US" sz="2800" b="1" dirty="0" smtClean="0"/>
              <a:t>Operationalization</a:t>
            </a:r>
            <a:endParaRPr lang="en-US" sz="2800" b="1" dirty="0"/>
          </a:p>
        </p:txBody>
      </p:sp>
      <p:graphicFrame>
        <p:nvGraphicFramePr>
          <p:cNvPr id="4" name="Diagram 3"/>
          <p:cNvGraphicFramePr>
            <a:graphicFrameLocks/>
          </p:cNvGraphicFramePr>
          <p:nvPr>
            <p:extLst>
              <p:ext uri="{D42A27DB-BD31-4B8C-83A1-F6EECF244321}">
                <p14:modId xmlns:p14="http://schemas.microsoft.com/office/powerpoint/2010/main" val="954121900"/>
              </p:ext>
            </p:extLst>
          </p:nvPr>
        </p:nvGraphicFramePr>
        <p:xfrm>
          <a:off x="92014" y="822960"/>
          <a:ext cx="8961120" cy="2258836"/>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graphicFrame>
        <p:nvGraphicFramePr>
          <p:cNvPr id="5" name="Diagram 4"/>
          <p:cNvGraphicFramePr>
            <a:graphicFrameLocks/>
          </p:cNvGraphicFramePr>
          <p:nvPr>
            <p:extLst>
              <p:ext uri="{D42A27DB-BD31-4B8C-83A1-F6EECF244321}">
                <p14:modId xmlns:p14="http://schemas.microsoft.com/office/powerpoint/2010/main" val="611062716"/>
              </p:ext>
            </p:extLst>
          </p:nvPr>
        </p:nvGraphicFramePr>
        <p:xfrm>
          <a:off x="91440" y="3291840"/>
          <a:ext cx="8961120" cy="2258836"/>
        </p:xfrm>
        <a:graphic>
          <a:graphicData uri="http://schemas.openxmlformats.org/drawingml/2006/diagram">
            <dgm:relIds xmlns:dgm="http://schemas.openxmlformats.org/drawingml/2006/diagram" xmlns:r="http://schemas.openxmlformats.org/officeDocument/2006/relationships" r:dm="rId7" r:lo="rId8" r:qs="rId9" r:cs="rId10"/>
          </a:graphicData>
        </a:graphic>
      </p:graphicFrame>
    </p:spTree>
    <p:extLst>
      <p:ext uri="{BB962C8B-B14F-4D97-AF65-F5344CB8AC3E}">
        <p14:creationId xmlns:p14="http://schemas.microsoft.com/office/powerpoint/2010/main" val="984732388"/>
      </p:ext>
    </p:extLst>
  </p:cSld>
  <p:clrMapOvr>
    <a:masterClrMapping/>
  </p:clrMapOvr>
  <p:timing>
    <p:tnLst>
      <p:par>
        <p:cTn id="1" dur="indefinite" restart="never" nodeType="tmRoot"/>
      </p:par>
    </p:tn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p:cNvSpPr txBox="1"/>
          <p:nvPr/>
        </p:nvSpPr>
        <p:spPr>
          <a:xfrm>
            <a:off x="0" y="91440"/>
            <a:ext cx="9144000" cy="523220"/>
          </a:xfrm>
          <a:prstGeom prst="rect">
            <a:avLst/>
          </a:prstGeom>
          <a:noFill/>
        </p:spPr>
        <p:txBody>
          <a:bodyPr wrap="square" rtlCol="0">
            <a:spAutoFit/>
          </a:bodyPr>
          <a:lstStyle/>
          <a:p>
            <a:pPr algn="ctr"/>
            <a:r>
              <a:rPr lang="en-US" sz="2800" b="1" dirty="0" smtClean="0"/>
              <a:t>Operationalization</a:t>
            </a:r>
            <a:endParaRPr lang="en-US" sz="2800" b="1" dirty="0"/>
          </a:p>
        </p:txBody>
      </p:sp>
      <p:graphicFrame>
        <p:nvGraphicFramePr>
          <p:cNvPr id="4" name="Diagram 3"/>
          <p:cNvGraphicFramePr>
            <a:graphicFrameLocks/>
          </p:cNvGraphicFramePr>
          <p:nvPr>
            <p:extLst>
              <p:ext uri="{D42A27DB-BD31-4B8C-83A1-F6EECF244321}">
                <p14:modId xmlns:p14="http://schemas.microsoft.com/office/powerpoint/2010/main" val="3869775273"/>
              </p:ext>
            </p:extLst>
          </p:nvPr>
        </p:nvGraphicFramePr>
        <p:xfrm>
          <a:off x="91440" y="822960"/>
          <a:ext cx="8961120" cy="2258836"/>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graphicFrame>
        <p:nvGraphicFramePr>
          <p:cNvPr id="5" name="Diagram 4"/>
          <p:cNvGraphicFramePr>
            <a:graphicFrameLocks/>
          </p:cNvGraphicFramePr>
          <p:nvPr>
            <p:extLst>
              <p:ext uri="{D42A27DB-BD31-4B8C-83A1-F6EECF244321}">
                <p14:modId xmlns:p14="http://schemas.microsoft.com/office/powerpoint/2010/main" val="2473868432"/>
              </p:ext>
            </p:extLst>
          </p:nvPr>
        </p:nvGraphicFramePr>
        <p:xfrm>
          <a:off x="91440" y="3291840"/>
          <a:ext cx="8961120" cy="2258836"/>
        </p:xfrm>
        <a:graphic>
          <a:graphicData uri="http://schemas.openxmlformats.org/drawingml/2006/diagram">
            <dgm:relIds xmlns:dgm="http://schemas.openxmlformats.org/drawingml/2006/diagram" xmlns:r="http://schemas.openxmlformats.org/officeDocument/2006/relationships" r:dm="rId7" r:lo="rId8" r:qs="rId9" r:cs="rId10"/>
          </a:graphicData>
        </a:graphic>
      </p:graphicFrame>
    </p:spTree>
    <p:extLst>
      <p:ext uri="{BB962C8B-B14F-4D97-AF65-F5344CB8AC3E}">
        <p14:creationId xmlns:p14="http://schemas.microsoft.com/office/powerpoint/2010/main" val="4002493667"/>
      </p:ext>
    </p:extLst>
  </p:cSld>
  <p:clrMapOvr>
    <a:masterClrMapping/>
  </p:clrMapOvr>
  <p:timing>
    <p:tnLst>
      <p:par>
        <p:cTn id="1" dur="indefinite" restart="never" nodeType="tmRoot"/>
      </p:par>
    </p:tn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p:cNvSpPr txBox="1"/>
          <p:nvPr/>
        </p:nvSpPr>
        <p:spPr>
          <a:xfrm>
            <a:off x="0" y="91440"/>
            <a:ext cx="9144000" cy="523220"/>
          </a:xfrm>
          <a:prstGeom prst="rect">
            <a:avLst/>
          </a:prstGeom>
          <a:noFill/>
        </p:spPr>
        <p:txBody>
          <a:bodyPr wrap="square" rtlCol="0">
            <a:spAutoFit/>
          </a:bodyPr>
          <a:lstStyle/>
          <a:p>
            <a:pPr algn="ctr"/>
            <a:r>
              <a:rPr lang="en-US" sz="2800" b="1" dirty="0" smtClean="0"/>
              <a:t>Operationalization</a:t>
            </a:r>
            <a:endParaRPr lang="en-US" sz="2800" b="1" dirty="0"/>
          </a:p>
        </p:txBody>
      </p:sp>
      <p:graphicFrame>
        <p:nvGraphicFramePr>
          <p:cNvPr id="4" name="Diagram 3"/>
          <p:cNvGraphicFramePr>
            <a:graphicFrameLocks/>
          </p:cNvGraphicFramePr>
          <p:nvPr>
            <p:extLst>
              <p:ext uri="{D42A27DB-BD31-4B8C-83A1-F6EECF244321}">
                <p14:modId xmlns:p14="http://schemas.microsoft.com/office/powerpoint/2010/main" val="551789893"/>
              </p:ext>
            </p:extLst>
          </p:nvPr>
        </p:nvGraphicFramePr>
        <p:xfrm>
          <a:off x="92014" y="822960"/>
          <a:ext cx="8961120" cy="2258836"/>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graphicFrame>
        <p:nvGraphicFramePr>
          <p:cNvPr id="5" name="Diagram 4"/>
          <p:cNvGraphicFramePr>
            <a:graphicFrameLocks/>
          </p:cNvGraphicFramePr>
          <p:nvPr>
            <p:extLst>
              <p:ext uri="{D42A27DB-BD31-4B8C-83A1-F6EECF244321}">
                <p14:modId xmlns:p14="http://schemas.microsoft.com/office/powerpoint/2010/main" val="3817411705"/>
              </p:ext>
            </p:extLst>
          </p:nvPr>
        </p:nvGraphicFramePr>
        <p:xfrm>
          <a:off x="91440" y="3291840"/>
          <a:ext cx="8961120" cy="2258836"/>
        </p:xfrm>
        <a:graphic>
          <a:graphicData uri="http://schemas.openxmlformats.org/drawingml/2006/diagram">
            <dgm:relIds xmlns:dgm="http://schemas.openxmlformats.org/drawingml/2006/diagram" xmlns:r="http://schemas.openxmlformats.org/officeDocument/2006/relationships" r:dm="rId7" r:lo="rId8" r:qs="rId9" r:cs="rId10"/>
          </a:graphicData>
        </a:graphic>
      </p:graphicFrame>
    </p:spTree>
    <p:extLst>
      <p:ext uri="{BB962C8B-B14F-4D97-AF65-F5344CB8AC3E}">
        <p14:creationId xmlns:p14="http://schemas.microsoft.com/office/powerpoint/2010/main" val="57241402"/>
      </p:ext>
    </p:extLst>
  </p:cSld>
  <p:clrMapOvr>
    <a:masterClrMapping/>
  </p:clrMapOvr>
  <p:timing>
    <p:tnLst>
      <p:par>
        <p:cTn id="1" dur="indefinite" restart="never" nodeType="tmRoot"/>
      </p:par>
    </p:tn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p:cNvSpPr txBox="1"/>
          <p:nvPr/>
        </p:nvSpPr>
        <p:spPr>
          <a:xfrm>
            <a:off x="0" y="91440"/>
            <a:ext cx="9144000" cy="523220"/>
          </a:xfrm>
          <a:prstGeom prst="rect">
            <a:avLst/>
          </a:prstGeom>
          <a:noFill/>
        </p:spPr>
        <p:txBody>
          <a:bodyPr wrap="square" rtlCol="0">
            <a:spAutoFit/>
          </a:bodyPr>
          <a:lstStyle/>
          <a:p>
            <a:pPr algn="ctr"/>
            <a:r>
              <a:rPr lang="en-US" sz="2800" b="1" dirty="0" smtClean="0"/>
              <a:t>Operationalization</a:t>
            </a:r>
            <a:endParaRPr lang="en-US" sz="2800" b="1" dirty="0"/>
          </a:p>
        </p:txBody>
      </p:sp>
      <p:graphicFrame>
        <p:nvGraphicFramePr>
          <p:cNvPr id="4" name="Diagram 3"/>
          <p:cNvGraphicFramePr>
            <a:graphicFrameLocks/>
          </p:cNvGraphicFramePr>
          <p:nvPr>
            <p:extLst>
              <p:ext uri="{D42A27DB-BD31-4B8C-83A1-F6EECF244321}">
                <p14:modId xmlns:p14="http://schemas.microsoft.com/office/powerpoint/2010/main" val="3874812515"/>
              </p:ext>
            </p:extLst>
          </p:nvPr>
        </p:nvGraphicFramePr>
        <p:xfrm>
          <a:off x="92014" y="822960"/>
          <a:ext cx="8961120" cy="2258836"/>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graphicFrame>
        <p:nvGraphicFramePr>
          <p:cNvPr id="5" name="Diagram 4"/>
          <p:cNvGraphicFramePr>
            <a:graphicFrameLocks/>
          </p:cNvGraphicFramePr>
          <p:nvPr>
            <p:extLst>
              <p:ext uri="{D42A27DB-BD31-4B8C-83A1-F6EECF244321}">
                <p14:modId xmlns:p14="http://schemas.microsoft.com/office/powerpoint/2010/main" val="2773686964"/>
              </p:ext>
            </p:extLst>
          </p:nvPr>
        </p:nvGraphicFramePr>
        <p:xfrm>
          <a:off x="91440" y="3291840"/>
          <a:ext cx="8961120" cy="2258836"/>
        </p:xfrm>
        <a:graphic>
          <a:graphicData uri="http://schemas.openxmlformats.org/drawingml/2006/diagram">
            <dgm:relIds xmlns:dgm="http://schemas.openxmlformats.org/drawingml/2006/diagram" xmlns:r="http://schemas.openxmlformats.org/officeDocument/2006/relationships" r:dm="rId7" r:lo="rId8" r:qs="rId9" r:cs="rId10"/>
          </a:graphicData>
        </a:graphic>
      </p:graphicFrame>
    </p:spTree>
    <p:extLst>
      <p:ext uri="{BB962C8B-B14F-4D97-AF65-F5344CB8AC3E}">
        <p14:creationId xmlns:p14="http://schemas.microsoft.com/office/powerpoint/2010/main" val="1927611335"/>
      </p:ext>
    </p:extLst>
  </p:cSld>
  <p:clrMapOvr>
    <a:masterClrMapping/>
  </p:clrMapOvr>
  <p:timing>
    <p:tnLst>
      <p:par>
        <p:cTn id="1" dur="indefinite" restart="never" nodeType="tmRoot"/>
      </p:par>
    </p:tn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1"/>
          <p:cNvGraphicFramePr>
            <a:graphicFrameLocks noGrp="1"/>
          </p:cNvGraphicFramePr>
          <p:nvPr>
            <p:extLst>
              <p:ext uri="{D42A27DB-BD31-4B8C-83A1-F6EECF244321}">
                <p14:modId xmlns:p14="http://schemas.microsoft.com/office/powerpoint/2010/main" val="2903608652"/>
              </p:ext>
            </p:extLst>
          </p:nvPr>
        </p:nvGraphicFramePr>
        <p:xfrm>
          <a:off x="228600" y="147266"/>
          <a:ext cx="8686800" cy="5047488"/>
        </p:xfrm>
        <a:graphic>
          <a:graphicData uri="http://schemas.openxmlformats.org/drawingml/2006/table">
            <a:tbl>
              <a:tblPr firstRow="1" firstCol="1" bandRow="1"/>
              <a:tblGrid>
                <a:gridCol w="1531918"/>
                <a:gridCol w="4046516"/>
                <a:gridCol w="3108366"/>
              </a:tblGrid>
              <a:tr h="563377">
                <a:tc>
                  <a:txBody>
                    <a:bodyPr/>
                    <a:lstStyle/>
                    <a:p>
                      <a:pPr marL="0" marR="0">
                        <a:lnSpc>
                          <a:spcPct val="115000"/>
                        </a:lnSpc>
                        <a:spcBef>
                          <a:spcPts val="0"/>
                        </a:spcBef>
                        <a:spcAft>
                          <a:spcPts val="0"/>
                        </a:spcAft>
                      </a:pPr>
                      <a:r>
                        <a:rPr lang="en-US" sz="1800" b="1" dirty="0" smtClean="0">
                          <a:solidFill>
                            <a:srgbClr val="FFFFFF"/>
                          </a:solidFill>
                          <a:effectLst/>
                          <a:latin typeface="Times New Roman"/>
                          <a:ea typeface="Calibri"/>
                          <a:cs typeface="Times New Roman"/>
                        </a:rPr>
                        <a:t>Var. </a:t>
                      </a:r>
                      <a:r>
                        <a:rPr lang="en-US" sz="1800" b="1" dirty="0">
                          <a:solidFill>
                            <a:srgbClr val="FFFFFF"/>
                          </a:solidFill>
                          <a:effectLst/>
                          <a:latin typeface="Times New Roman"/>
                          <a:ea typeface="Calibri"/>
                          <a:cs typeface="Times New Roman"/>
                        </a:rPr>
                        <a:t>Name</a:t>
                      </a:r>
                      <a:endParaRPr lang="en-US" sz="1800" dirty="0">
                        <a:effectLst/>
                        <a:latin typeface="Calibri"/>
                        <a:ea typeface="Calibri"/>
                        <a:cs typeface="Times New Roman"/>
                      </a:endParaRPr>
                    </a:p>
                    <a:p>
                      <a:pPr marL="0" marR="0">
                        <a:lnSpc>
                          <a:spcPct val="115000"/>
                        </a:lnSpc>
                        <a:spcBef>
                          <a:spcPts val="0"/>
                        </a:spcBef>
                        <a:spcAft>
                          <a:spcPts val="0"/>
                        </a:spcAft>
                      </a:pPr>
                      <a:r>
                        <a:rPr lang="en-US" sz="1800" b="1" dirty="0" smtClean="0">
                          <a:solidFill>
                            <a:srgbClr val="FFFFFF"/>
                          </a:solidFill>
                          <a:effectLst/>
                          <a:latin typeface="Times New Roman"/>
                          <a:ea typeface="Calibri"/>
                          <a:cs typeface="Times New Roman"/>
                        </a:rPr>
                        <a:t>Var. </a:t>
                      </a:r>
                      <a:r>
                        <a:rPr lang="en-US" sz="1800" b="1" dirty="0">
                          <a:solidFill>
                            <a:srgbClr val="FFFFFF"/>
                          </a:solidFill>
                          <a:effectLst/>
                          <a:latin typeface="Times New Roman"/>
                          <a:ea typeface="Calibri"/>
                          <a:cs typeface="Times New Roman"/>
                        </a:rPr>
                        <a:t>Label</a:t>
                      </a:r>
                      <a:endParaRPr lang="en-US" sz="1800" dirty="0">
                        <a:effectLst/>
                        <a:latin typeface="Calibri"/>
                        <a:ea typeface="Calibri"/>
                        <a:cs typeface="Times New Roman"/>
                      </a:endParaRPr>
                    </a:p>
                  </a:txBody>
                  <a:tcPr marL="23207" marR="23207" marT="0" marB="0" anchor="b">
                    <a:lnL w="12700" cap="flat" cmpd="sng" algn="ctr">
                      <a:solidFill>
                        <a:srgbClr val="404040"/>
                      </a:solidFill>
                      <a:prstDash val="solid"/>
                      <a:round/>
                      <a:headEnd type="none" w="med" len="med"/>
                      <a:tailEnd type="none" w="med" len="med"/>
                    </a:lnL>
                    <a:lnR>
                      <a:noFill/>
                    </a:lnR>
                    <a:lnT w="12700" cap="flat" cmpd="sng" algn="ctr">
                      <a:solidFill>
                        <a:srgbClr val="404040"/>
                      </a:solidFill>
                      <a:prstDash val="solid"/>
                      <a:round/>
                      <a:headEnd type="none" w="med" len="med"/>
                      <a:tailEnd type="none" w="med" len="med"/>
                    </a:lnT>
                    <a:lnB w="12700" cap="flat" cmpd="sng" algn="ctr">
                      <a:solidFill>
                        <a:srgbClr val="404040"/>
                      </a:solidFill>
                      <a:prstDash val="solid"/>
                      <a:round/>
                      <a:headEnd type="none" w="med" len="med"/>
                      <a:tailEnd type="none" w="med" len="med"/>
                    </a:lnB>
                    <a:solidFill>
                      <a:srgbClr val="000000"/>
                    </a:solidFill>
                  </a:tcPr>
                </a:tc>
                <a:tc>
                  <a:txBody>
                    <a:bodyPr/>
                    <a:lstStyle/>
                    <a:p>
                      <a:pPr marL="0" marR="0">
                        <a:lnSpc>
                          <a:spcPct val="115000"/>
                        </a:lnSpc>
                        <a:spcBef>
                          <a:spcPts val="0"/>
                        </a:spcBef>
                        <a:spcAft>
                          <a:spcPts val="0"/>
                        </a:spcAft>
                      </a:pPr>
                      <a:r>
                        <a:rPr lang="en-US" sz="1800" b="1">
                          <a:solidFill>
                            <a:srgbClr val="FFFFFF"/>
                          </a:solidFill>
                          <a:effectLst/>
                          <a:latin typeface="Times New Roman"/>
                          <a:ea typeface="Calibri"/>
                          <a:cs typeface="Times New Roman"/>
                        </a:rPr>
                        <a:t>Description</a:t>
                      </a:r>
                      <a:endParaRPr lang="en-US" sz="1800">
                        <a:effectLst/>
                        <a:latin typeface="Calibri"/>
                        <a:ea typeface="Calibri"/>
                        <a:cs typeface="Times New Roman"/>
                      </a:endParaRPr>
                    </a:p>
                  </a:txBody>
                  <a:tcPr marL="23207" marR="23207" marT="0" marB="0" anchor="b">
                    <a:lnL>
                      <a:noFill/>
                    </a:lnL>
                    <a:lnR>
                      <a:noFill/>
                    </a:lnR>
                    <a:lnT w="12700" cap="flat" cmpd="sng" algn="ctr">
                      <a:solidFill>
                        <a:srgbClr val="404040"/>
                      </a:solidFill>
                      <a:prstDash val="solid"/>
                      <a:round/>
                      <a:headEnd type="none" w="med" len="med"/>
                      <a:tailEnd type="none" w="med" len="med"/>
                    </a:lnT>
                    <a:lnB w="12700" cap="flat" cmpd="sng" algn="ctr">
                      <a:solidFill>
                        <a:srgbClr val="404040"/>
                      </a:solidFill>
                      <a:prstDash val="solid"/>
                      <a:round/>
                      <a:headEnd type="none" w="med" len="med"/>
                      <a:tailEnd type="none" w="med" len="med"/>
                    </a:lnB>
                    <a:solidFill>
                      <a:srgbClr val="000000"/>
                    </a:solidFill>
                  </a:tcPr>
                </a:tc>
                <a:tc>
                  <a:txBody>
                    <a:bodyPr/>
                    <a:lstStyle/>
                    <a:p>
                      <a:pPr marL="0" marR="0">
                        <a:lnSpc>
                          <a:spcPct val="115000"/>
                        </a:lnSpc>
                        <a:spcBef>
                          <a:spcPts val="0"/>
                        </a:spcBef>
                        <a:spcAft>
                          <a:spcPts val="0"/>
                        </a:spcAft>
                      </a:pPr>
                      <a:r>
                        <a:rPr lang="en-US" sz="1800" b="1" dirty="0" smtClean="0">
                          <a:solidFill>
                            <a:srgbClr val="FFFFFF"/>
                          </a:solidFill>
                          <a:effectLst/>
                          <a:latin typeface="Times New Roman"/>
                          <a:ea typeface="Calibri"/>
                          <a:cs typeface="Times New Roman"/>
                        </a:rPr>
                        <a:t>Level</a:t>
                      </a:r>
                      <a:r>
                        <a:rPr lang="en-US" sz="1800" b="1" baseline="0" dirty="0" smtClean="0">
                          <a:solidFill>
                            <a:srgbClr val="FFFFFF"/>
                          </a:solidFill>
                          <a:effectLst/>
                          <a:latin typeface="Times New Roman"/>
                          <a:ea typeface="Calibri"/>
                          <a:cs typeface="Times New Roman"/>
                        </a:rPr>
                        <a:t> of Measurement</a:t>
                      </a:r>
                      <a:endParaRPr lang="en-US" sz="1800" b="1" dirty="0" smtClean="0">
                        <a:solidFill>
                          <a:srgbClr val="FFFFFF"/>
                        </a:solidFill>
                        <a:effectLst/>
                        <a:latin typeface="Times New Roman"/>
                        <a:ea typeface="Calibri"/>
                        <a:cs typeface="Times New Roman"/>
                      </a:endParaRPr>
                    </a:p>
                    <a:p>
                      <a:pPr marL="0" marR="0">
                        <a:lnSpc>
                          <a:spcPct val="115000"/>
                        </a:lnSpc>
                        <a:spcBef>
                          <a:spcPts val="0"/>
                        </a:spcBef>
                        <a:spcAft>
                          <a:spcPts val="0"/>
                        </a:spcAft>
                      </a:pPr>
                      <a:r>
                        <a:rPr lang="en-US" sz="1800" b="1" dirty="0" smtClean="0">
                          <a:solidFill>
                            <a:srgbClr val="FFFFFF"/>
                          </a:solidFill>
                          <a:effectLst/>
                          <a:latin typeface="Times New Roman"/>
                          <a:ea typeface="Calibri"/>
                          <a:cs typeface="Times New Roman"/>
                        </a:rPr>
                        <a:t>Value </a:t>
                      </a:r>
                      <a:r>
                        <a:rPr lang="en-US" sz="1800" b="1" dirty="0">
                          <a:solidFill>
                            <a:srgbClr val="FFFFFF"/>
                          </a:solidFill>
                          <a:effectLst/>
                          <a:latin typeface="Times New Roman"/>
                          <a:ea typeface="Calibri"/>
                          <a:cs typeface="Times New Roman"/>
                        </a:rPr>
                        <a:t>Range</a:t>
                      </a:r>
                      <a:endParaRPr lang="en-US" sz="1800" dirty="0">
                        <a:effectLst/>
                        <a:latin typeface="Calibri"/>
                        <a:ea typeface="Calibri"/>
                        <a:cs typeface="Times New Roman"/>
                      </a:endParaRPr>
                    </a:p>
                  </a:txBody>
                  <a:tcPr marL="23207" marR="23207" marT="0" marB="0" anchor="b">
                    <a:lnL>
                      <a:noFill/>
                    </a:lnL>
                    <a:lnR w="12700" cap="flat" cmpd="sng" algn="ctr">
                      <a:solidFill>
                        <a:srgbClr val="404040"/>
                      </a:solidFill>
                      <a:prstDash val="solid"/>
                      <a:round/>
                      <a:headEnd type="none" w="med" len="med"/>
                      <a:tailEnd type="none" w="med" len="med"/>
                    </a:lnR>
                    <a:lnT w="12700" cap="flat" cmpd="sng" algn="ctr">
                      <a:solidFill>
                        <a:srgbClr val="404040"/>
                      </a:solidFill>
                      <a:prstDash val="solid"/>
                      <a:round/>
                      <a:headEnd type="none" w="med" len="med"/>
                      <a:tailEnd type="none" w="med" len="med"/>
                    </a:lnT>
                    <a:lnB w="12700" cap="flat" cmpd="sng" algn="ctr">
                      <a:solidFill>
                        <a:srgbClr val="404040"/>
                      </a:solidFill>
                      <a:prstDash val="solid"/>
                      <a:round/>
                      <a:headEnd type="none" w="med" len="med"/>
                      <a:tailEnd type="none" w="med" len="med"/>
                    </a:lnB>
                    <a:solidFill>
                      <a:srgbClr val="000000"/>
                    </a:solidFill>
                  </a:tcPr>
                </a:tc>
              </a:tr>
              <a:tr h="327272">
                <a:tc>
                  <a:txBody>
                    <a:bodyPr/>
                    <a:lstStyle/>
                    <a:p>
                      <a:pPr marL="0" marR="0">
                        <a:lnSpc>
                          <a:spcPct val="115000"/>
                        </a:lnSpc>
                        <a:spcBef>
                          <a:spcPts val="0"/>
                        </a:spcBef>
                        <a:spcAft>
                          <a:spcPts val="0"/>
                        </a:spcAft>
                      </a:pPr>
                      <a:r>
                        <a:rPr lang="en-US" sz="1800" dirty="0">
                          <a:effectLst/>
                          <a:latin typeface="Times New Roman"/>
                          <a:ea typeface="Calibri"/>
                          <a:cs typeface="Times New Roman"/>
                        </a:rPr>
                        <a:t>Var01</a:t>
                      </a:r>
                      <a:endParaRPr lang="en-US" sz="1800" dirty="0">
                        <a:effectLst/>
                        <a:latin typeface="Calibri"/>
                        <a:ea typeface="Calibri"/>
                        <a:cs typeface="Times New Roman"/>
                      </a:endParaRPr>
                    </a:p>
                    <a:p>
                      <a:pPr marL="0" marR="0">
                        <a:lnSpc>
                          <a:spcPct val="115000"/>
                        </a:lnSpc>
                        <a:spcBef>
                          <a:spcPts val="0"/>
                        </a:spcBef>
                        <a:spcAft>
                          <a:spcPts val="0"/>
                        </a:spcAft>
                      </a:pPr>
                      <a:r>
                        <a:rPr lang="en-US" sz="1800" dirty="0" err="1">
                          <a:effectLst/>
                          <a:latin typeface="Times New Roman"/>
                          <a:ea typeface="Calibri"/>
                          <a:cs typeface="Times New Roman"/>
                        </a:rPr>
                        <a:t>ProjID</a:t>
                      </a:r>
                      <a:endParaRPr lang="en-US" sz="1800" dirty="0">
                        <a:effectLst/>
                        <a:latin typeface="Calibri"/>
                        <a:ea typeface="Calibri"/>
                        <a:cs typeface="Times New Roman"/>
                      </a:endParaRPr>
                    </a:p>
                  </a:txBody>
                  <a:tcPr marL="23207" marR="23207" marT="0" marB="0">
                    <a:lnL w="12700" cap="flat" cmpd="sng" algn="ctr">
                      <a:solidFill>
                        <a:srgbClr val="404040"/>
                      </a:solidFill>
                      <a:prstDash val="solid"/>
                      <a:round/>
                      <a:headEnd type="none" w="med" len="med"/>
                      <a:tailEnd type="none" w="med" len="med"/>
                    </a:lnL>
                    <a:lnR>
                      <a:noFill/>
                    </a:lnR>
                    <a:lnT w="12700" cap="flat" cmpd="sng" algn="ctr">
                      <a:solidFill>
                        <a:srgbClr val="404040"/>
                      </a:solidFill>
                      <a:prstDash val="solid"/>
                      <a:round/>
                      <a:headEnd type="none" w="med" len="med"/>
                      <a:tailEnd type="none" w="med" len="med"/>
                    </a:lnT>
                    <a:lnB w="12700" cap="flat" cmpd="sng" algn="ctr">
                      <a:solidFill>
                        <a:srgbClr val="404040"/>
                      </a:solidFill>
                      <a:prstDash val="solid"/>
                      <a:round/>
                      <a:headEnd type="none" w="med" len="med"/>
                      <a:tailEnd type="none" w="med" len="med"/>
                    </a:lnB>
                    <a:solidFill>
                      <a:srgbClr val="C0C0C0"/>
                    </a:solidFill>
                  </a:tcPr>
                </a:tc>
                <a:tc>
                  <a:txBody>
                    <a:bodyPr/>
                    <a:lstStyle/>
                    <a:p>
                      <a:pPr marL="0" marR="0">
                        <a:lnSpc>
                          <a:spcPct val="115000"/>
                        </a:lnSpc>
                        <a:spcBef>
                          <a:spcPts val="0"/>
                        </a:spcBef>
                        <a:spcAft>
                          <a:spcPts val="0"/>
                        </a:spcAft>
                      </a:pPr>
                      <a:r>
                        <a:rPr lang="en-US" sz="1800">
                          <a:effectLst/>
                          <a:latin typeface="Times New Roman"/>
                          <a:ea typeface="Calibri"/>
                          <a:cs typeface="Times New Roman"/>
                        </a:rPr>
                        <a:t>A unique identifier for each federally-funded R&amp;D project</a:t>
                      </a:r>
                      <a:endParaRPr lang="en-US" sz="1800">
                        <a:effectLst/>
                        <a:latin typeface="Calibri"/>
                        <a:ea typeface="Calibri"/>
                        <a:cs typeface="Times New Roman"/>
                      </a:endParaRPr>
                    </a:p>
                  </a:txBody>
                  <a:tcPr marL="23207" marR="23207" marT="0" marB="0">
                    <a:lnL>
                      <a:noFill/>
                    </a:lnL>
                    <a:lnR>
                      <a:noFill/>
                    </a:lnR>
                    <a:lnT w="12700" cap="flat" cmpd="sng" algn="ctr">
                      <a:solidFill>
                        <a:srgbClr val="404040"/>
                      </a:solidFill>
                      <a:prstDash val="solid"/>
                      <a:round/>
                      <a:headEnd type="none" w="med" len="med"/>
                      <a:tailEnd type="none" w="med" len="med"/>
                    </a:lnT>
                    <a:lnB w="12700" cap="flat" cmpd="sng" algn="ctr">
                      <a:solidFill>
                        <a:srgbClr val="404040"/>
                      </a:solidFill>
                      <a:prstDash val="solid"/>
                      <a:round/>
                      <a:headEnd type="none" w="med" len="med"/>
                      <a:tailEnd type="none" w="med" len="med"/>
                    </a:lnB>
                    <a:solidFill>
                      <a:srgbClr val="C0C0C0"/>
                    </a:solidFill>
                  </a:tcPr>
                </a:tc>
                <a:tc>
                  <a:txBody>
                    <a:bodyPr/>
                    <a:lstStyle/>
                    <a:p>
                      <a:pPr marL="0" marR="0">
                        <a:lnSpc>
                          <a:spcPct val="115000"/>
                        </a:lnSpc>
                        <a:spcBef>
                          <a:spcPts val="0"/>
                        </a:spcBef>
                        <a:spcAft>
                          <a:spcPts val="0"/>
                        </a:spcAft>
                      </a:pPr>
                      <a:r>
                        <a:rPr lang="en-US" sz="1800" dirty="0" smtClean="0">
                          <a:effectLst/>
                          <a:latin typeface="Times New Roman"/>
                          <a:ea typeface="Calibri"/>
                          <a:cs typeface="Times New Roman"/>
                        </a:rPr>
                        <a:t>Nominal</a:t>
                      </a:r>
                    </a:p>
                    <a:p>
                      <a:pPr marL="0" marR="0">
                        <a:lnSpc>
                          <a:spcPct val="115000"/>
                        </a:lnSpc>
                        <a:spcBef>
                          <a:spcPts val="0"/>
                        </a:spcBef>
                        <a:spcAft>
                          <a:spcPts val="0"/>
                        </a:spcAft>
                      </a:pPr>
                      <a:r>
                        <a:rPr lang="en-US" sz="1800" dirty="0" smtClean="0">
                          <a:effectLst/>
                          <a:latin typeface="Times New Roman"/>
                          <a:ea typeface="Calibri"/>
                          <a:cs typeface="Times New Roman"/>
                        </a:rPr>
                        <a:t>Character </a:t>
                      </a:r>
                      <a:r>
                        <a:rPr lang="en-US" sz="1800" dirty="0">
                          <a:effectLst/>
                          <a:latin typeface="Times New Roman"/>
                          <a:ea typeface="Calibri"/>
                          <a:cs typeface="Times New Roman"/>
                        </a:rPr>
                        <a:t>data</a:t>
                      </a:r>
                      <a:endParaRPr lang="en-US" sz="1800" dirty="0">
                        <a:effectLst/>
                        <a:latin typeface="Calibri"/>
                        <a:ea typeface="Calibri"/>
                        <a:cs typeface="Times New Roman"/>
                      </a:endParaRPr>
                    </a:p>
                  </a:txBody>
                  <a:tcPr marL="23207" marR="23207" marT="0" marB="0">
                    <a:lnL>
                      <a:noFill/>
                    </a:lnL>
                    <a:lnR w="12700" cap="flat" cmpd="sng" algn="ctr">
                      <a:solidFill>
                        <a:srgbClr val="404040"/>
                      </a:solidFill>
                      <a:prstDash val="solid"/>
                      <a:round/>
                      <a:headEnd type="none" w="med" len="med"/>
                      <a:tailEnd type="none" w="med" len="med"/>
                    </a:lnR>
                    <a:lnT w="12700" cap="flat" cmpd="sng" algn="ctr">
                      <a:solidFill>
                        <a:srgbClr val="404040"/>
                      </a:solidFill>
                      <a:prstDash val="solid"/>
                      <a:round/>
                      <a:headEnd type="none" w="med" len="med"/>
                      <a:tailEnd type="none" w="med" len="med"/>
                    </a:lnT>
                    <a:lnB w="12700" cap="flat" cmpd="sng" algn="ctr">
                      <a:solidFill>
                        <a:srgbClr val="404040"/>
                      </a:solidFill>
                      <a:prstDash val="solid"/>
                      <a:round/>
                      <a:headEnd type="none" w="med" len="med"/>
                      <a:tailEnd type="none" w="med" len="med"/>
                    </a:lnB>
                    <a:solidFill>
                      <a:srgbClr val="C0C0C0"/>
                    </a:solidFill>
                  </a:tcPr>
                </a:tc>
              </a:tr>
              <a:tr h="705365">
                <a:tc>
                  <a:txBody>
                    <a:bodyPr/>
                    <a:lstStyle/>
                    <a:p>
                      <a:pPr marL="0" marR="0">
                        <a:lnSpc>
                          <a:spcPct val="115000"/>
                        </a:lnSpc>
                        <a:spcBef>
                          <a:spcPts val="0"/>
                        </a:spcBef>
                        <a:spcAft>
                          <a:spcPts val="0"/>
                        </a:spcAft>
                      </a:pPr>
                      <a:r>
                        <a:rPr lang="en-US" sz="1800" dirty="0">
                          <a:effectLst/>
                          <a:latin typeface="Times New Roman"/>
                          <a:ea typeface="Calibri"/>
                          <a:cs typeface="Times New Roman"/>
                        </a:rPr>
                        <a:t>Var02</a:t>
                      </a:r>
                      <a:endParaRPr lang="en-US" sz="1800" dirty="0">
                        <a:effectLst/>
                        <a:latin typeface="Calibri"/>
                        <a:ea typeface="Calibri"/>
                        <a:cs typeface="Times New Roman"/>
                      </a:endParaRPr>
                    </a:p>
                    <a:p>
                      <a:pPr marL="0" marR="0">
                        <a:lnSpc>
                          <a:spcPct val="115000"/>
                        </a:lnSpc>
                        <a:spcBef>
                          <a:spcPts val="0"/>
                        </a:spcBef>
                        <a:spcAft>
                          <a:spcPts val="0"/>
                        </a:spcAft>
                      </a:pPr>
                      <a:r>
                        <a:rPr lang="en-US" sz="1800" dirty="0" err="1">
                          <a:effectLst/>
                          <a:latin typeface="Times New Roman"/>
                          <a:ea typeface="Calibri"/>
                          <a:cs typeface="Times New Roman"/>
                        </a:rPr>
                        <a:t>NewTech</a:t>
                      </a:r>
                      <a:endParaRPr lang="en-US" sz="1800" dirty="0">
                        <a:effectLst/>
                        <a:latin typeface="Calibri"/>
                        <a:ea typeface="Calibri"/>
                        <a:cs typeface="Times New Roman"/>
                      </a:endParaRPr>
                    </a:p>
                  </a:txBody>
                  <a:tcPr marL="23207" marR="23207" marT="0" marB="0">
                    <a:lnL w="12700" cap="flat" cmpd="sng" algn="ctr">
                      <a:solidFill>
                        <a:srgbClr val="404040"/>
                      </a:solidFill>
                      <a:prstDash val="solid"/>
                      <a:round/>
                      <a:headEnd type="none" w="med" len="med"/>
                      <a:tailEnd type="none" w="med" len="med"/>
                    </a:lnL>
                    <a:lnR>
                      <a:noFill/>
                    </a:lnR>
                    <a:lnT w="12700" cap="flat" cmpd="sng" algn="ctr">
                      <a:solidFill>
                        <a:srgbClr val="404040"/>
                      </a:solidFill>
                      <a:prstDash val="solid"/>
                      <a:round/>
                      <a:headEnd type="none" w="med" len="med"/>
                      <a:tailEnd type="none" w="med" len="med"/>
                    </a:lnT>
                    <a:lnB w="12700" cap="flat" cmpd="sng" algn="ctr">
                      <a:solidFill>
                        <a:srgbClr val="404040"/>
                      </a:solidFill>
                      <a:prstDash val="solid"/>
                      <a:round/>
                      <a:headEnd type="none" w="med" len="med"/>
                      <a:tailEnd type="none" w="med" len="med"/>
                    </a:lnB>
                  </a:tcPr>
                </a:tc>
                <a:tc>
                  <a:txBody>
                    <a:bodyPr/>
                    <a:lstStyle/>
                    <a:p>
                      <a:pPr marL="0" marR="0">
                        <a:lnSpc>
                          <a:spcPct val="115000"/>
                        </a:lnSpc>
                        <a:spcBef>
                          <a:spcPts val="0"/>
                        </a:spcBef>
                        <a:spcAft>
                          <a:spcPts val="0"/>
                        </a:spcAft>
                      </a:pPr>
                      <a:r>
                        <a:rPr lang="en-US" sz="1800">
                          <a:effectLst/>
                          <a:latin typeface="Times New Roman"/>
                          <a:ea typeface="Calibri"/>
                          <a:cs typeface="Times New Roman"/>
                        </a:rPr>
                        <a:t>An indicator of whether or not the federally-funded R&amp;D project produced new technology</a:t>
                      </a:r>
                      <a:endParaRPr lang="en-US" sz="1800">
                        <a:effectLst/>
                        <a:latin typeface="Calibri"/>
                        <a:ea typeface="Calibri"/>
                        <a:cs typeface="Times New Roman"/>
                      </a:endParaRPr>
                    </a:p>
                  </a:txBody>
                  <a:tcPr marL="23207" marR="23207" marT="0" marB="0">
                    <a:lnL>
                      <a:noFill/>
                    </a:lnL>
                    <a:lnR>
                      <a:noFill/>
                    </a:lnR>
                    <a:lnT w="12700" cap="flat" cmpd="sng" algn="ctr">
                      <a:solidFill>
                        <a:srgbClr val="404040"/>
                      </a:solidFill>
                      <a:prstDash val="solid"/>
                      <a:round/>
                      <a:headEnd type="none" w="med" len="med"/>
                      <a:tailEnd type="none" w="med" len="med"/>
                    </a:lnT>
                    <a:lnB w="12700" cap="flat" cmpd="sng" algn="ctr">
                      <a:solidFill>
                        <a:srgbClr val="404040"/>
                      </a:solidFill>
                      <a:prstDash val="solid"/>
                      <a:round/>
                      <a:headEnd type="none" w="med" len="med"/>
                      <a:tailEnd type="none" w="med" len="med"/>
                    </a:lnB>
                  </a:tcPr>
                </a:tc>
                <a:tc>
                  <a:txBody>
                    <a:bodyPr/>
                    <a:lstStyle/>
                    <a:p>
                      <a:pPr marL="0" marR="0">
                        <a:lnSpc>
                          <a:spcPct val="115000"/>
                        </a:lnSpc>
                        <a:spcBef>
                          <a:spcPts val="0"/>
                        </a:spcBef>
                        <a:spcAft>
                          <a:spcPts val="0"/>
                        </a:spcAft>
                      </a:pPr>
                      <a:r>
                        <a:rPr lang="en-US" sz="1800" dirty="0" smtClean="0">
                          <a:effectLst/>
                          <a:latin typeface="Times New Roman"/>
                          <a:ea typeface="Calibri"/>
                          <a:cs typeface="Times New Roman"/>
                        </a:rPr>
                        <a:t>Nominal</a:t>
                      </a:r>
                    </a:p>
                    <a:p>
                      <a:pPr marL="0" marR="0">
                        <a:lnSpc>
                          <a:spcPct val="115000"/>
                        </a:lnSpc>
                        <a:spcBef>
                          <a:spcPts val="0"/>
                        </a:spcBef>
                        <a:spcAft>
                          <a:spcPts val="0"/>
                        </a:spcAft>
                      </a:pPr>
                      <a:r>
                        <a:rPr lang="en-US" sz="1800" dirty="0" smtClean="0">
                          <a:effectLst/>
                          <a:latin typeface="Times New Roman"/>
                          <a:ea typeface="Calibri"/>
                          <a:cs typeface="Times New Roman"/>
                        </a:rPr>
                        <a:t>0 </a:t>
                      </a:r>
                      <a:r>
                        <a:rPr lang="en-US" sz="1800" dirty="0">
                          <a:effectLst/>
                          <a:latin typeface="Times New Roman"/>
                          <a:ea typeface="Calibri"/>
                          <a:cs typeface="Times New Roman"/>
                        </a:rPr>
                        <a:t>= No technology produced</a:t>
                      </a:r>
                      <a:endParaRPr lang="en-US" sz="1800" dirty="0">
                        <a:effectLst/>
                        <a:latin typeface="Calibri"/>
                        <a:ea typeface="Calibri"/>
                        <a:cs typeface="Times New Roman"/>
                      </a:endParaRPr>
                    </a:p>
                    <a:p>
                      <a:pPr marL="0" marR="0">
                        <a:lnSpc>
                          <a:spcPct val="115000"/>
                        </a:lnSpc>
                        <a:spcBef>
                          <a:spcPts val="0"/>
                        </a:spcBef>
                        <a:spcAft>
                          <a:spcPts val="0"/>
                        </a:spcAft>
                      </a:pPr>
                      <a:r>
                        <a:rPr lang="en-US" sz="1800" dirty="0" smtClean="0">
                          <a:effectLst/>
                          <a:latin typeface="Times New Roman"/>
                          <a:ea typeface="Calibri"/>
                          <a:cs typeface="Times New Roman"/>
                        </a:rPr>
                        <a:t>1 </a:t>
                      </a:r>
                      <a:r>
                        <a:rPr lang="en-US" sz="1800" dirty="0">
                          <a:effectLst/>
                          <a:latin typeface="Times New Roman"/>
                          <a:ea typeface="Calibri"/>
                          <a:cs typeface="Times New Roman"/>
                        </a:rPr>
                        <a:t>= Technology produced</a:t>
                      </a:r>
                      <a:endParaRPr lang="en-US" sz="1800" dirty="0">
                        <a:effectLst/>
                        <a:latin typeface="Calibri"/>
                        <a:ea typeface="Calibri"/>
                        <a:cs typeface="Times New Roman"/>
                      </a:endParaRPr>
                    </a:p>
                  </a:txBody>
                  <a:tcPr marL="23207" marR="23207" marT="0" marB="0">
                    <a:lnL>
                      <a:noFill/>
                    </a:lnL>
                    <a:lnR w="12700" cap="flat" cmpd="sng" algn="ctr">
                      <a:solidFill>
                        <a:srgbClr val="404040"/>
                      </a:solidFill>
                      <a:prstDash val="solid"/>
                      <a:round/>
                      <a:headEnd type="none" w="med" len="med"/>
                      <a:tailEnd type="none" w="med" len="med"/>
                    </a:lnR>
                    <a:lnT w="12700" cap="flat" cmpd="sng" algn="ctr">
                      <a:solidFill>
                        <a:srgbClr val="404040"/>
                      </a:solidFill>
                      <a:prstDash val="solid"/>
                      <a:round/>
                      <a:headEnd type="none" w="med" len="med"/>
                      <a:tailEnd type="none" w="med" len="med"/>
                    </a:lnT>
                    <a:lnB w="12700" cap="flat" cmpd="sng" algn="ctr">
                      <a:solidFill>
                        <a:srgbClr val="404040"/>
                      </a:solidFill>
                      <a:prstDash val="solid"/>
                      <a:round/>
                      <a:headEnd type="none" w="med" len="med"/>
                      <a:tailEnd type="none" w="med" len="med"/>
                    </a:lnB>
                  </a:tcPr>
                </a:tc>
              </a:tr>
              <a:tr h="724395">
                <a:tc>
                  <a:txBody>
                    <a:bodyPr/>
                    <a:lstStyle/>
                    <a:p>
                      <a:pPr marL="0" marR="0">
                        <a:lnSpc>
                          <a:spcPct val="115000"/>
                        </a:lnSpc>
                        <a:spcBef>
                          <a:spcPts val="0"/>
                        </a:spcBef>
                        <a:spcAft>
                          <a:spcPts val="0"/>
                        </a:spcAft>
                      </a:pPr>
                      <a:r>
                        <a:rPr lang="en-US" sz="1800">
                          <a:effectLst/>
                          <a:latin typeface="Times New Roman"/>
                          <a:ea typeface="Calibri"/>
                          <a:cs typeface="Times New Roman"/>
                        </a:rPr>
                        <a:t>Var03</a:t>
                      </a:r>
                      <a:endParaRPr lang="en-US" sz="1800">
                        <a:effectLst/>
                        <a:latin typeface="Calibri"/>
                        <a:ea typeface="Calibri"/>
                        <a:cs typeface="Times New Roman"/>
                      </a:endParaRPr>
                    </a:p>
                    <a:p>
                      <a:pPr marL="0" marR="0">
                        <a:lnSpc>
                          <a:spcPct val="115000"/>
                        </a:lnSpc>
                        <a:spcBef>
                          <a:spcPts val="0"/>
                        </a:spcBef>
                        <a:spcAft>
                          <a:spcPts val="0"/>
                        </a:spcAft>
                      </a:pPr>
                      <a:r>
                        <a:rPr lang="en-US" sz="1800">
                          <a:effectLst/>
                          <a:latin typeface="Times New Roman"/>
                          <a:ea typeface="Calibri"/>
                          <a:cs typeface="Times New Roman"/>
                        </a:rPr>
                        <a:t>TechTran</a:t>
                      </a:r>
                      <a:endParaRPr lang="en-US" sz="1800">
                        <a:effectLst/>
                        <a:latin typeface="Calibri"/>
                        <a:ea typeface="Calibri"/>
                        <a:cs typeface="Times New Roman"/>
                      </a:endParaRPr>
                    </a:p>
                  </a:txBody>
                  <a:tcPr marL="23207" marR="23207" marT="0" marB="0">
                    <a:lnL w="12700" cap="flat" cmpd="sng" algn="ctr">
                      <a:solidFill>
                        <a:srgbClr val="404040"/>
                      </a:solidFill>
                      <a:prstDash val="solid"/>
                      <a:round/>
                      <a:headEnd type="none" w="med" len="med"/>
                      <a:tailEnd type="none" w="med" len="med"/>
                    </a:lnL>
                    <a:lnR>
                      <a:noFill/>
                    </a:lnR>
                    <a:lnT w="12700" cap="flat" cmpd="sng" algn="ctr">
                      <a:solidFill>
                        <a:srgbClr val="404040"/>
                      </a:solidFill>
                      <a:prstDash val="solid"/>
                      <a:round/>
                      <a:headEnd type="none" w="med" len="med"/>
                      <a:tailEnd type="none" w="med" len="med"/>
                    </a:lnT>
                    <a:lnB w="12700" cap="flat" cmpd="sng" algn="ctr">
                      <a:solidFill>
                        <a:srgbClr val="404040"/>
                      </a:solidFill>
                      <a:prstDash val="solid"/>
                      <a:round/>
                      <a:headEnd type="none" w="med" len="med"/>
                      <a:tailEnd type="none" w="med" len="med"/>
                    </a:lnB>
                    <a:solidFill>
                      <a:srgbClr val="C0C0C0"/>
                    </a:solidFill>
                  </a:tcPr>
                </a:tc>
                <a:tc>
                  <a:txBody>
                    <a:bodyPr/>
                    <a:lstStyle/>
                    <a:p>
                      <a:pPr marL="0" marR="0">
                        <a:lnSpc>
                          <a:spcPct val="115000"/>
                        </a:lnSpc>
                        <a:spcBef>
                          <a:spcPts val="0"/>
                        </a:spcBef>
                        <a:spcAft>
                          <a:spcPts val="0"/>
                        </a:spcAft>
                      </a:pPr>
                      <a:r>
                        <a:rPr lang="en-US" sz="1800">
                          <a:effectLst/>
                          <a:latin typeface="Times New Roman"/>
                          <a:ea typeface="Calibri"/>
                          <a:cs typeface="Times New Roman"/>
                        </a:rPr>
                        <a:t>A measure of whether or not the technology derived from each federally-funded R&amp;D project was transferred to the private sector.</a:t>
                      </a:r>
                      <a:endParaRPr lang="en-US" sz="1800">
                        <a:effectLst/>
                        <a:latin typeface="Calibri"/>
                        <a:ea typeface="Calibri"/>
                        <a:cs typeface="Times New Roman"/>
                      </a:endParaRPr>
                    </a:p>
                  </a:txBody>
                  <a:tcPr marL="23207" marR="23207" marT="0" marB="0">
                    <a:lnL>
                      <a:noFill/>
                    </a:lnL>
                    <a:lnR>
                      <a:noFill/>
                    </a:lnR>
                    <a:lnT w="12700" cap="flat" cmpd="sng" algn="ctr">
                      <a:solidFill>
                        <a:srgbClr val="404040"/>
                      </a:solidFill>
                      <a:prstDash val="solid"/>
                      <a:round/>
                      <a:headEnd type="none" w="med" len="med"/>
                      <a:tailEnd type="none" w="med" len="med"/>
                    </a:lnT>
                    <a:lnB w="12700" cap="flat" cmpd="sng" algn="ctr">
                      <a:solidFill>
                        <a:srgbClr val="404040"/>
                      </a:solidFill>
                      <a:prstDash val="solid"/>
                      <a:round/>
                      <a:headEnd type="none" w="med" len="med"/>
                      <a:tailEnd type="none" w="med" len="med"/>
                    </a:lnB>
                    <a:solidFill>
                      <a:srgbClr val="C0C0C0"/>
                    </a:solidFill>
                  </a:tcPr>
                </a:tc>
                <a:tc>
                  <a:txBody>
                    <a:bodyPr/>
                    <a:lstStyle/>
                    <a:p>
                      <a:pPr marL="0" marR="0">
                        <a:lnSpc>
                          <a:spcPct val="115000"/>
                        </a:lnSpc>
                        <a:spcBef>
                          <a:spcPts val="0"/>
                        </a:spcBef>
                        <a:spcAft>
                          <a:spcPts val="0"/>
                        </a:spcAft>
                      </a:pPr>
                      <a:r>
                        <a:rPr lang="en-US" sz="1800" dirty="0" smtClean="0">
                          <a:effectLst/>
                          <a:latin typeface="Times New Roman"/>
                          <a:ea typeface="Calibri"/>
                          <a:cs typeface="Times New Roman"/>
                        </a:rPr>
                        <a:t>Nominal</a:t>
                      </a:r>
                    </a:p>
                    <a:p>
                      <a:pPr marL="0" marR="0">
                        <a:lnSpc>
                          <a:spcPct val="115000"/>
                        </a:lnSpc>
                        <a:spcBef>
                          <a:spcPts val="0"/>
                        </a:spcBef>
                        <a:spcAft>
                          <a:spcPts val="0"/>
                        </a:spcAft>
                      </a:pPr>
                      <a:r>
                        <a:rPr lang="en-US" sz="1800" dirty="0" smtClean="0">
                          <a:effectLst/>
                          <a:latin typeface="Times New Roman"/>
                          <a:ea typeface="Calibri"/>
                          <a:cs typeface="Times New Roman"/>
                        </a:rPr>
                        <a:t>0 </a:t>
                      </a:r>
                      <a:r>
                        <a:rPr lang="en-US" sz="1800" dirty="0">
                          <a:effectLst/>
                          <a:latin typeface="Times New Roman"/>
                          <a:ea typeface="Calibri"/>
                          <a:cs typeface="Times New Roman"/>
                        </a:rPr>
                        <a:t>= </a:t>
                      </a:r>
                      <a:r>
                        <a:rPr lang="en-US" sz="1800" dirty="0" smtClean="0">
                          <a:effectLst/>
                          <a:latin typeface="Times New Roman"/>
                          <a:ea typeface="Calibri"/>
                          <a:cs typeface="Times New Roman"/>
                        </a:rPr>
                        <a:t>Technology NOT transferred</a:t>
                      </a:r>
                      <a:endParaRPr lang="en-US" sz="1800" dirty="0">
                        <a:effectLst/>
                        <a:latin typeface="Calibri"/>
                        <a:ea typeface="Calibri"/>
                        <a:cs typeface="Times New Roman"/>
                      </a:endParaRPr>
                    </a:p>
                    <a:p>
                      <a:pPr marL="0" marR="0">
                        <a:lnSpc>
                          <a:spcPct val="115000"/>
                        </a:lnSpc>
                        <a:spcBef>
                          <a:spcPts val="0"/>
                        </a:spcBef>
                        <a:spcAft>
                          <a:spcPts val="0"/>
                        </a:spcAft>
                      </a:pPr>
                      <a:r>
                        <a:rPr lang="en-US" sz="1800" dirty="0" smtClean="0">
                          <a:effectLst/>
                          <a:latin typeface="Times New Roman"/>
                          <a:ea typeface="Calibri"/>
                          <a:cs typeface="Times New Roman"/>
                        </a:rPr>
                        <a:t>1 </a:t>
                      </a:r>
                      <a:r>
                        <a:rPr lang="en-US" sz="1800" dirty="0">
                          <a:effectLst/>
                          <a:latin typeface="Times New Roman"/>
                          <a:ea typeface="Calibri"/>
                          <a:cs typeface="Times New Roman"/>
                        </a:rPr>
                        <a:t>= Technology transferred</a:t>
                      </a:r>
                      <a:endParaRPr lang="en-US" sz="1800" dirty="0">
                        <a:effectLst/>
                        <a:latin typeface="Calibri"/>
                        <a:ea typeface="Calibri"/>
                        <a:cs typeface="Times New Roman"/>
                      </a:endParaRPr>
                    </a:p>
                  </a:txBody>
                  <a:tcPr marL="23207" marR="23207" marT="0" marB="0">
                    <a:lnL>
                      <a:noFill/>
                    </a:lnL>
                    <a:lnR w="12700" cap="flat" cmpd="sng" algn="ctr">
                      <a:solidFill>
                        <a:srgbClr val="404040"/>
                      </a:solidFill>
                      <a:prstDash val="solid"/>
                      <a:round/>
                      <a:headEnd type="none" w="med" len="med"/>
                      <a:tailEnd type="none" w="med" len="med"/>
                    </a:lnR>
                    <a:lnT w="12700" cap="flat" cmpd="sng" algn="ctr">
                      <a:solidFill>
                        <a:srgbClr val="404040"/>
                      </a:solidFill>
                      <a:prstDash val="solid"/>
                      <a:round/>
                      <a:headEnd type="none" w="med" len="med"/>
                      <a:tailEnd type="none" w="med" len="med"/>
                    </a:lnT>
                    <a:lnB w="12700" cap="flat" cmpd="sng" algn="ctr">
                      <a:solidFill>
                        <a:srgbClr val="404040"/>
                      </a:solidFill>
                      <a:prstDash val="solid"/>
                      <a:round/>
                      <a:headEnd type="none" w="med" len="med"/>
                      <a:tailEnd type="none" w="med" len="med"/>
                    </a:lnB>
                    <a:solidFill>
                      <a:srgbClr val="C0C0C0"/>
                    </a:solidFill>
                  </a:tcPr>
                </a:tc>
              </a:tr>
              <a:tr h="405471">
                <a:tc>
                  <a:txBody>
                    <a:bodyPr/>
                    <a:lstStyle/>
                    <a:p>
                      <a:pPr marL="0" marR="0">
                        <a:lnSpc>
                          <a:spcPct val="115000"/>
                        </a:lnSpc>
                        <a:spcBef>
                          <a:spcPts val="0"/>
                        </a:spcBef>
                        <a:spcAft>
                          <a:spcPts val="0"/>
                        </a:spcAft>
                      </a:pPr>
                      <a:r>
                        <a:rPr lang="en-US" sz="1800">
                          <a:effectLst/>
                          <a:latin typeface="Times New Roman"/>
                          <a:ea typeface="Calibri"/>
                          <a:cs typeface="Times New Roman"/>
                        </a:rPr>
                        <a:t>Var04</a:t>
                      </a:r>
                      <a:endParaRPr lang="en-US" sz="1800">
                        <a:effectLst/>
                        <a:latin typeface="Calibri"/>
                        <a:ea typeface="Calibri"/>
                        <a:cs typeface="Times New Roman"/>
                      </a:endParaRPr>
                    </a:p>
                    <a:p>
                      <a:pPr marL="0" marR="0">
                        <a:lnSpc>
                          <a:spcPct val="115000"/>
                        </a:lnSpc>
                        <a:spcBef>
                          <a:spcPts val="0"/>
                        </a:spcBef>
                        <a:spcAft>
                          <a:spcPts val="0"/>
                        </a:spcAft>
                      </a:pPr>
                      <a:r>
                        <a:rPr lang="en-US" sz="1800">
                          <a:effectLst/>
                          <a:latin typeface="Times New Roman"/>
                          <a:ea typeface="Calibri"/>
                          <a:cs typeface="Times New Roman"/>
                        </a:rPr>
                        <a:t>TRL</a:t>
                      </a:r>
                      <a:endParaRPr lang="en-US" sz="1800">
                        <a:effectLst/>
                        <a:latin typeface="Calibri"/>
                        <a:ea typeface="Calibri"/>
                        <a:cs typeface="Times New Roman"/>
                      </a:endParaRPr>
                    </a:p>
                  </a:txBody>
                  <a:tcPr marL="23207" marR="23207" marT="0" marB="0">
                    <a:lnL w="12700" cap="flat" cmpd="sng" algn="ctr">
                      <a:solidFill>
                        <a:srgbClr val="404040"/>
                      </a:solidFill>
                      <a:prstDash val="solid"/>
                      <a:round/>
                      <a:headEnd type="none" w="med" len="med"/>
                      <a:tailEnd type="none" w="med" len="med"/>
                    </a:lnL>
                    <a:lnR>
                      <a:noFill/>
                    </a:lnR>
                    <a:lnT w="12700" cap="flat" cmpd="sng" algn="ctr">
                      <a:solidFill>
                        <a:srgbClr val="404040"/>
                      </a:solidFill>
                      <a:prstDash val="solid"/>
                      <a:round/>
                      <a:headEnd type="none" w="med" len="med"/>
                      <a:tailEnd type="none" w="med" len="med"/>
                    </a:lnT>
                    <a:lnB w="12700" cap="flat" cmpd="sng" algn="ctr">
                      <a:solidFill>
                        <a:srgbClr val="404040"/>
                      </a:solidFill>
                      <a:prstDash val="solid"/>
                      <a:round/>
                      <a:headEnd type="none" w="med" len="med"/>
                      <a:tailEnd type="none" w="med" len="med"/>
                    </a:lnB>
                  </a:tcPr>
                </a:tc>
                <a:tc>
                  <a:txBody>
                    <a:bodyPr/>
                    <a:lstStyle/>
                    <a:p>
                      <a:pPr marL="0" marR="0">
                        <a:lnSpc>
                          <a:spcPct val="115000"/>
                        </a:lnSpc>
                        <a:spcBef>
                          <a:spcPts val="0"/>
                        </a:spcBef>
                        <a:spcAft>
                          <a:spcPts val="0"/>
                        </a:spcAft>
                      </a:pPr>
                      <a:r>
                        <a:rPr lang="en-US" sz="1800">
                          <a:effectLst/>
                          <a:latin typeface="Times New Roman"/>
                          <a:ea typeface="Calibri"/>
                          <a:cs typeface="Times New Roman"/>
                        </a:rPr>
                        <a:t>A measure of the development stage of the federally-funded R&amp;D project.</a:t>
                      </a:r>
                      <a:endParaRPr lang="en-US" sz="1800">
                        <a:effectLst/>
                        <a:latin typeface="Calibri"/>
                        <a:ea typeface="Calibri"/>
                        <a:cs typeface="Times New Roman"/>
                      </a:endParaRPr>
                    </a:p>
                  </a:txBody>
                  <a:tcPr marL="23207" marR="23207" marT="0" marB="0">
                    <a:lnL>
                      <a:noFill/>
                    </a:lnL>
                    <a:lnR>
                      <a:noFill/>
                    </a:lnR>
                    <a:lnT w="12700" cap="flat" cmpd="sng" algn="ctr">
                      <a:solidFill>
                        <a:srgbClr val="404040"/>
                      </a:solidFill>
                      <a:prstDash val="solid"/>
                      <a:round/>
                      <a:headEnd type="none" w="med" len="med"/>
                      <a:tailEnd type="none" w="med" len="med"/>
                    </a:lnT>
                    <a:lnB w="12700" cap="flat" cmpd="sng" algn="ctr">
                      <a:solidFill>
                        <a:srgbClr val="404040"/>
                      </a:solidFill>
                      <a:prstDash val="solid"/>
                      <a:round/>
                      <a:headEnd type="none" w="med" len="med"/>
                      <a:tailEnd type="none" w="med" len="med"/>
                    </a:lnB>
                  </a:tcPr>
                </a:tc>
                <a:tc>
                  <a:txBody>
                    <a:bodyPr/>
                    <a:lstStyle/>
                    <a:p>
                      <a:pPr marL="0" marR="0">
                        <a:lnSpc>
                          <a:spcPct val="115000"/>
                        </a:lnSpc>
                        <a:spcBef>
                          <a:spcPts val="0"/>
                        </a:spcBef>
                        <a:spcAft>
                          <a:spcPts val="0"/>
                        </a:spcAft>
                      </a:pPr>
                      <a:r>
                        <a:rPr lang="en-US" sz="1800" dirty="0" smtClean="0">
                          <a:effectLst/>
                          <a:latin typeface="Times New Roman"/>
                          <a:ea typeface="Calibri"/>
                          <a:cs typeface="Times New Roman"/>
                        </a:rPr>
                        <a:t>Ordinal</a:t>
                      </a:r>
                    </a:p>
                    <a:p>
                      <a:pPr marL="0" marR="0">
                        <a:lnSpc>
                          <a:spcPct val="115000"/>
                        </a:lnSpc>
                        <a:spcBef>
                          <a:spcPts val="0"/>
                        </a:spcBef>
                        <a:spcAft>
                          <a:spcPts val="0"/>
                        </a:spcAft>
                      </a:pPr>
                      <a:r>
                        <a:rPr lang="en-US" sz="1800" dirty="0" smtClean="0">
                          <a:effectLst/>
                          <a:latin typeface="Times New Roman"/>
                          <a:ea typeface="Calibri"/>
                          <a:cs typeface="Times New Roman"/>
                        </a:rPr>
                        <a:t>Integer </a:t>
                      </a:r>
                      <a:r>
                        <a:rPr lang="en-US" sz="1800" dirty="0">
                          <a:effectLst/>
                          <a:latin typeface="Times New Roman"/>
                          <a:ea typeface="Calibri"/>
                          <a:cs typeface="Times New Roman"/>
                        </a:rPr>
                        <a:t>values from </a:t>
                      </a:r>
                      <a:r>
                        <a:rPr lang="en-US" sz="1800" dirty="0" smtClean="0">
                          <a:effectLst/>
                          <a:latin typeface="Times New Roman"/>
                          <a:ea typeface="Calibri"/>
                          <a:cs typeface="Times New Roman"/>
                        </a:rPr>
                        <a:t>1 </a:t>
                      </a:r>
                      <a:r>
                        <a:rPr lang="en-US" sz="1800" dirty="0">
                          <a:effectLst/>
                          <a:latin typeface="Times New Roman"/>
                          <a:ea typeface="Calibri"/>
                          <a:cs typeface="Times New Roman"/>
                        </a:rPr>
                        <a:t>to 9</a:t>
                      </a:r>
                      <a:endParaRPr lang="en-US" sz="1800" dirty="0">
                        <a:effectLst/>
                        <a:latin typeface="Calibri"/>
                        <a:ea typeface="Calibri"/>
                        <a:cs typeface="Times New Roman"/>
                      </a:endParaRPr>
                    </a:p>
                  </a:txBody>
                  <a:tcPr marL="23207" marR="23207" marT="0" marB="0">
                    <a:lnL>
                      <a:noFill/>
                    </a:lnL>
                    <a:lnR w="12700" cap="flat" cmpd="sng" algn="ctr">
                      <a:solidFill>
                        <a:srgbClr val="404040"/>
                      </a:solidFill>
                      <a:prstDash val="solid"/>
                      <a:round/>
                      <a:headEnd type="none" w="med" len="med"/>
                      <a:tailEnd type="none" w="med" len="med"/>
                    </a:lnR>
                    <a:lnT w="12700" cap="flat" cmpd="sng" algn="ctr">
                      <a:solidFill>
                        <a:srgbClr val="404040"/>
                      </a:solidFill>
                      <a:prstDash val="solid"/>
                      <a:round/>
                      <a:headEnd type="none" w="med" len="med"/>
                      <a:tailEnd type="none" w="med" len="med"/>
                    </a:lnT>
                    <a:lnB w="12700" cap="flat" cmpd="sng" algn="ctr">
                      <a:solidFill>
                        <a:srgbClr val="404040"/>
                      </a:solidFill>
                      <a:prstDash val="solid"/>
                      <a:round/>
                      <a:headEnd type="none" w="med" len="med"/>
                      <a:tailEnd type="none" w="med" len="med"/>
                    </a:lnB>
                  </a:tcPr>
                </a:tc>
              </a:tr>
              <a:tr h="432435">
                <a:tc>
                  <a:txBody>
                    <a:bodyPr/>
                    <a:lstStyle/>
                    <a:p>
                      <a:pPr marL="0" marR="0">
                        <a:lnSpc>
                          <a:spcPct val="115000"/>
                        </a:lnSpc>
                        <a:spcBef>
                          <a:spcPts val="0"/>
                        </a:spcBef>
                        <a:spcAft>
                          <a:spcPts val="0"/>
                        </a:spcAft>
                      </a:pPr>
                      <a:r>
                        <a:rPr lang="en-US" sz="1800">
                          <a:effectLst/>
                          <a:latin typeface="Times New Roman"/>
                          <a:ea typeface="Calibri"/>
                          <a:cs typeface="Times New Roman"/>
                        </a:rPr>
                        <a:t>Var05</a:t>
                      </a:r>
                      <a:endParaRPr lang="en-US" sz="1800">
                        <a:effectLst/>
                        <a:latin typeface="Calibri"/>
                        <a:ea typeface="Calibri"/>
                        <a:cs typeface="Times New Roman"/>
                      </a:endParaRPr>
                    </a:p>
                    <a:p>
                      <a:pPr marL="0" marR="0">
                        <a:lnSpc>
                          <a:spcPct val="115000"/>
                        </a:lnSpc>
                        <a:spcBef>
                          <a:spcPts val="0"/>
                        </a:spcBef>
                        <a:spcAft>
                          <a:spcPts val="0"/>
                        </a:spcAft>
                      </a:pPr>
                      <a:r>
                        <a:rPr lang="en-US" sz="1800">
                          <a:effectLst/>
                          <a:latin typeface="Times New Roman"/>
                          <a:ea typeface="Calibri"/>
                          <a:cs typeface="Times New Roman"/>
                        </a:rPr>
                        <a:t>Distance</a:t>
                      </a:r>
                      <a:endParaRPr lang="en-US" sz="1800">
                        <a:effectLst/>
                        <a:latin typeface="Calibri"/>
                        <a:ea typeface="Calibri"/>
                        <a:cs typeface="Times New Roman"/>
                      </a:endParaRPr>
                    </a:p>
                  </a:txBody>
                  <a:tcPr marL="23207" marR="23207" marT="0" marB="0">
                    <a:lnL w="12700" cap="flat" cmpd="sng" algn="ctr">
                      <a:solidFill>
                        <a:srgbClr val="404040"/>
                      </a:solidFill>
                      <a:prstDash val="solid"/>
                      <a:round/>
                      <a:headEnd type="none" w="med" len="med"/>
                      <a:tailEnd type="none" w="med" len="med"/>
                    </a:lnL>
                    <a:lnR>
                      <a:noFill/>
                    </a:lnR>
                    <a:lnT w="12700" cap="flat" cmpd="sng" algn="ctr">
                      <a:solidFill>
                        <a:srgbClr val="404040"/>
                      </a:solidFill>
                      <a:prstDash val="solid"/>
                      <a:round/>
                      <a:headEnd type="none" w="med" len="med"/>
                      <a:tailEnd type="none" w="med" len="med"/>
                    </a:lnT>
                    <a:lnB w="12700" cap="flat" cmpd="sng" algn="ctr">
                      <a:solidFill>
                        <a:srgbClr val="404040"/>
                      </a:solidFill>
                      <a:prstDash val="solid"/>
                      <a:round/>
                      <a:headEnd type="none" w="med" len="med"/>
                      <a:tailEnd type="none" w="med" len="med"/>
                    </a:lnB>
                    <a:solidFill>
                      <a:srgbClr val="C0C0C0"/>
                    </a:solidFill>
                  </a:tcPr>
                </a:tc>
                <a:tc>
                  <a:txBody>
                    <a:bodyPr/>
                    <a:lstStyle/>
                    <a:p>
                      <a:pPr marL="0" marR="0">
                        <a:lnSpc>
                          <a:spcPct val="115000"/>
                        </a:lnSpc>
                        <a:spcBef>
                          <a:spcPts val="0"/>
                        </a:spcBef>
                        <a:spcAft>
                          <a:spcPts val="0"/>
                        </a:spcAft>
                      </a:pPr>
                      <a:r>
                        <a:rPr lang="en-US" sz="1800">
                          <a:effectLst/>
                          <a:latin typeface="Times New Roman"/>
                          <a:ea typeface="Calibri"/>
                          <a:cs typeface="Times New Roman"/>
                        </a:rPr>
                        <a:t>A measure of spatial distance to between where the federally-funded R&amp;D project was conducted and the nearest city.</a:t>
                      </a:r>
                      <a:endParaRPr lang="en-US" sz="1800">
                        <a:effectLst/>
                        <a:latin typeface="Calibri"/>
                        <a:ea typeface="Calibri"/>
                        <a:cs typeface="Times New Roman"/>
                      </a:endParaRPr>
                    </a:p>
                  </a:txBody>
                  <a:tcPr marL="23207" marR="23207" marT="0" marB="0">
                    <a:lnL>
                      <a:noFill/>
                    </a:lnL>
                    <a:lnR>
                      <a:noFill/>
                    </a:lnR>
                    <a:lnT w="12700" cap="flat" cmpd="sng" algn="ctr">
                      <a:solidFill>
                        <a:srgbClr val="404040"/>
                      </a:solidFill>
                      <a:prstDash val="solid"/>
                      <a:round/>
                      <a:headEnd type="none" w="med" len="med"/>
                      <a:tailEnd type="none" w="med" len="med"/>
                    </a:lnT>
                    <a:lnB w="12700" cap="flat" cmpd="sng" algn="ctr">
                      <a:solidFill>
                        <a:srgbClr val="404040"/>
                      </a:solidFill>
                      <a:prstDash val="solid"/>
                      <a:round/>
                      <a:headEnd type="none" w="med" len="med"/>
                      <a:tailEnd type="none" w="med" len="med"/>
                    </a:lnB>
                    <a:solidFill>
                      <a:srgbClr val="C0C0C0"/>
                    </a:solidFill>
                  </a:tcPr>
                </a:tc>
                <a:tc>
                  <a:txBody>
                    <a:bodyPr/>
                    <a:lstStyle/>
                    <a:p>
                      <a:pPr marL="0" marR="0">
                        <a:lnSpc>
                          <a:spcPct val="115000"/>
                        </a:lnSpc>
                        <a:spcBef>
                          <a:spcPts val="0"/>
                        </a:spcBef>
                        <a:spcAft>
                          <a:spcPts val="0"/>
                        </a:spcAft>
                      </a:pPr>
                      <a:r>
                        <a:rPr lang="en-US" sz="1800" dirty="0" smtClean="0">
                          <a:effectLst/>
                          <a:latin typeface="Times New Roman"/>
                          <a:ea typeface="Calibri"/>
                          <a:cs typeface="Times New Roman"/>
                        </a:rPr>
                        <a:t>Ratio</a:t>
                      </a:r>
                    </a:p>
                    <a:p>
                      <a:pPr marL="0" marR="0">
                        <a:lnSpc>
                          <a:spcPct val="115000"/>
                        </a:lnSpc>
                        <a:spcBef>
                          <a:spcPts val="0"/>
                        </a:spcBef>
                        <a:spcAft>
                          <a:spcPts val="0"/>
                        </a:spcAft>
                      </a:pPr>
                      <a:r>
                        <a:rPr lang="en-US" sz="1800" dirty="0" smtClean="0">
                          <a:effectLst/>
                          <a:latin typeface="Times New Roman"/>
                          <a:ea typeface="Calibri"/>
                          <a:cs typeface="Times New Roman"/>
                        </a:rPr>
                        <a:t>Continuous values from 0 </a:t>
                      </a:r>
                      <a:r>
                        <a:rPr lang="en-US" sz="1800" dirty="0">
                          <a:effectLst/>
                          <a:latin typeface="Times New Roman"/>
                          <a:ea typeface="Calibri"/>
                          <a:cs typeface="Times New Roman"/>
                        </a:rPr>
                        <a:t>to ∞</a:t>
                      </a:r>
                      <a:endParaRPr lang="en-US" sz="1800" dirty="0">
                        <a:effectLst/>
                        <a:latin typeface="Calibri"/>
                        <a:ea typeface="Calibri"/>
                        <a:cs typeface="Times New Roman"/>
                      </a:endParaRPr>
                    </a:p>
                  </a:txBody>
                  <a:tcPr marL="23207" marR="23207" marT="0" marB="0">
                    <a:lnL>
                      <a:noFill/>
                    </a:lnL>
                    <a:lnR w="12700" cap="flat" cmpd="sng" algn="ctr">
                      <a:solidFill>
                        <a:srgbClr val="404040"/>
                      </a:solidFill>
                      <a:prstDash val="solid"/>
                      <a:round/>
                      <a:headEnd type="none" w="med" len="med"/>
                      <a:tailEnd type="none" w="med" len="med"/>
                    </a:lnR>
                    <a:lnT w="12700" cap="flat" cmpd="sng" algn="ctr">
                      <a:solidFill>
                        <a:srgbClr val="404040"/>
                      </a:solidFill>
                      <a:prstDash val="solid"/>
                      <a:round/>
                      <a:headEnd type="none" w="med" len="med"/>
                      <a:tailEnd type="none" w="med" len="med"/>
                    </a:lnT>
                    <a:lnB w="12700" cap="flat" cmpd="sng" algn="ctr">
                      <a:solidFill>
                        <a:srgbClr val="404040"/>
                      </a:solidFill>
                      <a:prstDash val="solid"/>
                      <a:round/>
                      <a:headEnd type="none" w="med" len="med"/>
                      <a:tailEnd type="none" w="med" len="med"/>
                    </a:lnB>
                    <a:solidFill>
                      <a:srgbClr val="C0C0C0"/>
                    </a:solidFill>
                  </a:tcPr>
                </a:tc>
              </a:tr>
            </a:tbl>
          </a:graphicData>
        </a:graphic>
      </p:graphicFrame>
    </p:spTree>
    <p:extLst>
      <p:ext uri="{BB962C8B-B14F-4D97-AF65-F5344CB8AC3E}">
        <p14:creationId xmlns:p14="http://schemas.microsoft.com/office/powerpoint/2010/main" val="3137416264"/>
      </p:ext>
    </p:extLst>
  </p:cSld>
  <p:clrMapOvr>
    <a:masterClrMapping/>
  </p:clrMapOvr>
  <p:timing>
    <p:tnLst>
      <p:par>
        <p:cTn id="1" dur="indefinite" restart="never" nodeType="tmRoot"/>
      </p:par>
    </p:tn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1"/>
          <p:cNvGraphicFramePr>
            <a:graphicFrameLocks noGrp="1"/>
          </p:cNvGraphicFramePr>
          <p:nvPr>
            <p:extLst>
              <p:ext uri="{D42A27DB-BD31-4B8C-83A1-F6EECF244321}">
                <p14:modId xmlns:p14="http://schemas.microsoft.com/office/powerpoint/2010/main" val="2746778838"/>
              </p:ext>
            </p:extLst>
          </p:nvPr>
        </p:nvGraphicFramePr>
        <p:xfrm>
          <a:off x="228600" y="147266"/>
          <a:ext cx="8686800" cy="5047488"/>
        </p:xfrm>
        <a:graphic>
          <a:graphicData uri="http://schemas.openxmlformats.org/drawingml/2006/table">
            <a:tbl>
              <a:tblPr firstRow="1" firstCol="1" bandRow="1"/>
              <a:tblGrid>
                <a:gridCol w="1531918"/>
                <a:gridCol w="4046516"/>
                <a:gridCol w="3108366"/>
              </a:tblGrid>
              <a:tr h="563377">
                <a:tc>
                  <a:txBody>
                    <a:bodyPr/>
                    <a:lstStyle/>
                    <a:p>
                      <a:pPr marL="0" marR="0">
                        <a:lnSpc>
                          <a:spcPct val="115000"/>
                        </a:lnSpc>
                        <a:spcBef>
                          <a:spcPts val="0"/>
                        </a:spcBef>
                        <a:spcAft>
                          <a:spcPts val="0"/>
                        </a:spcAft>
                      </a:pPr>
                      <a:r>
                        <a:rPr lang="en-US" sz="1800" b="1" dirty="0" smtClean="0">
                          <a:solidFill>
                            <a:srgbClr val="FFFFFF"/>
                          </a:solidFill>
                          <a:effectLst/>
                          <a:latin typeface="Times New Roman"/>
                          <a:ea typeface="Calibri"/>
                          <a:cs typeface="Times New Roman"/>
                        </a:rPr>
                        <a:t>Var. </a:t>
                      </a:r>
                      <a:r>
                        <a:rPr lang="en-US" sz="1800" b="1" dirty="0">
                          <a:solidFill>
                            <a:srgbClr val="FFFFFF"/>
                          </a:solidFill>
                          <a:effectLst/>
                          <a:latin typeface="Times New Roman"/>
                          <a:ea typeface="Calibri"/>
                          <a:cs typeface="Times New Roman"/>
                        </a:rPr>
                        <a:t>Name</a:t>
                      </a:r>
                      <a:endParaRPr lang="en-US" sz="1800" dirty="0">
                        <a:effectLst/>
                        <a:latin typeface="Calibri"/>
                        <a:ea typeface="Calibri"/>
                        <a:cs typeface="Times New Roman"/>
                      </a:endParaRPr>
                    </a:p>
                    <a:p>
                      <a:pPr marL="0" marR="0">
                        <a:lnSpc>
                          <a:spcPct val="115000"/>
                        </a:lnSpc>
                        <a:spcBef>
                          <a:spcPts val="0"/>
                        </a:spcBef>
                        <a:spcAft>
                          <a:spcPts val="0"/>
                        </a:spcAft>
                      </a:pPr>
                      <a:r>
                        <a:rPr lang="en-US" sz="1800" b="1" dirty="0" smtClean="0">
                          <a:solidFill>
                            <a:srgbClr val="FFFFFF"/>
                          </a:solidFill>
                          <a:effectLst/>
                          <a:latin typeface="Times New Roman"/>
                          <a:ea typeface="Calibri"/>
                          <a:cs typeface="Times New Roman"/>
                        </a:rPr>
                        <a:t>Var. </a:t>
                      </a:r>
                      <a:r>
                        <a:rPr lang="en-US" sz="1800" b="1" dirty="0">
                          <a:solidFill>
                            <a:srgbClr val="FFFFFF"/>
                          </a:solidFill>
                          <a:effectLst/>
                          <a:latin typeface="Times New Roman"/>
                          <a:ea typeface="Calibri"/>
                          <a:cs typeface="Times New Roman"/>
                        </a:rPr>
                        <a:t>Label</a:t>
                      </a:r>
                      <a:endParaRPr lang="en-US" sz="1800" dirty="0">
                        <a:effectLst/>
                        <a:latin typeface="Calibri"/>
                        <a:ea typeface="Calibri"/>
                        <a:cs typeface="Times New Roman"/>
                      </a:endParaRPr>
                    </a:p>
                  </a:txBody>
                  <a:tcPr marL="23207" marR="23207" marT="0" marB="0" anchor="b">
                    <a:lnL w="12700" cap="flat" cmpd="sng" algn="ctr">
                      <a:solidFill>
                        <a:srgbClr val="404040"/>
                      </a:solidFill>
                      <a:prstDash val="solid"/>
                      <a:round/>
                      <a:headEnd type="none" w="med" len="med"/>
                      <a:tailEnd type="none" w="med" len="med"/>
                    </a:lnL>
                    <a:lnR>
                      <a:noFill/>
                    </a:lnR>
                    <a:lnT w="12700" cap="flat" cmpd="sng" algn="ctr">
                      <a:solidFill>
                        <a:srgbClr val="404040"/>
                      </a:solidFill>
                      <a:prstDash val="solid"/>
                      <a:round/>
                      <a:headEnd type="none" w="med" len="med"/>
                      <a:tailEnd type="none" w="med" len="med"/>
                    </a:lnT>
                    <a:lnB w="12700" cap="flat" cmpd="sng" algn="ctr">
                      <a:solidFill>
                        <a:srgbClr val="404040"/>
                      </a:solidFill>
                      <a:prstDash val="solid"/>
                      <a:round/>
                      <a:headEnd type="none" w="med" len="med"/>
                      <a:tailEnd type="none" w="med" len="med"/>
                    </a:lnB>
                    <a:solidFill>
                      <a:srgbClr val="000000"/>
                    </a:solidFill>
                  </a:tcPr>
                </a:tc>
                <a:tc>
                  <a:txBody>
                    <a:bodyPr/>
                    <a:lstStyle/>
                    <a:p>
                      <a:pPr marL="0" marR="0">
                        <a:lnSpc>
                          <a:spcPct val="115000"/>
                        </a:lnSpc>
                        <a:spcBef>
                          <a:spcPts val="0"/>
                        </a:spcBef>
                        <a:spcAft>
                          <a:spcPts val="0"/>
                        </a:spcAft>
                      </a:pPr>
                      <a:r>
                        <a:rPr lang="en-US" sz="1800" b="1">
                          <a:solidFill>
                            <a:srgbClr val="FFFFFF"/>
                          </a:solidFill>
                          <a:effectLst/>
                          <a:latin typeface="Times New Roman"/>
                          <a:ea typeface="Calibri"/>
                          <a:cs typeface="Times New Roman"/>
                        </a:rPr>
                        <a:t>Description</a:t>
                      </a:r>
                      <a:endParaRPr lang="en-US" sz="1800">
                        <a:effectLst/>
                        <a:latin typeface="Calibri"/>
                        <a:ea typeface="Calibri"/>
                        <a:cs typeface="Times New Roman"/>
                      </a:endParaRPr>
                    </a:p>
                  </a:txBody>
                  <a:tcPr marL="23207" marR="23207" marT="0" marB="0" anchor="b">
                    <a:lnL>
                      <a:noFill/>
                    </a:lnL>
                    <a:lnR>
                      <a:noFill/>
                    </a:lnR>
                    <a:lnT w="12700" cap="flat" cmpd="sng" algn="ctr">
                      <a:solidFill>
                        <a:srgbClr val="404040"/>
                      </a:solidFill>
                      <a:prstDash val="solid"/>
                      <a:round/>
                      <a:headEnd type="none" w="med" len="med"/>
                      <a:tailEnd type="none" w="med" len="med"/>
                    </a:lnT>
                    <a:lnB w="12700" cap="flat" cmpd="sng" algn="ctr">
                      <a:solidFill>
                        <a:srgbClr val="404040"/>
                      </a:solidFill>
                      <a:prstDash val="solid"/>
                      <a:round/>
                      <a:headEnd type="none" w="med" len="med"/>
                      <a:tailEnd type="none" w="med" len="med"/>
                    </a:lnB>
                    <a:solidFill>
                      <a:srgbClr val="000000"/>
                    </a:solidFill>
                  </a:tcPr>
                </a:tc>
                <a:tc>
                  <a:txBody>
                    <a:bodyPr/>
                    <a:lstStyle/>
                    <a:p>
                      <a:pPr marL="0" marR="0">
                        <a:lnSpc>
                          <a:spcPct val="115000"/>
                        </a:lnSpc>
                        <a:spcBef>
                          <a:spcPts val="0"/>
                        </a:spcBef>
                        <a:spcAft>
                          <a:spcPts val="0"/>
                        </a:spcAft>
                      </a:pPr>
                      <a:r>
                        <a:rPr lang="en-US" sz="1800" b="1" dirty="0" smtClean="0">
                          <a:solidFill>
                            <a:srgbClr val="FFFFFF"/>
                          </a:solidFill>
                          <a:effectLst/>
                          <a:latin typeface="Times New Roman"/>
                          <a:ea typeface="Calibri"/>
                          <a:cs typeface="Times New Roman"/>
                        </a:rPr>
                        <a:t>Level of Measurement</a:t>
                      </a:r>
                    </a:p>
                    <a:p>
                      <a:pPr marL="0" marR="0">
                        <a:lnSpc>
                          <a:spcPct val="115000"/>
                        </a:lnSpc>
                        <a:spcBef>
                          <a:spcPts val="0"/>
                        </a:spcBef>
                        <a:spcAft>
                          <a:spcPts val="0"/>
                        </a:spcAft>
                      </a:pPr>
                      <a:r>
                        <a:rPr lang="en-US" sz="1800" b="1" dirty="0" smtClean="0">
                          <a:solidFill>
                            <a:srgbClr val="FFFFFF"/>
                          </a:solidFill>
                          <a:effectLst/>
                          <a:latin typeface="Times New Roman"/>
                          <a:ea typeface="Calibri"/>
                          <a:cs typeface="Times New Roman"/>
                        </a:rPr>
                        <a:t>Value </a:t>
                      </a:r>
                      <a:r>
                        <a:rPr lang="en-US" sz="1800" b="1" dirty="0">
                          <a:solidFill>
                            <a:srgbClr val="FFFFFF"/>
                          </a:solidFill>
                          <a:effectLst/>
                          <a:latin typeface="Times New Roman"/>
                          <a:ea typeface="Calibri"/>
                          <a:cs typeface="Times New Roman"/>
                        </a:rPr>
                        <a:t>Range</a:t>
                      </a:r>
                      <a:endParaRPr lang="en-US" sz="1800" dirty="0">
                        <a:effectLst/>
                        <a:latin typeface="Calibri"/>
                        <a:ea typeface="Calibri"/>
                        <a:cs typeface="Times New Roman"/>
                      </a:endParaRPr>
                    </a:p>
                  </a:txBody>
                  <a:tcPr marL="23207" marR="23207" marT="0" marB="0" anchor="b">
                    <a:lnL>
                      <a:noFill/>
                    </a:lnL>
                    <a:lnR w="12700" cap="flat" cmpd="sng" algn="ctr">
                      <a:solidFill>
                        <a:srgbClr val="404040"/>
                      </a:solidFill>
                      <a:prstDash val="solid"/>
                      <a:round/>
                      <a:headEnd type="none" w="med" len="med"/>
                      <a:tailEnd type="none" w="med" len="med"/>
                    </a:lnR>
                    <a:lnT w="12700" cap="flat" cmpd="sng" algn="ctr">
                      <a:solidFill>
                        <a:srgbClr val="404040"/>
                      </a:solidFill>
                      <a:prstDash val="solid"/>
                      <a:round/>
                      <a:headEnd type="none" w="med" len="med"/>
                      <a:tailEnd type="none" w="med" len="med"/>
                    </a:lnT>
                    <a:lnB w="12700" cap="flat" cmpd="sng" algn="ctr">
                      <a:solidFill>
                        <a:srgbClr val="404040"/>
                      </a:solidFill>
                      <a:prstDash val="solid"/>
                      <a:round/>
                      <a:headEnd type="none" w="med" len="med"/>
                      <a:tailEnd type="none" w="med" len="med"/>
                    </a:lnB>
                    <a:solidFill>
                      <a:srgbClr val="000000"/>
                    </a:solidFill>
                  </a:tcPr>
                </a:tc>
              </a:tr>
              <a:tr h="285860">
                <a:tc>
                  <a:txBody>
                    <a:bodyPr/>
                    <a:lstStyle/>
                    <a:p>
                      <a:pPr marL="0" marR="0">
                        <a:lnSpc>
                          <a:spcPct val="115000"/>
                        </a:lnSpc>
                        <a:spcBef>
                          <a:spcPts val="0"/>
                        </a:spcBef>
                        <a:spcAft>
                          <a:spcPts val="0"/>
                        </a:spcAft>
                      </a:pPr>
                      <a:r>
                        <a:rPr lang="en-US" sz="1800" dirty="0">
                          <a:effectLst/>
                          <a:latin typeface="Times New Roman"/>
                          <a:ea typeface="Calibri"/>
                          <a:cs typeface="Times New Roman"/>
                        </a:rPr>
                        <a:t>Var06</a:t>
                      </a:r>
                      <a:endParaRPr lang="en-US" sz="1800" dirty="0">
                        <a:effectLst/>
                        <a:latin typeface="Calibri"/>
                        <a:ea typeface="Calibri"/>
                        <a:cs typeface="Times New Roman"/>
                      </a:endParaRPr>
                    </a:p>
                    <a:p>
                      <a:pPr marL="0" marR="0">
                        <a:lnSpc>
                          <a:spcPct val="115000"/>
                        </a:lnSpc>
                        <a:spcBef>
                          <a:spcPts val="0"/>
                        </a:spcBef>
                        <a:spcAft>
                          <a:spcPts val="0"/>
                        </a:spcAft>
                      </a:pPr>
                      <a:r>
                        <a:rPr lang="en-US" sz="1800" dirty="0" err="1">
                          <a:effectLst/>
                          <a:latin typeface="Times New Roman"/>
                          <a:ea typeface="Calibri"/>
                          <a:cs typeface="Times New Roman"/>
                        </a:rPr>
                        <a:t>TechCat</a:t>
                      </a:r>
                      <a:endParaRPr lang="en-US" sz="1800" dirty="0">
                        <a:effectLst/>
                        <a:latin typeface="Calibri"/>
                        <a:ea typeface="Calibri"/>
                        <a:cs typeface="Times New Roman"/>
                      </a:endParaRPr>
                    </a:p>
                  </a:txBody>
                  <a:tcPr marL="23207" marR="23207" marT="0" marB="0">
                    <a:lnL w="12700" cap="flat" cmpd="sng" algn="ctr">
                      <a:solidFill>
                        <a:srgbClr val="404040"/>
                      </a:solidFill>
                      <a:prstDash val="solid"/>
                      <a:round/>
                      <a:headEnd type="none" w="med" len="med"/>
                      <a:tailEnd type="none" w="med" len="med"/>
                    </a:lnL>
                    <a:lnR>
                      <a:noFill/>
                    </a:lnR>
                    <a:lnT w="12700" cap="flat" cmpd="sng" algn="ctr">
                      <a:solidFill>
                        <a:srgbClr val="404040"/>
                      </a:solidFill>
                      <a:prstDash val="solid"/>
                      <a:round/>
                      <a:headEnd type="none" w="med" len="med"/>
                      <a:tailEnd type="none" w="med" len="med"/>
                    </a:lnT>
                    <a:lnB w="12700" cap="flat" cmpd="sng" algn="ctr">
                      <a:solidFill>
                        <a:srgbClr val="404040"/>
                      </a:solidFill>
                      <a:prstDash val="solid"/>
                      <a:round/>
                      <a:headEnd type="none" w="med" len="med"/>
                      <a:tailEnd type="none" w="med" len="med"/>
                    </a:lnB>
                  </a:tcPr>
                </a:tc>
                <a:tc>
                  <a:txBody>
                    <a:bodyPr/>
                    <a:lstStyle/>
                    <a:p>
                      <a:pPr marL="0" marR="0">
                        <a:lnSpc>
                          <a:spcPct val="115000"/>
                        </a:lnSpc>
                        <a:spcBef>
                          <a:spcPts val="0"/>
                        </a:spcBef>
                        <a:spcAft>
                          <a:spcPts val="0"/>
                        </a:spcAft>
                      </a:pPr>
                      <a:r>
                        <a:rPr lang="en-US" sz="1800">
                          <a:effectLst/>
                          <a:latin typeface="Times New Roman"/>
                          <a:ea typeface="Calibri"/>
                          <a:cs typeface="Times New Roman"/>
                        </a:rPr>
                        <a:t>The category of the technology derived from the federally-funded R&amp;D project.</a:t>
                      </a:r>
                      <a:endParaRPr lang="en-US" sz="1800">
                        <a:effectLst/>
                        <a:latin typeface="Calibri"/>
                        <a:ea typeface="Calibri"/>
                        <a:cs typeface="Times New Roman"/>
                      </a:endParaRPr>
                    </a:p>
                  </a:txBody>
                  <a:tcPr marL="23207" marR="23207" marT="0" marB="0">
                    <a:lnL>
                      <a:noFill/>
                    </a:lnL>
                    <a:lnR>
                      <a:noFill/>
                    </a:lnR>
                    <a:lnT w="12700" cap="flat" cmpd="sng" algn="ctr">
                      <a:solidFill>
                        <a:srgbClr val="404040"/>
                      </a:solidFill>
                      <a:prstDash val="solid"/>
                      <a:round/>
                      <a:headEnd type="none" w="med" len="med"/>
                      <a:tailEnd type="none" w="med" len="med"/>
                    </a:lnT>
                    <a:lnB w="12700" cap="flat" cmpd="sng" algn="ctr">
                      <a:solidFill>
                        <a:srgbClr val="404040"/>
                      </a:solidFill>
                      <a:prstDash val="solid"/>
                      <a:round/>
                      <a:headEnd type="none" w="med" len="med"/>
                      <a:tailEnd type="none" w="med" len="med"/>
                    </a:lnB>
                  </a:tcPr>
                </a:tc>
                <a:tc>
                  <a:txBody>
                    <a:bodyPr/>
                    <a:lstStyle/>
                    <a:p>
                      <a:pPr marL="0" marR="0">
                        <a:lnSpc>
                          <a:spcPct val="115000"/>
                        </a:lnSpc>
                        <a:spcBef>
                          <a:spcPts val="0"/>
                        </a:spcBef>
                        <a:spcAft>
                          <a:spcPts val="0"/>
                        </a:spcAft>
                      </a:pPr>
                      <a:r>
                        <a:rPr lang="en-US" sz="1800" dirty="0" smtClean="0">
                          <a:effectLst/>
                          <a:latin typeface="Times New Roman"/>
                          <a:ea typeface="Calibri"/>
                          <a:cs typeface="Times New Roman"/>
                        </a:rPr>
                        <a:t>Nominal</a:t>
                      </a:r>
                    </a:p>
                    <a:p>
                      <a:pPr marL="0" marR="0">
                        <a:lnSpc>
                          <a:spcPct val="115000"/>
                        </a:lnSpc>
                        <a:spcBef>
                          <a:spcPts val="0"/>
                        </a:spcBef>
                        <a:spcAft>
                          <a:spcPts val="0"/>
                        </a:spcAft>
                      </a:pPr>
                      <a:r>
                        <a:rPr lang="en-US" sz="1800" dirty="0" smtClean="0">
                          <a:effectLst/>
                          <a:latin typeface="Times New Roman"/>
                          <a:ea typeface="Calibri"/>
                          <a:cs typeface="Times New Roman"/>
                        </a:rPr>
                        <a:t>1 </a:t>
                      </a:r>
                      <a:r>
                        <a:rPr lang="en-US" sz="1800" dirty="0">
                          <a:effectLst/>
                          <a:latin typeface="Times New Roman"/>
                          <a:ea typeface="Calibri"/>
                          <a:cs typeface="Times New Roman"/>
                        </a:rPr>
                        <a:t>= Life science</a:t>
                      </a:r>
                      <a:endParaRPr lang="en-US" sz="1800" dirty="0">
                        <a:effectLst/>
                        <a:latin typeface="Calibri"/>
                        <a:ea typeface="Calibri"/>
                        <a:cs typeface="Times New Roman"/>
                      </a:endParaRPr>
                    </a:p>
                    <a:p>
                      <a:pPr marL="0" marR="0">
                        <a:lnSpc>
                          <a:spcPct val="115000"/>
                        </a:lnSpc>
                        <a:spcBef>
                          <a:spcPts val="0"/>
                        </a:spcBef>
                        <a:spcAft>
                          <a:spcPts val="0"/>
                        </a:spcAft>
                      </a:pPr>
                      <a:r>
                        <a:rPr lang="en-US" sz="1800" dirty="0">
                          <a:effectLst/>
                          <a:latin typeface="Times New Roman"/>
                          <a:ea typeface="Calibri"/>
                          <a:cs typeface="Times New Roman"/>
                        </a:rPr>
                        <a:t>2 = Physical science</a:t>
                      </a:r>
                      <a:endParaRPr lang="en-US" sz="1800" dirty="0">
                        <a:effectLst/>
                        <a:latin typeface="Calibri"/>
                        <a:ea typeface="Calibri"/>
                        <a:cs typeface="Times New Roman"/>
                      </a:endParaRPr>
                    </a:p>
                    <a:p>
                      <a:pPr marL="0" marR="0">
                        <a:lnSpc>
                          <a:spcPct val="115000"/>
                        </a:lnSpc>
                        <a:spcBef>
                          <a:spcPts val="0"/>
                        </a:spcBef>
                        <a:spcAft>
                          <a:spcPts val="0"/>
                        </a:spcAft>
                      </a:pPr>
                      <a:r>
                        <a:rPr lang="en-US" sz="1800" dirty="0">
                          <a:effectLst/>
                          <a:latin typeface="Times New Roman"/>
                          <a:ea typeface="Calibri"/>
                          <a:cs typeface="Times New Roman"/>
                        </a:rPr>
                        <a:t>3 = Social science</a:t>
                      </a:r>
                      <a:endParaRPr lang="en-US" sz="1800" dirty="0">
                        <a:effectLst/>
                        <a:latin typeface="Calibri"/>
                        <a:ea typeface="Calibri"/>
                        <a:cs typeface="Times New Roman"/>
                      </a:endParaRPr>
                    </a:p>
                    <a:p>
                      <a:pPr marL="0" marR="0">
                        <a:lnSpc>
                          <a:spcPct val="115000"/>
                        </a:lnSpc>
                        <a:spcBef>
                          <a:spcPts val="0"/>
                        </a:spcBef>
                        <a:spcAft>
                          <a:spcPts val="0"/>
                        </a:spcAft>
                      </a:pPr>
                      <a:r>
                        <a:rPr lang="en-US" sz="1800" dirty="0">
                          <a:effectLst/>
                          <a:latin typeface="Times New Roman"/>
                          <a:ea typeface="Calibri"/>
                          <a:cs typeface="Times New Roman"/>
                        </a:rPr>
                        <a:t>4 = All other</a:t>
                      </a:r>
                      <a:endParaRPr lang="en-US" sz="1800" dirty="0">
                        <a:effectLst/>
                        <a:latin typeface="Calibri"/>
                        <a:ea typeface="Calibri"/>
                        <a:cs typeface="Times New Roman"/>
                      </a:endParaRPr>
                    </a:p>
                  </a:txBody>
                  <a:tcPr marL="23207" marR="23207" marT="0" marB="0">
                    <a:lnL>
                      <a:noFill/>
                    </a:lnL>
                    <a:lnR w="12700" cap="flat" cmpd="sng" algn="ctr">
                      <a:solidFill>
                        <a:srgbClr val="404040"/>
                      </a:solidFill>
                      <a:prstDash val="solid"/>
                      <a:round/>
                      <a:headEnd type="none" w="med" len="med"/>
                      <a:tailEnd type="none" w="med" len="med"/>
                    </a:lnR>
                    <a:lnT w="12700" cap="flat" cmpd="sng" algn="ctr">
                      <a:solidFill>
                        <a:srgbClr val="404040"/>
                      </a:solidFill>
                      <a:prstDash val="solid"/>
                      <a:round/>
                      <a:headEnd type="none" w="med" len="med"/>
                      <a:tailEnd type="none" w="med" len="med"/>
                    </a:lnT>
                    <a:lnB w="12700" cap="flat" cmpd="sng" algn="ctr">
                      <a:solidFill>
                        <a:srgbClr val="404040"/>
                      </a:solidFill>
                      <a:prstDash val="solid"/>
                      <a:round/>
                      <a:headEnd type="none" w="med" len="med"/>
                      <a:tailEnd type="none" w="med" len="med"/>
                    </a:lnB>
                  </a:tcPr>
                </a:tc>
              </a:tr>
              <a:tr h="480978">
                <a:tc>
                  <a:txBody>
                    <a:bodyPr/>
                    <a:lstStyle/>
                    <a:p>
                      <a:pPr marL="0" marR="0">
                        <a:lnSpc>
                          <a:spcPct val="115000"/>
                        </a:lnSpc>
                        <a:spcBef>
                          <a:spcPts val="0"/>
                        </a:spcBef>
                        <a:spcAft>
                          <a:spcPts val="0"/>
                        </a:spcAft>
                      </a:pPr>
                      <a:r>
                        <a:rPr lang="en-US" sz="1800">
                          <a:effectLst/>
                          <a:latin typeface="Times New Roman"/>
                          <a:ea typeface="Calibri"/>
                          <a:cs typeface="Times New Roman"/>
                        </a:rPr>
                        <a:t>Var07</a:t>
                      </a:r>
                      <a:endParaRPr lang="en-US" sz="1800">
                        <a:effectLst/>
                        <a:latin typeface="Calibri"/>
                        <a:ea typeface="Calibri"/>
                        <a:cs typeface="Times New Roman"/>
                      </a:endParaRPr>
                    </a:p>
                    <a:p>
                      <a:pPr marL="0" marR="0">
                        <a:lnSpc>
                          <a:spcPct val="115000"/>
                        </a:lnSpc>
                        <a:spcBef>
                          <a:spcPts val="0"/>
                        </a:spcBef>
                        <a:spcAft>
                          <a:spcPts val="0"/>
                        </a:spcAft>
                      </a:pPr>
                      <a:r>
                        <a:rPr lang="en-US" sz="1800">
                          <a:effectLst/>
                          <a:latin typeface="Times New Roman"/>
                          <a:ea typeface="Calibri"/>
                          <a:cs typeface="Times New Roman"/>
                        </a:rPr>
                        <a:t>InstitutionSize</a:t>
                      </a:r>
                      <a:endParaRPr lang="en-US" sz="1800">
                        <a:effectLst/>
                        <a:latin typeface="Calibri"/>
                        <a:ea typeface="Calibri"/>
                        <a:cs typeface="Times New Roman"/>
                      </a:endParaRPr>
                    </a:p>
                  </a:txBody>
                  <a:tcPr marL="23207" marR="23207" marT="0" marB="0">
                    <a:lnL w="12700" cap="flat" cmpd="sng" algn="ctr">
                      <a:solidFill>
                        <a:srgbClr val="404040"/>
                      </a:solidFill>
                      <a:prstDash val="solid"/>
                      <a:round/>
                      <a:headEnd type="none" w="med" len="med"/>
                      <a:tailEnd type="none" w="med" len="med"/>
                    </a:lnL>
                    <a:lnR>
                      <a:noFill/>
                    </a:lnR>
                    <a:lnT w="12700" cap="flat" cmpd="sng" algn="ctr">
                      <a:solidFill>
                        <a:srgbClr val="404040"/>
                      </a:solidFill>
                      <a:prstDash val="solid"/>
                      <a:round/>
                      <a:headEnd type="none" w="med" len="med"/>
                      <a:tailEnd type="none" w="med" len="med"/>
                    </a:lnT>
                    <a:lnB w="12700" cap="flat" cmpd="sng" algn="ctr">
                      <a:solidFill>
                        <a:srgbClr val="404040"/>
                      </a:solidFill>
                      <a:prstDash val="solid"/>
                      <a:round/>
                      <a:headEnd type="none" w="med" len="med"/>
                      <a:tailEnd type="none" w="med" len="med"/>
                    </a:lnB>
                    <a:solidFill>
                      <a:srgbClr val="C0C0C0"/>
                    </a:solidFill>
                  </a:tcPr>
                </a:tc>
                <a:tc>
                  <a:txBody>
                    <a:bodyPr/>
                    <a:lstStyle/>
                    <a:p>
                      <a:pPr marL="0" marR="0">
                        <a:lnSpc>
                          <a:spcPct val="115000"/>
                        </a:lnSpc>
                        <a:spcBef>
                          <a:spcPts val="0"/>
                        </a:spcBef>
                        <a:spcAft>
                          <a:spcPts val="0"/>
                        </a:spcAft>
                      </a:pPr>
                      <a:r>
                        <a:rPr lang="en-US" sz="1800">
                          <a:effectLst/>
                          <a:latin typeface="Times New Roman"/>
                          <a:ea typeface="Calibri"/>
                          <a:cs typeface="Times New Roman"/>
                        </a:rPr>
                        <a:t>The size of the institution that conducted the federally-funded R&amp;D project.</a:t>
                      </a:r>
                      <a:endParaRPr lang="en-US" sz="1800">
                        <a:effectLst/>
                        <a:latin typeface="Calibri"/>
                        <a:ea typeface="Calibri"/>
                        <a:cs typeface="Times New Roman"/>
                      </a:endParaRPr>
                    </a:p>
                  </a:txBody>
                  <a:tcPr marL="23207" marR="23207" marT="0" marB="0">
                    <a:lnL>
                      <a:noFill/>
                    </a:lnL>
                    <a:lnR>
                      <a:noFill/>
                    </a:lnR>
                    <a:lnT w="12700" cap="flat" cmpd="sng" algn="ctr">
                      <a:solidFill>
                        <a:srgbClr val="404040"/>
                      </a:solidFill>
                      <a:prstDash val="solid"/>
                      <a:round/>
                      <a:headEnd type="none" w="med" len="med"/>
                      <a:tailEnd type="none" w="med" len="med"/>
                    </a:lnT>
                    <a:lnB w="12700" cap="flat" cmpd="sng" algn="ctr">
                      <a:solidFill>
                        <a:srgbClr val="404040"/>
                      </a:solidFill>
                      <a:prstDash val="solid"/>
                      <a:round/>
                      <a:headEnd type="none" w="med" len="med"/>
                      <a:tailEnd type="none" w="med" len="med"/>
                    </a:lnB>
                    <a:solidFill>
                      <a:srgbClr val="C0C0C0"/>
                    </a:solidFill>
                  </a:tcPr>
                </a:tc>
                <a:tc>
                  <a:txBody>
                    <a:bodyPr/>
                    <a:lstStyle/>
                    <a:p>
                      <a:pPr marL="0" marR="0">
                        <a:lnSpc>
                          <a:spcPct val="115000"/>
                        </a:lnSpc>
                        <a:spcBef>
                          <a:spcPts val="0"/>
                        </a:spcBef>
                        <a:spcAft>
                          <a:spcPts val="0"/>
                        </a:spcAft>
                      </a:pPr>
                      <a:r>
                        <a:rPr lang="en-US" sz="1800" dirty="0" smtClean="0">
                          <a:effectLst/>
                          <a:latin typeface="Times New Roman"/>
                          <a:ea typeface="Calibri"/>
                          <a:cs typeface="Times New Roman"/>
                        </a:rPr>
                        <a:t>Ratio</a:t>
                      </a:r>
                    </a:p>
                    <a:p>
                      <a:pPr marL="0" marR="0">
                        <a:lnSpc>
                          <a:spcPct val="115000"/>
                        </a:lnSpc>
                        <a:spcBef>
                          <a:spcPts val="0"/>
                        </a:spcBef>
                        <a:spcAft>
                          <a:spcPts val="0"/>
                        </a:spcAft>
                      </a:pPr>
                      <a:r>
                        <a:rPr lang="en-US" sz="1800" dirty="0" smtClean="0">
                          <a:effectLst/>
                          <a:latin typeface="Times New Roman"/>
                          <a:ea typeface="Calibri"/>
                          <a:cs typeface="Times New Roman"/>
                        </a:rPr>
                        <a:t>Continuous </a:t>
                      </a:r>
                      <a:r>
                        <a:rPr lang="en-US" sz="1800" dirty="0">
                          <a:effectLst/>
                          <a:latin typeface="Times New Roman"/>
                          <a:ea typeface="Calibri"/>
                          <a:cs typeface="Times New Roman"/>
                        </a:rPr>
                        <a:t>values from 0 to ∞</a:t>
                      </a:r>
                      <a:endParaRPr lang="en-US" sz="1800" dirty="0">
                        <a:effectLst/>
                        <a:latin typeface="Calibri"/>
                        <a:ea typeface="Calibri"/>
                        <a:cs typeface="Times New Roman"/>
                      </a:endParaRPr>
                    </a:p>
                  </a:txBody>
                  <a:tcPr marL="23207" marR="23207" marT="0" marB="0">
                    <a:lnL>
                      <a:noFill/>
                    </a:lnL>
                    <a:lnR w="12700" cap="flat" cmpd="sng" algn="ctr">
                      <a:solidFill>
                        <a:srgbClr val="404040"/>
                      </a:solidFill>
                      <a:prstDash val="solid"/>
                      <a:round/>
                      <a:headEnd type="none" w="med" len="med"/>
                      <a:tailEnd type="none" w="med" len="med"/>
                    </a:lnR>
                    <a:lnT w="12700" cap="flat" cmpd="sng" algn="ctr">
                      <a:solidFill>
                        <a:srgbClr val="404040"/>
                      </a:solidFill>
                      <a:prstDash val="solid"/>
                      <a:round/>
                      <a:headEnd type="none" w="med" len="med"/>
                      <a:tailEnd type="none" w="med" len="med"/>
                    </a:lnT>
                    <a:lnB w="12700" cap="flat" cmpd="sng" algn="ctr">
                      <a:solidFill>
                        <a:srgbClr val="404040"/>
                      </a:solidFill>
                      <a:prstDash val="solid"/>
                      <a:round/>
                      <a:headEnd type="none" w="med" len="med"/>
                      <a:tailEnd type="none" w="med" len="med"/>
                    </a:lnB>
                    <a:solidFill>
                      <a:srgbClr val="C0C0C0"/>
                    </a:solidFill>
                  </a:tcPr>
                </a:tc>
              </a:tr>
              <a:tr h="626695">
                <a:tc>
                  <a:txBody>
                    <a:bodyPr/>
                    <a:lstStyle/>
                    <a:p>
                      <a:pPr marL="0" marR="0">
                        <a:lnSpc>
                          <a:spcPct val="115000"/>
                        </a:lnSpc>
                        <a:spcBef>
                          <a:spcPts val="0"/>
                        </a:spcBef>
                        <a:spcAft>
                          <a:spcPts val="0"/>
                        </a:spcAft>
                      </a:pPr>
                      <a:r>
                        <a:rPr lang="en-US" sz="1800">
                          <a:effectLst/>
                          <a:latin typeface="Times New Roman"/>
                          <a:ea typeface="Calibri"/>
                          <a:cs typeface="Times New Roman"/>
                        </a:rPr>
                        <a:t>Var08</a:t>
                      </a:r>
                      <a:endParaRPr lang="en-US" sz="1800">
                        <a:effectLst/>
                        <a:latin typeface="Calibri"/>
                        <a:ea typeface="Calibri"/>
                        <a:cs typeface="Times New Roman"/>
                      </a:endParaRPr>
                    </a:p>
                    <a:p>
                      <a:pPr marL="0" marR="0">
                        <a:lnSpc>
                          <a:spcPct val="115000"/>
                        </a:lnSpc>
                        <a:spcBef>
                          <a:spcPts val="0"/>
                        </a:spcBef>
                        <a:spcAft>
                          <a:spcPts val="0"/>
                        </a:spcAft>
                      </a:pPr>
                      <a:r>
                        <a:rPr lang="en-US" sz="1800">
                          <a:effectLst/>
                          <a:latin typeface="Times New Roman"/>
                          <a:ea typeface="Calibri"/>
                          <a:cs typeface="Times New Roman"/>
                        </a:rPr>
                        <a:t>AllowedPatent</a:t>
                      </a:r>
                      <a:endParaRPr lang="en-US" sz="1800">
                        <a:effectLst/>
                        <a:latin typeface="Calibri"/>
                        <a:ea typeface="Calibri"/>
                        <a:cs typeface="Times New Roman"/>
                      </a:endParaRPr>
                    </a:p>
                  </a:txBody>
                  <a:tcPr marL="23207" marR="23207" marT="0" marB="0">
                    <a:lnL w="12700" cap="flat" cmpd="sng" algn="ctr">
                      <a:solidFill>
                        <a:srgbClr val="404040"/>
                      </a:solidFill>
                      <a:prstDash val="solid"/>
                      <a:round/>
                      <a:headEnd type="none" w="med" len="med"/>
                      <a:tailEnd type="none" w="med" len="med"/>
                    </a:lnL>
                    <a:lnR>
                      <a:noFill/>
                    </a:lnR>
                    <a:lnT w="12700" cap="flat" cmpd="sng" algn="ctr">
                      <a:solidFill>
                        <a:srgbClr val="404040"/>
                      </a:solidFill>
                      <a:prstDash val="solid"/>
                      <a:round/>
                      <a:headEnd type="none" w="med" len="med"/>
                      <a:tailEnd type="none" w="med" len="med"/>
                    </a:lnT>
                    <a:lnB w="12700" cap="flat" cmpd="sng" algn="ctr">
                      <a:solidFill>
                        <a:srgbClr val="404040"/>
                      </a:solidFill>
                      <a:prstDash val="solid"/>
                      <a:round/>
                      <a:headEnd type="none" w="med" len="med"/>
                      <a:tailEnd type="none" w="med" len="med"/>
                    </a:lnB>
                  </a:tcPr>
                </a:tc>
                <a:tc>
                  <a:txBody>
                    <a:bodyPr/>
                    <a:lstStyle/>
                    <a:p>
                      <a:pPr marL="0" marR="0">
                        <a:lnSpc>
                          <a:spcPct val="115000"/>
                        </a:lnSpc>
                        <a:spcBef>
                          <a:spcPts val="0"/>
                        </a:spcBef>
                        <a:spcAft>
                          <a:spcPts val="0"/>
                        </a:spcAft>
                      </a:pPr>
                      <a:r>
                        <a:rPr lang="en-US" sz="1800">
                          <a:effectLst/>
                          <a:latin typeface="Times New Roman"/>
                          <a:ea typeface="Calibri"/>
                          <a:cs typeface="Times New Roman"/>
                        </a:rPr>
                        <a:t>Indicates whether the technology derived from the federally-funded R&amp;D project is embodied as an allowed U.S. patent.</a:t>
                      </a:r>
                      <a:endParaRPr lang="en-US" sz="1800">
                        <a:effectLst/>
                        <a:latin typeface="Calibri"/>
                        <a:ea typeface="Calibri"/>
                        <a:cs typeface="Times New Roman"/>
                      </a:endParaRPr>
                    </a:p>
                  </a:txBody>
                  <a:tcPr marL="23207" marR="23207" marT="0" marB="0">
                    <a:lnL>
                      <a:noFill/>
                    </a:lnL>
                    <a:lnR>
                      <a:noFill/>
                    </a:lnR>
                    <a:lnT w="12700" cap="flat" cmpd="sng" algn="ctr">
                      <a:solidFill>
                        <a:srgbClr val="404040"/>
                      </a:solidFill>
                      <a:prstDash val="solid"/>
                      <a:round/>
                      <a:headEnd type="none" w="med" len="med"/>
                      <a:tailEnd type="none" w="med" len="med"/>
                    </a:lnT>
                    <a:lnB w="12700" cap="flat" cmpd="sng" algn="ctr">
                      <a:solidFill>
                        <a:srgbClr val="404040"/>
                      </a:solidFill>
                      <a:prstDash val="solid"/>
                      <a:round/>
                      <a:headEnd type="none" w="med" len="med"/>
                      <a:tailEnd type="none" w="med" len="med"/>
                    </a:lnB>
                  </a:tcPr>
                </a:tc>
                <a:tc>
                  <a:txBody>
                    <a:bodyPr/>
                    <a:lstStyle/>
                    <a:p>
                      <a:pPr marL="0" marR="0">
                        <a:lnSpc>
                          <a:spcPct val="115000"/>
                        </a:lnSpc>
                        <a:spcBef>
                          <a:spcPts val="0"/>
                        </a:spcBef>
                        <a:spcAft>
                          <a:spcPts val="0"/>
                        </a:spcAft>
                      </a:pPr>
                      <a:r>
                        <a:rPr lang="en-US" sz="1800" dirty="0" smtClean="0">
                          <a:effectLst/>
                          <a:latin typeface="Times New Roman"/>
                          <a:ea typeface="Calibri"/>
                          <a:cs typeface="Times New Roman"/>
                        </a:rPr>
                        <a:t>Dichotomous</a:t>
                      </a:r>
                    </a:p>
                    <a:p>
                      <a:pPr marL="0" marR="0">
                        <a:lnSpc>
                          <a:spcPct val="115000"/>
                        </a:lnSpc>
                        <a:spcBef>
                          <a:spcPts val="0"/>
                        </a:spcBef>
                        <a:spcAft>
                          <a:spcPts val="0"/>
                        </a:spcAft>
                      </a:pPr>
                      <a:r>
                        <a:rPr lang="en-US" sz="1800" dirty="0" smtClean="0">
                          <a:effectLst/>
                          <a:latin typeface="Times New Roman"/>
                          <a:ea typeface="Calibri"/>
                          <a:cs typeface="Times New Roman"/>
                        </a:rPr>
                        <a:t>0 </a:t>
                      </a:r>
                      <a:r>
                        <a:rPr lang="en-US" sz="1800" dirty="0">
                          <a:effectLst/>
                          <a:latin typeface="Times New Roman"/>
                          <a:ea typeface="Calibri"/>
                          <a:cs typeface="Times New Roman"/>
                        </a:rPr>
                        <a:t>= No</a:t>
                      </a:r>
                      <a:endParaRPr lang="en-US" sz="1800" dirty="0">
                        <a:effectLst/>
                        <a:latin typeface="Calibri"/>
                        <a:ea typeface="Calibri"/>
                        <a:cs typeface="Times New Roman"/>
                      </a:endParaRPr>
                    </a:p>
                    <a:p>
                      <a:pPr marL="0" marR="0">
                        <a:lnSpc>
                          <a:spcPct val="115000"/>
                        </a:lnSpc>
                        <a:spcBef>
                          <a:spcPts val="0"/>
                        </a:spcBef>
                        <a:spcAft>
                          <a:spcPts val="0"/>
                        </a:spcAft>
                      </a:pPr>
                      <a:r>
                        <a:rPr lang="en-US" sz="1800" dirty="0">
                          <a:effectLst/>
                          <a:latin typeface="Times New Roman"/>
                          <a:ea typeface="Calibri"/>
                          <a:cs typeface="Times New Roman"/>
                        </a:rPr>
                        <a:t>1 = Yes</a:t>
                      </a:r>
                      <a:endParaRPr lang="en-US" sz="1800" dirty="0">
                        <a:effectLst/>
                        <a:latin typeface="Calibri"/>
                        <a:ea typeface="Calibri"/>
                        <a:cs typeface="Times New Roman"/>
                      </a:endParaRPr>
                    </a:p>
                  </a:txBody>
                  <a:tcPr marL="23207" marR="23207" marT="0" marB="0">
                    <a:lnL>
                      <a:noFill/>
                    </a:lnL>
                    <a:lnR w="12700" cap="flat" cmpd="sng" algn="ctr">
                      <a:solidFill>
                        <a:srgbClr val="404040"/>
                      </a:solidFill>
                      <a:prstDash val="solid"/>
                      <a:round/>
                      <a:headEnd type="none" w="med" len="med"/>
                      <a:tailEnd type="none" w="med" len="med"/>
                    </a:lnR>
                    <a:lnT w="12700" cap="flat" cmpd="sng" algn="ctr">
                      <a:solidFill>
                        <a:srgbClr val="404040"/>
                      </a:solidFill>
                      <a:prstDash val="solid"/>
                      <a:round/>
                      <a:headEnd type="none" w="med" len="med"/>
                      <a:tailEnd type="none" w="med" len="med"/>
                    </a:lnT>
                    <a:lnB w="12700" cap="flat" cmpd="sng" algn="ctr">
                      <a:solidFill>
                        <a:srgbClr val="404040"/>
                      </a:solidFill>
                      <a:prstDash val="solid"/>
                      <a:round/>
                      <a:headEnd type="none" w="med" len="med"/>
                      <a:tailEnd type="none" w="med" len="med"/>
                    </a:lnB>
                  </a:tcPr>
                </a:tc>
              </a:tr>
              <a:tr h="563248">
                <a:tc>
                  <a:txBody>
                    <a:bodyPr/>
                    <a:lstStyle/>
                    <a:p>
                      <a:pPr marL="0" marR="0">
                        <a:lnSpc>
                          <a:spcPct val="115000"/>
                        </a:lnSpc>
                        <a:spcBef>
                          <a:spcPts val="0"/>
                        </a:spcBef>
                        <a:spcAft>
                          <a:spcPts val="0"/>
                        </a:spcAft>
                      </a:pPr>
                      <a:r>
                        <a:rPr lang="en-US" sz="1800">
                          <a:effectLst/>
                          <a:latin typeface="Times New Roman"/>
                          <a:ea typeface="Calibri"/>
                          <a:cs typeface="Times New Roman"/>
                        </a:rPr>
                        <a:t>Var09</a:t>
                      </a:r>
                      <a:endParaRPr lang="en-US" sz="1800">
                        <a:effectLst/>
                        <a:latin typeface="Calibri"/>
                        <a:ea typeface="Calibri"/>
                        <a:cs typeface="Times New Roman"/>
                      </a:endParaRPr>
                    </a:p>
                    <a:p>
                      <a:pPr marL="0" marR="0">
                        <a:lnSpc>
                          <a:spcPct val="115000"/>
                        </a:lnSpc>
                        <a:spcBef>
                          <a:spcPts val="0"/>
                        </a:spcBef>
                        <a:spcAft>
                          <a:spcPts val="0"/>
                        </a:spcAft>
                      </a:pPr>
                      <a:r>
                        <a:rPr lang="en-US" sz="1800">
                          <a:effectLst/>
                          <a:latin typeface="Times New Roman"/>
                          <a:ea typeface="Calibri"/>
                          <a:cs typeface="Times New Roman"/>
                        </a:rPr>
                        <a:t>PatentApp</a:t>
                      </a:r>
                      <a:endParaRPr lang="en-US" sz="1800">
                        <a:effectLst/>
                        <a:latin typeface="Calibri"/>
                        <a:ea typeface="Calibri"/>
                        <a:cs typeface="Times New Roman"/>
                      </a:endParaRPr>
                    </a:p>
                  </a:txBody>
                  <a:tcPr marL="23207" marR="23207" marT="0" marB="0">
                    <a:lnL w="12700" cap="flat" cmpd="sng" algn="ctr">
                      <a:solidFill>
                        <a:srgbClr val="404040"/>
                      </a:solidFill>
                      <a:prstDash val="solid"/>
                      <a:round/>
                      <a:headEnd type="none" w="med" len="med"/>
                      <a:tailEnd type="none" w="med" len="med"/>
                    </a:lnL>
                    <a:lnR>
                      <a:noFill/>
                    </a:lnR>
                    <a:lnT w="12700" cap="flat" cmpd="sng" algn="ctr">
                      <a:solidFill>
                        <a:srgbClr val="404040"/>
                      </a:solidFill>
                      <a:prstDash val="solid"/>
                      <a:round/>
                      <a:headEnd type="none" w="med" len="med"/>
                      <a:tailEnd type="none" w="med" len="med"/>
                    </a:lnT>
                    <a:lnB w="12700" cap="flat" cmpd="sng" algn="ctr">
                      <a:solidFill>
                        <a:srgbClr val="404040"/>
                      </a:solidFill>
                      <a:prstDash val="solid"/>
                      <a:round/>
                      <a:headEnd type="none" w="med" len="med"/>
                      <a:tailEnd type="none" w="med" len="med"/>
                    </a:lnB>
                    <a:solidFill>
                      <a:srgbClr val="C0C0C0"/>
                    </a:solidFill>
                  </a:tcPr>
                </a:tc>
                <a:tc>
                  <a:txBody>
                    <a:bodyPr/>
                    <a:lstStyle/>
                    <a:p>
                      <a:pPr marL="0" marR="0">
                        <a:lnSpc>
                          <a:spcPct val="115000"/>
                        </a:lnSpc>
                        <a:spcBef>
                          <a:spcPts val="0"/>
                        </a:spcBef>
                        <a:spcAft>
                          <a:spcPts val="0"/>
                        </a:spcAft>
                      </a:pPr>
                      <a:r>
                        <a:rPr lang="en-US" sz="1800">
                          <a:effectLst/>
                          <a:latin typeface="Times New Roman"/>
                          <a:ea typeface="Calibri"/>
                          <a:cs typeface="Times New Roman"/>
                        </a:rPr>
                        <a:t>Indicates whether the technology derived from the federally-funded R&amp;D project is embodied as a disallowed U.S. patent application.</a:t>
                      </a:r>
                      <a:endParaRPr lang="en-US" sz="1800">
                        <a:effectLst/>
                        <a:latin typeface="Calibri"/>
                        <a:ea typeface="Calibri"/>
                        <a:cs typeface="Times New Roman"/>
                      </a:endParaRPr>
                    </a:p>
                  </a:txBody>
                  <a:tcPr marL="23207" marR="23207" marT="0" marB="0">
                    <a:lnL>
                      <a:noFill/>
                    </a:lnL>
                    <a:lnR>
                      <a:noFill/>
                    </a:lnR>
                    <a:lnT w="12700" cap="flat" cmpd="sng" algn="ctr">
                      <a:solidFill>
                        <a:srgbClr val="404040"/>
                      </a:solidFill>
                      <a:prstDash val="solid"/>
                      <a:round/>
                      <a:headEnd type="none" w="med" len="med"/>
                      <a:tailEnd type="none" w="med" len="med"/>
                    </a:lnT>
                    <a:lnB w="12700" cap="flat" cmpd="sng" algn="ctr">
                      <a:solidFill>
                        <a:srgbClr val="404040"/>
                      </a:solidFill>
                      <a:prstDash val="solid"/>
                      <a:round/>
                      <a:headEnd type="none" w="med" len="med"/>
                      <a:tailEnd type="none" w="med" len="med"/>
                    </a:lnB>
                    <a:solidFill>
                      <a:srgbClr val="C0C0C0"/>
                    </a:solidFill>
                  </a:tcPr>
                </a:tc>
                <a:tc>
                  <a:txBody>
                    <a:bodyPr/>
                    <a:lstStyle/>
                    <a:p>
                      <a:pPr marL="0" marR="0">
                        <a:lnSpc>
                          <a:spcPct val="115000"/>
                        </a:lnSpc>
                        <a:spcBef>
                          <a:spcPts val="0"/>
                        </a:spcBef>
                        <a:spcAft>
                          <a:spcPts val="0"/>
                        </a:spcAft>
                      </a:pPr>
                      <a:r>
                        <a:rPr lang="en-US" sz="1800" dirty="0" smtClean="0">
                          <a:effectLst/>
                          <a:latin typeface="Times New Roman"/>
                          <a:ea typeface="Calibri"/>
                          <a:cs typeface="Times New Roman"/>
                        </a:rPr>
                        <a:t>Dichotomous</a:t>
                      </a:r>
                    </a:p>
                    <a:p>
                      <a:pPr marL="0" marR="0">
                        <a:lnSpc>
                          <a:spcPct val="115000"/>
                        </a:lnSpc>
                        <a:spcBef>
                          <a:spcPts val="0"/>
                        </a:spcBef>
                        <a:spcAft>
                          <a:spcPts val="0"/>
                        </a:spcAft>
                      </a:pPr>
                      <a:r>
                        <a:rPr lang="en-US" sz="1800" dirty="0" smtClean="0">
                          <a:effectLst/>
                          <a:latin typeface="Times New Roman"/>
                          <a:ea typeface="Calibri"/>
                          <a:cs typeface="Times New Roman"/>
                        </a:rPr>
                        <a:t>0 </a:t>
                      </a:r>
                      <a:r>
                        <a:rPr lang="en-US" sz="1800" dirty="0">
                          <a:effectLst/>
                          <a:latin typeface="Times New Roman"/>
                          <a:ea typeface="Calibri"/>
                          <a:cs typeface="Times New Roman"/>
                        </a:rPr>
                        <a:t>= No</a:t>
                      </a:r>
                      <a:endParaRPr lang="en-US" sz="1800" dirty="0">
                        <a:effectLst/>
                        <a:latin typeface="Calibri"/>
                        <a:ea typeface="Calibri"/>
                        <a:cs typeface="Times New Roman"/>
                      </a:endParaRPr>
                    </a:p>
                    <a:p>
                      <a:pPr marL="0" marR="0">
                        <a:lnSpc>
                          <a:spcPct val="115000"/>
                        </a:lnSpc>
                        <a:spcBef>
                          <a:spcPts val="0"/>
                        </a:spcBef>
                        <a:spcAft>
                          <a:spcPts val="0"/>
                        </a:spcAft>
                      </a:pPr>
                      <a:r>
                        <a:rPr lang="en-US" sz="1800" dirty="0">
                          <a:effectLst/>
                          <a:latin typeface="Times New Roman"/>
                          <a:ea typeface="Calibri"/>
                          <a:cs typeface="Times New Roman"/>
                        </a:rPr>
                        <a:t>1 = Yes</a:t>
                      </a:r>
                      <a:endParaRPr lang="en-US" sz="1800" dirty="0">
                        <a:effectLst/>
                        <a:latin typeface="Calibri"/>
                        <a:ea typeface="Calibri"/>
                        <a:cs typeface="Times New Roman"/>
                      </a:endParaRPr>
                    </a:p>
                  </a:txBody>
                  <a:tcPr marL="23207" marR="23207" marT="0" marB="0">
                    <a:lnL>
                      <a:noFill/>
                    </a:lnL>
                    <a:lnR w="12700" cap="flat" cmpd="sng" algn="ctr">
                      <a:solidFill>
                        <a:srgbClr val="404040"/>
                      </a:solidFill>
                      <a:prstDash val="solid"/>
                      <a:round/>
                      <a:headEnd type="none" w="med" len="med"/>
                      <a:tailEnd type="none" w="med" len="med"/>
                    </a:lnR>
                    <a:lnT w="12700" cap="flat" cmpd="sng" algn="ctr">
                      <a:solidFill>
                        <a:srgbClr val="404040"/>
                      </a:solidFill>
                      <a:prstDash val="solid"/>
                      <a:round/>
                      <a:headEnd type="none" w="med" len="med"/>
                      <a:tailEnd type="none" w="med" len="med"/>
                    </a:lnT>
                    <a:lnB w="12700" cap="flat" cmpd="sng" algn="ctr">
                      <a:solidFill>
                        <a:srgbClr val="404040"/>
                      </a:solidFill>
                      <a:prstDash val="solid"/>
                      <a:round/>
                      <a:headEnd type="none" w="med" len="med"/>
                      <a:tailEnd type="none" w="med" len="med"/>
                    </a:lnB>
                    <a:solidFill>
                      <a:srgbClr val="C0C0C0"/>
                    </a:solidFill>
                  </a:tcPr>
                </a:tc>
              </a:tr>
            </a:tbl>
          </a:graphicData>
        </a:graphic>
      </p:graphicFrame>
    </p:spTree>
    <p:extLst>
      <p:ext uri="{BB962C8B-B14F-4D97-AF65-F5344CB8AC3E}">
        <p14:creationId xmlns:p14="http://schemas.microsoft.com/office/powerpoint/2010/main" val="4224669315"/>
      </p:ext>
    </p:extLst>
  </p:cSld>
  <p:clrMapOvr>
    <a:masterClrMapping/>
  </p:clrMapOvr>
  <p:timing>
    <p:tnLst>
      <p:par>
        <p:cTn id="1" dur="indefinite" restart="never" nodeType="tmRoot"/>
      </p:par>
    </p:tn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1"/>
          <p:cNvGraphicFramePr>
            <a:graphicFrameLocks noGrp="1"/>
          </p:cNvGraphicFramePr>
          <p:nvPr>
            <p:extLst>
              <p:ext uri="{D42A27DB-BD31-4B8C-83A1-F6EECF244321}">
                <p14:modId xmlns:p14="http://schemas.microsoft.com/office/powerpoint/2010/main" val="618016735"/>
              </p:ext>
            </p:extLst>
          </p:nvPr>
        </p:nvGraphicFramePr>
        <p:xfrm>
          <a:off x="228600" y="147266"/>
          <a:ext cx="8686800" cy="2839212"/>
        </p:xfrm>
        <a:graphic>
          <a:graphicData uri="http://schemas.openxmlformats.org/drawingml/2006/table">
            <a:tbl>
              <a:tblPr firstRow="1" firstCol="1" bandRow="1"/>
              <a:tblGrid>
                <a:gridCol w="1531918"/>
                <a:gridCol w="4046516"/>
                <a:gridCol w="3108366"/>
              </a:tblGrid>
              <a:tr h="563377">
                <a:tc>
                  <a:txBody>
                    <a:bodyPr/>
                    <a:lstStyle/>
                    <a:p>
                      <a:pPr marL="0" marR="0">
                        <a:lnSpc>
                          <a:spcPct val="115000"/>
                        </a:lnSpc>
                        <a:spcBef>
                          <a:spcPts val="0"/>
                        </a:spcBef>
                        <a:spcAft>
                          <a:spcPts val="0"/>
                        </a:spcAft>
                      </a:pPr>
                      <a:r>
                        <a:rPr lang="en-US" sz="1800" b="1" dirty="0" smtClean="0">
                          <a:solidFill>
                            <a:srgbClr val="FFFFFF"/>
                          </a:solidFill>
                          <a:effectLst/>
                          <a:latin typeface="Times New Roman"/>
                          <a:ea typeface="Calibri"/>
                          <a:cs typeface="Times New Roman"/>
                        </a:rPr>
                        <a:t>Var. Name</a:t>
                      </a:r>
                      <a:endParaRPr lang="en-US" sz="1800" dirty="0">
                        <a:effectLst/>
                        <a:latin typeface="Calibri"/>
                        <a:ea typeface="Calibri"/>
                        <a:cs typeface="Times New Roman"/>
                      </a:endParaRPr>
                    </a:p>
                    <a:p>
                      <a:pPr marL="0" marR="0">
                        <a:lnSpc>
                          <a:spcPct val="115000"/>
                        </a:lnSpc>
                        <a:spcBef>
                          <a:spcPts val="0"/>
                        </a:spcBef>
                        <a:spcAft>
                          <a:spcPts val="0"/>
                        </a:spcAft>
                      </a:pPr>
                      <a:r>
                        <a:rPr lang="en-US" sz="1800" b="1" dirty="0" smtClean="0">
                          <a:solidFill>
                            <a:srgbClr val="FFFFFF"/>
                          </a:solidFill>
                          <a:effectLst/>
                          <a:latin typeface="Times New Roman"/>
                          <a:ea typeface="Calibri"/>
                          <a:cs typeface="Times New Roman"/>
                        </a:rPr>
                        <a:t>Var. </a:t>
                      </a:r>
                      <a:r>
                        <a:rPr lang="en-US" sz="1800" b="1" dirty="0">
                          <a:solidFill>
                            <a:srgbClr val="FFFFFF"/>
                          </a:solidFill>
                          <a:effectLst/>
                          <a:latin typeface="Times New Roman"/>
                          <a:ea typeface="Calibri"/>
                          <a:cs typeface="Times New Roman"/>
                        </a:rPr>
                        <a:t>Label</a:t>
                      </a:r>
                      <a:endParaRPr lang="en-US" sz="1800" dirty="0">
                        <a:effectLst/>
                        <a:latin typeface="Calibri"/>
                        <a:ea typeface="Calibri"/>
                        <a:cs typeface="Times New Roman"/>
                      </a:endParaRPr>
                    </a:p>
                  </a:txBody>
                  <a:tcPr marL="23207" marR="23207" marT="0" marB="0" anchor="b">
                    <a:lnL w="12700" cap="flat" cmpd="sng" algn="ctr">
                      <a:solidFill>
                        <a:srgbClr val="404040"/>
                      </a:solidFill>
                      <a:prstDash val="solid"/>
                      <a:round/>
                      <a:headEnd type="none" w="med" len="med"/>
                      <a:tailEnd type="none" w="med" len="med"/>
                    </a:lnL>
                    <a:lnR>
                      <a:noFill/>
                    </a:lnR>
                    <a:lnT w="12700" cap="flat" cmpd="sng" algn="ctr">
                      <a:solidFill>
                        <a:srgbClr val="404040"/>
                      </a:solidFill>
                      <a:prstDash val="solid"/>
                      <a:round/>
                      <a:headEnd type="none" w="med" len="med"/>
                      <a:tailEnd type="none" w="med" len="med"/>
                    </a:lnT>
                    <a:lnB w="12700" cap="flat" cmpd="sng" algn="ctr">
                      <a:solidFill>
                        <a:srgbClr val="404040"/>
                      </a:solidFill>
                      <a:prstDash val="solid"/>
                      <a:round/>
                      <a:headEnd type="none" w="med" len="med"/>
                      <a:tailEnd type="none" w="med" len="med"/>
                    </a:lnB>
                    <a:solidFill>
                      <a:srgbClr val="000000"/>
                    </a:solidFill>
                  </a:tcPr>
                </a:tc>
                <a:tc>
                  <a:txBody>
                    <a:bodyPr/>
                    <a:lstStyle/>
                    <a:p>
                      <a:pPr marL="0" marR="0">
                        <a:lnSpc>
                          <a:spcPct val="115000"/>
                        </a:lnSpc>
                        <a:spcBef>
                          <a:spcPts val="0"/>
                        </a:spcBef>
                        <a:spcAft>
                          <a:spcPts val="0"/>
                        </a:spcAft>
                      </a:pPr>
                      <a:r>
                        <a:rPr lang="en-US" sz="1800" b="1" dirty="0">
                          <a:solidFill>
                            <a:srgbClr val="FFFFFF"/>
                          </a:solidFill>
                          <a:effectLst/>
                          <a:latin typeface="Times New Roman"/>
                          <a:ea typeface="Calibri"/>
                          <a:cs typeface="Times New Roman"/>
                        </a:rPr>
                        <a:t>Description</a:t>
                      </a:r>
                      <a:endParaRPr lang="en-US" sz="1800" dirty="0">
                        <a:effectLst/>
                        <a:latin typeface="Calibri"/>
                        <a:ea typeface="Calibri"/>
                        <a:cs typeface="Times New Roman"/>
                      </a:endParaRPr>
                    </a:p>
                  </a:txBody>
                  <a:tcPr marL="23207" marR="23207" marT="0" marB="0" anchor="b">
                    <a:lnL>
                      <a:noFill/>
                    </a:lnL>
                    <a:lnR>
                      <a:noFill/>
                    </a:lnR>
                    <a:lnT w="12700" cap="flat" cmpd="sng" algn="ctr">
                      <a:solidFill>
                        <a:srgbClr val="404040"/>
                      </a:solidFill>
                      <a:prstDash val="solid"/>
                      <a:round/>
                      <a:headEnd type="none" w="med" len="med"/>
                      <a:tailEnd type="none" w="med" len="med"/>
                    </a:lnT>
                    <a:lnB w="12700" cap="flat" cmpd="sng" algn="ctr">
                      <a:solidFill>
                        <a:srgbClr val="404040"/>
                      </a:solidFill>
                      <a:prstDash val="solid"/>
                      <a:round/>
                      <a:headEnd type="none" w="med" len="med"/>
                      <a:tailEnd type="none" w="med" len="med"/>
                    </a:lnB>
                    <a:solidFill>
                      <a:srgbClr val="000000"/>
                    </a:solidFill>
                  </a:tcPr>
                </a:tc>
                <a:tc>
                  <a:txBody>
                    <a:bodyPr/>
                    <a:lstStyle/>
                    <a:p>
                      <a:pPr marL="0" marR="0">
                        <a:lnSpc>
                          <a:spcPct val="115000"/>
                        </a:lnSpc>
                        <a:spcBef>
                          <a:spcPts val="0"/>
                        </a:spcBef>
                        <a:spcAft>
                          <a:spcPts val="0"/>
                        </a:spcAft>
                      </a:pPr>
                      <a:r>
                        <a:rPr lang="en-US" sz="1800" b="1" dirty="0" smtClean="0">
                          <a:solidFill>
                            <a:srgbClr val="FFFFFF"/>
                          </a:solidFill>
                          <a:effectLst/>
                          <a:latin typeface="Times New Roman"/>
                          <a:ea typeface="Calibri"/>
                          <a:cs typeface="Times New Roman"/>
                        </a:rPr>
                        <a:t>Level of Measurement</a:t>
                      </a:r>
                    </a:p>
                    <a:p>
                      <a:pPr marL="0" marR="0">
                        <a:lnSpc>
                          <a:spcPct val="115000"/>
                        </a:lnSpc>
                        <a:spcBef>
                          <a:spcPts val="0"/>
                        </a:spcBef>
                        <a:spcAft>
                          <a:spcPts val="0"/>
                        </a:spcAft>
                      </a:pPr>
                      <a:r>
                        <a:rPr lang="en-US" sz="1800" b="1" dirty="0" smtClean="0">
                          <a:solidFill>
                            <a:srgbClr val="FFFFFF"/>
                          </a:solidFill>
                          <a:effectLst/>
                          <a:latin typeface="Times New Roman"/>
                          <a:ea typeface="Calibri"/>
                          <a:cs typeface="Times New Roman"/>
                        </a:rPr>
                        <a:t>Value </a:t>
                      </a:r>
                      <a:r>
                        <a:rPr lang="en-US" sz="1800" b="1" dirty="0">
                          <a:solidFill>
                            <a:srgbClr val="FFFFFF"/>
                          </a:solidFill>
                          <a:effectLst/>
                          <a:latin typeface="Times New Roman"/>
                          <a:ea typeface="Calibri"/>
                          <a:cs typeface="Times New Roman"/>
                        </a:rPr>
                        <a:t>Range</a:t>
                      </a:r>
                      <a:endParaRPr lang="en-US" sz="1800" dirty="0">
                        <a:effectLst/>
                        <a:latin typeface="Calibri"/>
                        <a:ea typeface="Calibri"/>
                        <a:cs typeface="Times New Roman"/>
                      </a:endParaRPr>
                    </a:p>
                  </a:txBody>
                  <a:tcPr marL="23207" marR="23207" marT="0" marB="0" anchor="b">
                    <a:lnL>
                      <a:noFill/>
                    </a:lnL>
                    <a:lnR w="12700" cap="flat" cmpd="sng" algn="ctr">
                      <a:solidFill>
                        <a:srgbClr val="404040"/>
                      </a:solidFill>
                      <a:prstDash val="solid"/>
                      <a:round/>
                      <a:headEnd type="none" w="med" len="med"/>
                      <a:tailEnd type="none" w="med" len="med"/>
                    </a:lnR>
                    <a:lnT w="12700" cap="flat" cmpd="sng" algn="ctr">
                      <a:solidFill>
                        <a:srgbClr val="404040"/>
                      </a:solidFill>
                      <a:prstDash val="solid"/>
                      <a:round/>
                      <a:headEnd type="none" w="med" len="med"/>
                      <a:tailEnd type="none" w="med" len="med"/>
                    </a:lnT>
                    <a:lnB w="12700" cap="flat" cmpd="sng" algn="ctr">
                      <a:solidFill>
                        <a:srgbClr val="404040"/>
                      </a:solidFill>
                      <a:prstDash val="solid"/>
                      <a:round/>
                      <a:headEnd type="none" w="med" len="med"/>
                      <a:tailEnd type="none" w="med" len="med"/>
                    </a:lnB>
                    <a:solidFill>
                      <a:srgbClr val="000000"/>
                    </a:solidFill>
                  </a:tcPr>
                </a:tc>
              </a:tr>
              <a:tr h="274169">
                <a:tc>
                  <a:txBody>
                    <a:bodyPr/>
                    <a:lstStyle/>
                    <a:p>
                      <a:pPr marL="0" marR="0">
                        <a:lnSpc>
                          <a:spcPct val="115000"/>
                        </a:lnSpc>
                        <a:spcBef>
                          <a:spcPts val="0"/>
                        </a:spcBef>
                        <a:spcAft>
                          <a:spcPts val="0"/>
                        </a:spcAft>
                      </a:pPr>
                      <a:r>
                        <a:rPr lang="en-US" sz="1800" dirty="0">
                          <a:effectLst/>
                          <a:latin typeface="Times New Roman"/>
                          <a:ea typeface="Calibri"/>
                          <a:cs typeface="Times New Roman"/>
                        </a:rPr>
                        <a:t>Var10</a:t>
                      </a:r>
                      <a:endParaRPr lang="en-US" sz="1800" dirty="0">
                        <a:effectLst/>
                        <a:latin typeface="Calibri"/>
                        <a:ea typeface="Calibri"/>
                        <a:cs typeface="Times New Roman"/>
                      </a:endParaRPr>
                    </a:p>
                    <a:p>
                      <a:pPr marL="0" marR="0">
                        <a:lnSpc>
                          <a:spcPct val="115000"/>
                        </a:lnSpc>
                        <a:spcBef>
                          <a:spcPts val="0"/>
                        </a:spcBef>
                        <a:spcAft>
                          <a:spcPts val="0"/>
                        </a:spcAft>
                      </a:pPr>
                      <a:r>
                        <a:rPr lang="en-US" sz="1800" dirty="0">
                          <a:effectLst/>
                          <a:latin typeface="Times New Roman"/>
                          <a:ea typeface="Calibri"/>
                          <a:cs typeface="Times New Roman"/>
                        </a:rPr>
                        <a:t>Article</a:t>
                      </a:r>
                      <a:endParaRPr lang="en-US" sz="1800" dirty="0">
                        <a:effectLst/>
                        <a:latin typeface="Calibri"/>
                        <a:ea typeface="Calibri"/>
                        <a:cs typeface="Times New Roman"/>
                      </a:endParaRPr>
                    </a:p>
                  </a:txBody>
                  <a:tcPr marL="23207" marR="23207" marT="0" marB="0">
                    <a:lnL w="12700" cap="flat" cmpd="sng" algn="ctr">
                      <a:solidFill>
                        <a:srgbClr val="404040"/>
                      </a:solidFill>
                      <a:prstDash val="solid"/>
                      <a:round/>
                      <a:headEnd type="none" w="med" len="med"/>
                      <a:tailEnd type="none" w="med" len="med"/>
                    </a:lnL>
                    <a:lnR>
                      <a:noFill/>
                    </a:lnR>
                    <a:lnT w="12700" cap="flat" cmpd="sng" algn="ctr">
                      <a:solidFill>
                        <a:srgbClr val="404040"/>
                      </a:solidFill>
                      <a:prstDash val="solid"/>
                      <a:round/>
                      <a:headEnd type="none" w="med" len="med"/>
                      <a:tailEnd type="none" w="med" len="med"/>
                    </a:lnT>
                    <a:lnB w="12700" cap="flat" cmpd="sng" algn="ctr">
                      <a:solidFill>
                        <a:srgbClr val="404040"/>
                      </a:solidFill>
                      <a:prstDash val="solid"/>
                      <a:round/>
                      <a:headEnd type="none" w="med" len="med"/>
                      <a:tailEnd type="none" w="med" len="med"/>
                    </a:lnB>
                  </a:tcPr>
                </a:tc>
                <a:tc>
                  <a:txBody>
                    <a:bodyPr/>
                    <a:lstStyle/>
                    <a:p>
                      <a:pPr marL="0" marR="0">
                        <a:lnSpc>
                          <a:spcPct val="115000"/>
                        </a:lnSpc>
                        <a:spcBef>
                          <a:spcPts val="0"/>
                        </a:spcBef>
                        <a:spcAft>
                          <a:spcPts val="0"/>
                        </a:spcAft>
                      </a:pPr>
                      <a:r>
                        <a:rPr lang="en-US" sz="1800">
                          <a:effectLst/>
                          <a:latin typeface="Times New Roman"/>
                          <a:ea typeface="Calibri"/>
                          <a:cs typeface="Times New Roman"/>
                        </a:rPr>
                        <a:t>Indicates whether the technology derived from the federally-funded R&amp;D project is embodied as a published peer-reviewed journal article.</a:t>
                      </a:r>
                      <a:endParaRPr lang="en-US" sz="1800">
                        <a:effectLst/>
                        <a:latin typeface="Calibri"/>
                        <a:ea typeface="Calibri"/>
                        <a:cs typeface="Times New Roman"/>
                      </a:endParaRPr>
                    </a:p>
                  </a:txBody>
                  <a:tcPr marL="23207" marR="23207" marT="0" marB="0">
                    <a:lnL>
                      <a:noFill/>
                    </a:lnL>
                    <a:lnR>
                      <a:noFill/>
                    </a:lnR>
                    <a:lnT w="12700" cap="flat" cmpd="sng" algn="ctr">
                      <a:solidFill>
                        <a:srgbClr val="404040"/>
                      </a:solidFill>
                      <a:prstDash val="solid"/>
                      <a:round/>
                      <a:headEnd type="none" w="med" len="med"/>
                      <a:tailEnd type="none" w="med" len="med"/>
                    </a:lnT>
                    <a:lnB w="12700" cap="flat" cmpd="sng" algn="ctr">
                      <a:solidFill>
                        <a:srgbClr val="404040"/>
                      </a:solidFill>
                      <a:prstDash val="solid"/>
                      <a:round/>
                      <a:headEnd type="none" w="med" len="med"/>
                      <a:tailEnd type="none" w="med" len="med"/>
                    </a:lnB>
                  </a:tcPr>
                </a:tc>
                <a:tc>
                  <a:txBody>
                    <a:bodyPr/>
                    <a:lstStyle/>
                    <a:p>
                      <a:pPr marL="0" marR="0">
                        <a:lnSpc>
                          <a:spcPct val="115000"/>
                        </a:lnSpc>
                        <a:spcBef>
                          <a:spcPts val="0"/>
                        </a:spcBef>
                        <a:spcAft>
                          <a:spcPts val="0"/>
                        </a:spcAft>
                      </a:pPr>
                      <a:r>
                        <a:rPr lang="en-US" sz="1800" dirty="0" smtClean="0">
                          <a:effectLst/>
                          <a:latin typeface="Times New Roman"/>
                          <a:ea typeface="Calibri"/>
                          <a:cs typeface="Times New Roman"/>
                        </a:rPr>
                        <a:t>Dichotomous</a:t>
                      </a:r>
                    </a:p>
                    <a:p>
                      <a:pPr marL="0" marR="0">
                        <a:lnSpc>
                          <a:spcPct val="115000"/>
                        </a:lnSpc>
                        <a:spcBef>
                          <a:spcPts val="0"/>
                        </a:spcBef>
                        <a:spcAft>
                          <a:spcPts val="0"/>
                        </a:spcAft>
                      </a:pPr>
                      <a:r>
                        <a:rPr lang="en-US" sz="1800" dirty="0" smtClean="0">
                          <a:effectLst/>
                          <a:latin typeface="Times New Roman"/>
                          <a:ea typeface="Calibri"/>
                          <a:cs typeface="Times New Roman"/>
                        </a:rPr>
                        <a:t>0 </a:t>
                      </a:r>
                      <a:r>
                        <a:rPr lang="en-US" sz="1800" dirty="0">
                          <a:effectLst/>
                          <a:latin typeface="Times New Roman"/>
                          <a:ea typeface="Calibri"/>
                          <a:cs typeface="Times New Roman"/>
                        </a:rPr>
                        <a:t>= No</a:t>
                      </a:r>
                      <a:endParaRPr lang="en-US" sz="1800" dirty="0">
                        <a:effectLst/>
                        <a:latin typeface="Calibri"/>
                        <a:ea typeface="Calibri"/>
                        <a:cs typeface="Times New Roman"/>
                      </a:endParaRPr>
                    </a:p>
                    <a:p>
                      <a:pPr marL="0" marR="0">
                        <a:lnSpc>
                          <a:spcPct val="115000"/>
                        </a:lnSpc>
                        <a:spcBef>
                          <a:spcPts val="0"/>
                        </a:spcBef>
                        <a:spcAft>
                          <a:spcPts val="0"/>
                        </a:spcAft>
                      </a:pPr>
                      <a:r>
                        <a:rPr lang="en-US" sz="1800" dirty="0">
                          <a:effectLst/>
                          <a:latin typeface="Times New Roman"/>
                          <a:ea typeface="Calibri"/>
                          <a:cs typeface="Times New Roman"/>
                        </a:rPr>
                        <a:t>1 = Yes</a:t>
                      </a:r>
                      <a:endParaRPr lang="en-US" sz="1800" dirty="0">
                        <a:effectLst/>
                        <a:latin typeface="Calibri"/>
                        <a:ea typeface="Calibri"/>
                        <a:cs typeface="Times New Roman"/>
                      </a:endParaRPr>
                    </a:p>
                  </a:txBody>
                  <a:tcPr marL="23207" marR="23207" marT="0" marB="0">
                    <a:lnL>
                      <a:noFill/>
                    </a:lnL>
                    <a:lnR w="12700" cap="flat" cmpd="sng" algn="ctr">
                      <a:solidFill>
                        <a:srgbClr val="404040"/>
                      </a:solidFill>
                      <a:prstDash val="solid"/>
                      <a:round/>
                      <a:headEnd type="none" w="med" len="med"/>
                      <a:tailEnd type="none" w="med" len="med"/>
                    </a:lnR>
                    <a:lnT w="12700" cap="flat" cmpd="sng" algn="ctr">
                      <a:solidFill>
                        <a:srgbClr val="404040"/>
                      </a:solidFill>
                      <a:prstDash val="solid"/>
                      <a:round/>
                      <a:headEnd type="none" w="med" len="med"/>
                      <a:tailEnd type="none" w="med" len="med"/>
                    </a:lnT>
                    <a:lnB w="12700" cap="flat" cmpd="sng" algn="ctr">
                      <a:solidFill>
                        <a:srgbClr val="404040"/>
                      </a:solidFill>
                      <a:prstDash val="solid"/>
                      <a:round/>
                      <a:headEnd type="none" w="med" len="med"/>
                      <a:tailEnd type="none" w="med" len="med"/>
                    </a:lnB>
                  </a:tcPr>
                </a:tc>
              </a:tr>
              <a:tr h="519481">
                <a:tc>
                  <a:txBody>
                    <a:bodyPr/>
                    <a:lstStyle/>
                    <a:p>
                      <a:pPr marL="0" marR="0">
                        <a:lnSpc>
                          <a:spcPct val="115000"/>
                        </a:lnSpc>
                        <a:spcBef>
                          <a:spcPts val="0"/>
                        </a:spcBef>
                        <a:spcAft>
                          <a:spcPts val="0"/>
                        </a:spcAft>
                      </a:pPr>
                      <a:r>
                        <a:rPr lang="en-US" sz="1800">
                          <a:effectLst/>
                          <a:latin typeface="Times New Roman"/>
                          <a:ea typeface="Calibri"/>
                          <a:cs typeface="Times New Roman"/>
                        </a:rPr>
                        <a:t>Var11</a:t>
                      </a:r>
                      <a:endParaRPr lang="en-US" sz="1800">
                        <a:effectLst/>
                        <a:latin typeface="Calibri"/>
                        <a:ea typeface="Calibri"/>
                        <a:cs typeface="Times New Roman"/>
                      </a:endParaRPr>
                    </a:p>
                    <a:p>
                      <a:pPr marL="0" marR="0">
                        <a:lnSpc>
                          <a:spcPct val="115000"/>
                        </a:lnSpc>
                        <a:spcBef>
                          <a:spcPts val="0"/>
                        </a:spcBef>
                        <a:spcAft>
                          <a:spcPts val="0"/>
                        </a:spcAft>
                      </a:pPr>
                      <a:r>
                        <a:rPr lang="en-US" sz="1800">
                          <a:effectLst/>
                          <a:latin typeface="Times New Roman"/>
                          <a:ea typeface="Calibri"/>
                          <a:cs typeface="Times New Roman"/>
                        </a:rPr>
                        <a:t>Report</a:t>
                      </a:r>
                      <a:endParaRPr lang="en-US" sz="1800">
                        <a:effectLst/>
                        <a:latin typeface="Calibri"/>
                        <a:ea typeface="Calibri"/>
                        <a:cs typeface="Times New Roman"/>
                      </a:endParaRPr>
                    </a:p>
                  </a:txBody>
                  <a:tcPr marL="23207" marR="23207" marT="0" marB="0">
                    <a:lnL w="12700" cap="flat" cmpd="sng" algn="ctr">
                      <a:solidFill>
                        <a:srgbClr val="404040"/>
                      </a:solidFill>
                      <a:prstDash val="solid"/>
                      <a:round/>
                      <a:headEnd type="none" w="med" len="med"/>
                      <a:tailEnd type="none" w="med" len="med"/>
                    </a:lnL>
                    <a:lnR>
                      <a:noFill/>
                    </a:lnR>
                    <a:lnT w="12700" cap="flat" cmpd="sng" algn="ctr">
                      <a:solidFill>
                        <a:srgbClr val="404040"/>
                      </a:solidFill>
                      <a:prstDash val="solid"/>
                      <a:round/>
                      <a:headEnd type="none" w="med" len="med"/>
                      <a:tailEnd type="none" w="med" len="med"/>
                    </a:lnT>
                    <a:lnB w="12700" cap="flat" cmpd="sng" algn="ctr">
                      <a:solidFill>
                        <a:srgbClr val="404040"/>
                      </a:solidFill>
                      <a:prstDash val="solid"/>
                      <a:round/>
                      <a:headEnd type="none" w="med" len="med"/>
                      <a:tailEnd type="none" w="med" len="med"/>
                    </a:lnB>
                    <a:solidFill>
                      <a:srgbClr val="C0C0C0"/>
                    </a:solidFill>
                  </a:tcPr>
                </a:tc>
                <a:tc>
                  <a:txBody>
                    <a:bodyPr/>
                    <a:lstStyle/>
                    <a:p>
                      <a:pPr marL="0" marR="0">
                        <a:lnSpc>
                          <a:spcPct val="115000"/>
                        </a:lnSpc>
                        <a:spcBef>
                          <a:spcPts val="0"/>
                        </a:spcBef>
                        <a:spcAft>
                          <a:spcPts val="0"/>
                        </a:spcAft>
                      </a:pPr>
                      <a:r>
                        <a:rPr lang="en-US" sz="1800">
                          <a:effectLst/>
                          <a:latin typeface="Times New Roman"/>
                          <a:ea typeface="Calibri"/>
                          <a:cs typeface="Times New Roman"/>
                        </a:rPr>
                        <a:t>Indicates whether the technology derived from the federally-funded R&amp;D project is embodied as a project report.</a:t>
                      </a:r>
                      <a:endParaRPr lang="en-US" sz="1800">
                        <a:effectLst/>
                        <a:latin typeface="Calibri"/>
                        <a:ea typeface="Calibri"/>
                        <a:cs typeface="Times New Roman"/>
                      </a:endParaRPr>
                    </a:p>
                  </a:txBody>
                  <a:tcPr marL="23207" marR="23207" marT="0" marB="0">
                    <a:lnL>
                      <a:noFill/>
                    </a:lnL>
                    <a:lnR>
                      <a:noFill/>
                    </a:lnR>
                    <a:lnT w="12700" cap="flat" cmpd="sng" algn="ctr">
                      <a:solidFill>
                        <a:srgbClr val="404040"/>
                      </a:solidFill>
                      <a:prstDash val="solid"/>
                      <a:round/>
                      <a:headEnd type="none" w="med" len="med"/>
                      <a:tailEnd type="none" w="med" len="med"/>
                    </a:lnT>
                    <a:lnB w="12700" cap="flat" cmpd="sng" algn="ctr">
                      <a:solidFill>
                        <a:srgbClr val="404040"/>
                      </a:solidFill>
                      <a:prstDash val="solid"/>
                      <a:round/>
                      <a:headEnd type="none" w="med" len="med"/>
                      <a:tailEnd type="none" w="med" len="med"/>
                    </a:lnB>
                    <a:solidFill>
                      <a:srgbClr val="C0C0C0"/>
                    </a:solidFill>
                  </a:tcPr>
                </a:tc>
                <a:tc>
                  <a:txBody>
                    <a:bodyPr/>
                    <a:lstStyle/>
                    <a:p>
                      <a:pPr marL="0" marR="0">
                        <a:lnSpc>
                          <a:spcPct val="115000"/>
                        </a:lnSpc>
                        <a:spcBef>
                          <a:spcPts val="0"/>
                        </a:spcBef>
                        <a:spcAft>
                          <a:spcPts val="0"/>
                        </a:spcAft>
                      </a:pPr>
                      <a:r>
                        <a:rPr lang="en-US" sz="1800" dirty="0" smtClean="0">
                          <a:effectLst/>
                          <a:latin typeface="Times New Roman"/>
                          <a:ea typeface="Calibri"/>
                          <a:cs typeface="Times New Roman"/>
                        </a:rPr>
                        <a:t>Dichotomous</a:t>
                      </a:r>
                    </a:p>
                    <a:p>
                      <a:pPr marL="0" marR="0">
                        <a:lnSpc>
                          <a:spcPct val="115000"/>
                        </a:lnSpc>
                        <a:spcBef>
                          <a:spcPts val="0"/>
                        </a:spcBef>
                        <a:spcAft>
                          <a:spcPts val="0"/>
                        </a:spcAft>
                      </a:pPr>
                      <a:r>
                        <a:rPr lang="en-US" sz="1800" dirty="0" smtClean="0">
                          <a:effectLst/>
                          <a:latin typeface="Times New Roman"/>
                          <a:ea typeface="Calibri"/>
                          <a:cs typeface="Times New Roman"/>
                        </a:rPr>
                        <a:t>0 </a:t>
                      </a:r>
                      <a:r>
                        <a:rPr lang="en-US" sz="1800" dirty="0">
                          <a:effectLst/>
                          <a:latin typeface="Times New Roman"/>
                          <a:ea typeface="Calibri"/>
                          <a:cs typeface="Times New Roman"/>
                        </a:rPr>
                        <a:t>= No</a:t>
                      </a:r>
                      <a:endParaRPr lang="en-US" sz="1800" dirty="0">
                        <a:effectLst/>
                        <a:latin typeface="Calibri"/>
                        <a:ea typeface="Calibri"/>
                        <a:cs typeface="Times New Roman"/>
                      </a:endParaRPr>
                    </a:p>
                    <a:p>
                      <a:pPr marL="0" marR="0">
                        <a:lnSpc>
                          <a:spcPct val="115000"/>
                        </a:lnSpc>
                        <a:spcBef>
                          <a:spcPts val="0"/>
                        </a:spcBef>
                        <a:spcAft>
                          <a:spcPts val="0"/>
                        </a:spcAft>
                      </a:pPr>
                      <a:r>
                        <a:rPr lang="en-US" sz="1800" dirty="0">
                          <a:effectLst/>
                          <a:latin typeface="Times New Roman"/>
                          <a:ea typeface="Calibri"/>
                          <a:cs typeface="Times New Roman"/>
                        </a:rPr>
                        <a:t>1 = Yes</a:t>
                      </a:r>
                      <a:endParaRPr lang="en-US" sz="1800" dirty="0">
                        <a:effectLst/>
                        <a:latin typeface="Calibri"/>
                        <a:ea typeface="Calibri"/>
                        <a:cs typeface="Times New Roman"/>
                      </a:endParaRPr>
                    </a:p>
                  </a:txBody>
                  <a:tcPr marL="23207" marR="23207" marT="0" marB="0">
                    <a:lnL>
                      <a:noFill/>
                    </a:lnL>
                    <a:lnR w="12700" cap="flat" cmpd="sng" algn="ctr">
                      <a:solidFill>
                        <a:srgbClr val="404040"/>
                      </a:solidFill>
                      <a:prstDash val="solid"/>
                      <a:round/>
                      <a:headEnd type="none" w="med" len="med"/>
                      <a:tailEnd type="none" w="med" len="med"/>
                    </a:lnR>
                    <a:lnT w="12700" cap="flat" cmpd="sng" algn="ctr">
                      <a:solidFill>
                        <a:srgbClr val="404040"/>
                      </a:solidFill>
                      <a:prstDash val="solid"/>
                      <a:round/>
                      <a:headEnd type="none" w="med" len="med"/>
                      <a:tailEnd type="none" w="med" len="med"/>
                    </a:lnT>
                    <a:lnB w="12700" cap="flat" cmpd="sng" algn="ctr">
                      <a:solidFill>
                        <a:srgbClr val="404040"/>
                      </a:solidFill>
                      <a:prstDash val="solid"/>
                      <a:round/>
                      <a:headEnd type="none" w="med" len="med"/>
                      <a:tailEnd type="none" w="med" len="med"/>
                    </a:lnB>
                    <a:solidFill>
                      <a:srgbClr val="C0C0C0"/>
                    </a:solidFill>
                  </a:tcPr>
                </a:tc>
              </a:tr>
            </a:tbl>
          </a:graphicData>
        </a:graphic>
      </p:graphicFrame>
    </p:spTree>
    <p:extLst>
      <p:ext uri="{BB962C8B-B14F-4D97-AF65-F5344CB8AC3E}">
        <p14:creationId xmlns:p14="http://schemas.microsoft.com/office/powerpoint/2010/main" val="2926164005"/>
      </p:ext>
    </p:extLst>
  </p:cSld>
  <p:clrMapOvr>
    <a:masterClrMapping/>
  </p:clrMapOvr>
  <p:timing>
    <p:tnLst>
      <p:par>
        <p:cTn id="1" dur="indefinite" restart="never" nodeType="tmRoot"/>
      </p:par>
    </p:tn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0" y="1920240"/>
            <a:ext cx="9144000" cy="523220"/>
          </a:xfrm>
          <a:prstGeom prst="rect">
            <a:avLst/>
          </a:prstGeom>
          <a:noFill/>
        </p:spPr>
        <p:txBody>
          <a:bodyPr wrap="square" rtlCol="0">
            <a:spAutoFit/>
          </a:bodyPr>
          <a:lstStyle/>
          <a:p>
            <a:pPr algn="ctr"/>
            <a:r>
              <a:rPr lang="en-US" sz="2800" b="1" dirty="0" smtClean="0"/>
              <a:t>Data Collection</a:t>
            </a:r>
            <a:endParaRPr lang="en-US" sz="2800" b="1" dirty="0"/>
          </a:p>
        </p:txBody>
      </p:sp>
    </p:spTree>
    <p:extLst>
      <p:ext uri="{BB962C8B-B14F-4D97-AF65-F5344CB8AC3E}">
        <p14:creationId xmlns:p14="http://schemas.microsoft.com/office/powerpoint/2010/main" val="1630370880"/>
      </p:ext>
    </p:extLst>
  </p:cSld>
  <p:clrMapOvr>
    <a:masterClrMapping/>
  </p:clrMapOvr>
  <p:timing>
    <p:tnLst>
      <p:par>
        <p:cTn id="1" dur="indefinite" restart="never" nodeType="tmRoot"/>
      </p:par>
    </p:tn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1"/>
          <p:cNvGrpSpPr/>
          <p:nvPr/>
        </p:nvGrpSpPr>
        <p:grpSpPr>
          <a:xfrm>
            <a:off x="2062163" y="182880"/>
            <a:ext cx="5019675" cy="5371624"/>
            <a:chOff x="280988" y="242888"/>
            <a:chExt cx="5019675" cy="5371624"/>
          </a:xfrm>
        </p:grpSpPr>
        <p:pic>
          <p:nvPicPr>
            <p:cNvPr id="6146" name="Picture 2"/>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280988" y="242888"/>
              <a:ext cx="5019675" cy="1457325"/>
            </a:xfrm>
            <a:prstGeom prst="rect">
              <a:avLst/>
            </a:prstGeom>
            <a:noFill/>
            <a:ln w="9525">
              <a:noFill/>
              <a:miter lim="800000"/>
              <a:headEnd/>
              <a:tailEnd/>
            </a:ln>
            <a:extLst>
              <a:ext uri="{909E8E84-426E-40DD-AFC4-6F175D3DCCD1}">
                <a14:hiddenFill xmlns:a14="http://schemas.microsoft.com/office/drawing/2010/main">
                  <a:solidFill>
                    <a:schemeClr val="accent1"/>
                  </a:solidFill>
                </a14:hiddenFill>
              </a:ext>
            </a:extLst>
          </p:spPr>
        </p:pic>
        <p:pic>
          <p:nvPicPr>
            <p:cNvPr id="6147" name="Picture 3"/>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798195" y="1566863"/>
              <a:ext cx="4206240" cy="4047649"/>
            </a:xfrm>
            <a:prstGeom prst="rect">
              <a:avLst/>
            </a:prstGeom>
            <a:noFill/>
            <a:ln w="9525">
              <a:noFill/>
              <a:miter lim="800000"/>
              <a:headEnd/>
              <a:tailEnd/>
            </a:ln>
            <a:extLst>
              <a:ext uri="{909E8E84-426E-40DD-AFC4-6F175D3DCCD1}">
                <a14:hiddenFill xmlns:a14="http://schemas.microsoft.com/office/drawing/2010/main">
                  <a:solidFill>
                    <a:schemeClr val="accent1"/>
                  </a:solidFill>
                </a14:hiddenFill>
              </a:ext>
            </a:extLst>
          </p:spPr>
        </p:pic>
      </p:grpSp>
    </p:spTree>
    <p:extLst>
      <p:ext uri="{BB962C8B-B14F-4D97-AF65-F5344CB8AC3E}">
        <p14:creationId xmlns:p14="http://schemas.microsoft.com/office/powerpoint/2010/main" val="4137386860"/>
      </p:ext>
    </p:extLst>
  </p:cSld>
  <p:clrMapOvr>
    <a:masterClrMapping/>
  </p:clrMapOvr>
  <p:timing>
    <p:tnLst>
      <p:par>
        <p:cTn id="1" dur="indefinite" restart="never" nodeType="tmRoot"/>
      </p:par>
    </p:tn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146" name="Picture 2"/>
          <p:cNvPicPr>
            <a:picLocks noChangeAspect="1" noChangeArrowheads="1"/>
          </p:cNvPicPr>
          <p:nvPr/>
        </p:nvPicPr>
        <p:blipFill rotWithShape="1">
          <a:blip r:embed="rId3">
            <a:extLst>
              <a:ext uri="{28A0092B-C50C-407E-A947-70E740481C1C}">
                <a14:useLocalDpi xmlns:a14="http://schemas.microsoft.com/office/drawing/2010/main" val="0"/>
              </a:ext>
            </a:extLst>
          </a:blip>
          <a:srcRect l="26377" t="12663" r="27623" b="7955"/>
          <a:stretch/>
        </p:blipFill>
        <p:spPr bwMode="auto">
          <a:xfrm>
            <a:off x="1744653" y="142503"/>
            <a:ext cx="5654694" cy="5486400"/>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spTree>
    <p:extLst>
      <p:ext uri="{BB962C8B-B14F-4D97-AF65-F5344CB8AC3E}">
        <p14:creationId xmlns:p14="http://schemas.microsoft.com/office/powerpoint/2010/main" val="2358795678"/>
      </p:ext>
    </p:extLst>
  </p:cSld>
  <p:clrMapOvr>
    <a:masterClrMapping/>
  </p:clrMapOvr>
  <p:timing>
    <p:tnLst>
      <p:par>
        <p:cTn id="1" dur="indefinite" restart="never" nodeType="tmRoot"/>
      </p:par>
    </p:tnLst>
  </p:timing>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171" name="Picture 3"/>
          <p:cNvPicPr>
            <a:picLocks noChangeAspect="1" noChangeArrowheads="1"/>
          </p:cNvPicPr>
          <p:nvPr/>
        </p:nvPicPr>
        <p:blipFill rotWithShape="1">
          <a:blip r:embed="rId3">
            <a:extLst>
              <a:ext uri="{28A0092B-C50C-407E-A947-70E740481C1C}">
                <a14:useLocalDpi xmlns:a14="http://schemas.microsoft.com/office/drawing/2010/main" val="0"/>
              </a:ext>
            </a:extLst>
          </a:blip>
          <a:srcRect t="12478" b="5471"/>
          <a:stretch/>
        </p:blipFill>
        <p:spPr bwMode="auto">
          <a:xfrm>
            <a:off x="91440" y="182880"/>
            <a:ext cx="8961120" cy="4133850"/>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spTree>
    <p:extLst>
      <p:ext uri="{BB962C8B-B14F-4D97-AF65-F5344CB8AC3E}">
        <p14:creationId xmlns:p14="http://schemas.microsoft.com/office/powerpoint/2010/main" val="3686632393"/>
      </p:ext>
    </p:extLst>
  </p:cSld>
  <p:clrMapOvr>
    <a:masterClrMapping/>
  </p:clrMapOvr>
  <p:timing>
    <p:tnLst>
      <p:par>
        <p:cTn id="1" dur="indefinite" restart="never" nodeType="tmRoot"/>
      </p:par>
    </p:tnLst>
  </p:timing>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8194" name="Picture 2"/>
          <p:cNvPicPr>
            <a:picLocks noChangeAspect="1" noChangeArrowheads="1"/>
          </p:cNvPicPr>
          <p:nvPr/>
        </p:nvPicPr>
        <p:blipFill rotWithShape="1">
          <a:blip r:embed="rId3">
            <a:extLst>
              <a:ext uri="{28A0092B-C50C-407E-A947-70E740481C1C}">
                <a14:useLocalDpi xmlns:a14="http://schemas.microsoft.com/office/drawing/2010/main" val="0"/>
              </a:ext>
            </a:extLst>
          </a:blip>
          <a:srcRect t="13363" b="36183"/>
          <a:stretch/>
        </p:blipFill>
        <p:spPr bwMode="auto">
          <a:xfrm>
            <a:off x="91440" y="182880"/>
            <a:ext cx="8961120" cy="2541877"/>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pic>
        <p:nvPicPr>
          <p:cNvPr id="8195" name="Picture 3"/>
          <p:cNvPicPr>
            <a:picLocks noChangeAspect="1" noChangeArrowheads="1"/>
          </p:cNvPicPr>
          <p:nvPr/>
        </p:nvPicPr>
        <p:blipFill rotWithShape="1">
          <a:blip r:embed="rId4">
            <a:extLst>
              <a:ext uri="{28A0092B-C50C-407E-A947-70E740481C1C}">
                <a14:useLocalDpi xmlns:a14="http://schemas.microsoft.com/office/drawing/2010/main" val="0"/>
              </a:ext>
            </a:extLst>
          </a:blip>
          <a:srcRect l="26381" t="12927" r="23111" b="33214"/>
          <a:stretch/>
        </p:blipFill>
        <p:spPr bwMode="auto">
          <a:xfrm>
            <a:off x="2586037" y="3154875"/>
            <a:ext cx="3971926" cy="2381250"/>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spTree>
    <p:extLst>
      <p:ext uri="{BB962C8B-B14F-4D97-AF65-F5344CB8AC3E}">
        <p14:creationId xmlns:p14="http://schemas.microsoft.com/office/powerpoint/2010/main" val="3456943563"/>
      </p:ext>
    </p:extLst>
  </p:cSld>
  <p:clrMapOvr>
    <a:masterClrMapping/>
  </p:clrMapOvr>
  <p:timing>
    <p:tnLst>
      <p:par>
        <p:cTn id="1" dur="indefinite" restart="never" nodeType="tmRoot"/>
      </p:par>
    </p:tnLst>
  </p:timing>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9218" name="Picture 2"/>
          <p:cNvPicPr>
            <a:picLocks noChangeAspect="1" noChangeArrowheads="1"/>
          </p:cNvPicPr>
          <p:nvPr/>
        </p:nvPicPr>
        <p:blipFill rotWithShape="1">
          <a:blip r:embed="rId3">
            <a:extLst>
              <a:ext uri="{28A0092B-C50C-407E-A947-70E740481C1C}">
                <a14:useLocalDpi xmlns:a14="http://schemas.microsoft.com/office/drawing/2010/main" val="0"/>
              </a:ext>
            </a:extLst>
          </a:blip>
          <a:srcRect t="12493" b="5717"/>
          <a:stretch/>
        </p:blipFill>
        <p:spPr bwMode="auto">
          <a:xfrm>
            <a:off x="91440" y="182880"/>
            <a:ext cx="8961120" cy="4120737"/>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spTree>
    <p:extLst>
      <p:ext uri="{BB962C8B-B14F-4D97-AF65-F5344CB8AC3E}">
        <p14:creationId xmlns:p14="http://schemas.microsoft.com/office/powerpoint/2010/main" val="3417014812"/>
      </p:ext>
    </p:extLst>
  </p:cSld>
  <p:clrMapOvr>
    <a:masterClrMapping/>
  </p:clrMapOvr>
  <p:timing>
    <p:tnLst>
      <p:par>
        <p:cTn id="1" dur="indefinite" restart="never" nodeType="tmRoot"/>
      </p:par>
    </p:tnLst>
  </p:timing>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4"/>
          <p:cNvPicPr>
            <a:picLocks noChangeAspect="1" noChangeArrowheads="1"/>
          </p:cNvPicPr>
          <p:nvPr/>
        </p:nvPicPr>
        <p:blipFill rotWithShape="1">
          <a:blip r:embed="rId3">
            <a:extLst>
              <a:ext uri="{28A0092B-C50C-407E-A947-70E740481C1C}">
                <a14:useLocalDpi xmlns:a14="http://schemas.microsoft.com/office/drawing/2010/main" val="0"/>
              </a:ext>
            </a:extLst>
          </a:blip>
          <a:srcRect t="12735" b="5443"/>
          <a:stretch/>
        </p:blipFill>
        <p:spPr bwMode="auto">
          <a:xfrm>
            <a:off x="91440" y="182880"/>
            <a:ext cx="8961120" cy="4122324"/>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spTree>
    <p:extLst>
      <p:ext uri="{BB962C8B-B14F-4D97-AF65-F5344CB8AC3E}">
        <p14:creationId xmlns:p14="http://schemas.microsoft.com/office/powerpoint/2010/main" val="797160945"/>
      </p:ext>
    </p:extLst>
  </p:cSld>
  <p:clrMapOvr>
    <a:masterClrMapping/>
  </p:clrMapOvr>
  <p:timing>
    <p:tnLst>
      <p:par>
        <p:cTn id="1" dur="indefinite" restart="never" nodeType="tmRoot"/>
      </p:par>
    </p:tnLst>
  </p:timing>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0242" name="Picture 2"/>
          <p:cNvPicPr>
            <a:picLocks noChangeAspect="1" noChangeArrowheads="1"/>
          </p:cNvPicPr>
          <p:nvPr/>
        </p:nvPicPr>
        <p:blipFill rotWithShape="1">
          <a:blip r:embed="rId3">
            <a:extLst>
              <a:ext uri="{28A0092B-C50C-407E-A947-70E740481C1C}">
                <a14:useLocalDpi xmlns:a14="http://schemas.microsoft.com/office/drawing/2010/main" val="0"/>
              </a:ext>
            </a:extLst>
          </a:blip>
          <a:srcRect t="12493" b="5482"/>
          <a:stretch/>
        </p:blipFill>
        <p:spPr bwMode="auto">
          <a:xfrm>
            <a:off x="91440" y="182880"/>
            <a:ext cx="8961120" cy="4132613"/>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spTree>
    <p:extLst>
      <p:ext uri="{BB962C8B-B14F-4D97-AF65-F5344CB8AC3E}">
        <p14:creationId xmlns:p14="http://schemas.microsoft.com/office/powerpoint/2010/main" val="1293839123"/>
      </p:ext>
    </p:extLst>
  </p:cSld>
  <p:clrMapOvr>
    <a:masterClrMapping/>
  </p:clrMapOvr>
  <p:timing>
    <p:tnLst>
      <p:par>
        <p:cTn id="1" dur="indefinite" restart="never" nodeType="tmRoot"/>
      </p:par>
    </p:tnLst>
  </p:timing>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0" y="1920240"/>
            <a:ext cx="9144000" cy="523220"/>
          </a:xfrm>
          <a:prstGeom prst="rect">
            <a:avLst/>
          </a:prstGeom>
          <a:noFill/>
        </p:spPr>
        <p:txBody>
          <a:bodyPr wrap="square" rtlCol="0">
            <a:spAutoFit/>
          </a:bodyPr>
          <a:lstStyle/>
          <a:p>
            <a:pPr algn="ctr"/>
            <a:r>
              <a:rPr lang="en-US" sz="2800" b="1" dirty="0" smtClean="0"/>
              <a:t>Data Analysis</a:t>
            </a:r>
            <a:endParaRPr lang="en-US" sz="2800" b="1" dirty="0"/>
          </a:p>
        </p:txBody>
      </p:sp>
    </p:spTree>
    <p:extLst>
      <p:ext uri="{BB962C8B-B14F-4D97-AF65-F5344CB8AC3E}">
        <p14:creationId xmlns:p14="http://schemas.microsoft.com/office/powerpoint/2010/main" val="3648361403"/>
      </p:ext>
    </p:extLst>
  </p:cSld>
  <p:clrMapOvr>
    <a:masterClrMapping/>
  </p:clrMapOvr>
  <p:timing>
    <p:tnLst>
      <p:par>
        <p:cTn id="1" dur="indefinite" restart="never" nodeType="tmRoot"/>
      </p:par>
    </p:tnLst>
  </p:timing>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2" name="Rectangle 1"/>
              <p:cNvSpPr/>
              <p:nvPr/>
            </p:nvSpPr>
            <p:spPr>
              <a:xfrm>
                <a:off x="0" y="712598"/>
                <a:ext cx="9144000" cy="1039708"/>
              </a:xfrm>
              <a:prstGeom prst="rect">
                <a:avLst/>
              </a:prstGeom>
            </p:spPr>
            <p:txBody>
              <a:bodyPr wrap="square" lIns="9144" rIns="9144">
                <a:spAutoFit/>
              </a:bodyPr>
              <a:lstStyle/>
              <a:p>
                <a:pPr marL="228600" marR="0">
                  <a:lnSpc>
                    <a:spcPct val="114000"/>
                  </a:lnSpc>
                  <a:spcBef>
                    <a:spcPts val="0"/>
                  </a:spcBef>
                  <a:spcAft>
                    <a:spcPts val="0"/>
                  </a:spcAft>
                </a:pPr>
                <a:r>
                  <a:rPr lang="en-US" dirty="0" smtClean="0">
                    <a:ea typeface="Calibri"/>
                    <a:cs typeface="Times New Roman"/>
                  </a:rPr>
                  <a:t>Logit[</a:t>
                </a:r>
                <a14:m>
                  <m:oMath xmlns:m="http://schemas.openxmlformats.org/officeDocument/2006/math">
                    <m:r>
                      <a:rPr lang="en-US" i="1" dirty="0" smtClean="0">
                        <a:latin typeface="Cambria Math"/>
                        <a:ea typeface="Calibri"/>
                        <a:cs typeface="Times New Roman"/>
                      </a:rPr>
                      <m:t>𝑝</m:t>
                    </m:r>
                  </m:oMath>
                </a14:m>
                <a:r>
                  <a:rPr lang="en-US" dirty="0" smtClean="0">
                    <a:latin typeface="Courier New"/>
                    <a:ea typeface="Calibri"/>
                    <a:cs typeface="Times New Roman"/>
                  </a:rPr>
                  <a:t>(</a:t>
                </a:r>
                <a:r>
                  <a:rPr lang="en-US" dirty="0" err="1" smtClean="0">
                    <a:latin typeface="Courier New"/>
                    <a:ea typeface="Calibri"/>
                    <a:cs typeface="Times New Roman"/>
                  </a:rPr>
                  <a:t>TechTran</a:t>
                </a:r>
                <a:r>
                  <a:rPr lang="en-US" dirty="0" smtClean="0">
                    <a:latin typeface="Courier New"/>
                    <a:ea typeface="Calibri"/>
                    <a:cs typeface="Times New Roman"/>
                  </a:rPr>
                  <a:t>=1)</a:t>
                </a:r>
                <a:r>
                  <a:rPr lang="en-US" dirty="0" smtClean="0">
                    <a:ea typeface="Calibri"/>
                    <a:cs typeface="Times New Roman"/>
                  </a:rPr>
                  <a:t>] </a:t>
                </a:r>
                <a:r>
                  <a:rPr lang="en-US" dirty="0" smtClean="0">
                    <a:latin typeface="Times New Roman"/>
                    <a:ea typeface="Calibri"/>
                    <a:cs typeface="Times New Roman"/>
                  </a:rPr>
                  <a:t>=  β</a:t>
                </a:r>
                <a:r>
                  <a:rPr lang="en-US" baseline="-25000" dirty="0" smtClean="0">
                    <a:latin typeface="Times New Roman"/>
                    <a:ea typeface="Calibri"/>
                    <a:cs typeface="Times New Roman"/>
                  </a:rPr>
                  <a:t>0</a:t>
                </a:r>
                <a:r>
                  <a:rPr lang="en-US" dirty="0" smtClean="0">
                    <a:ea typeface="Calibri"/>
                    <a:cs typeface="Times New Roman"/>
                  </a:rPr>
                  <a:t> + </a:t>
                </a:r>
                <a:r>
                  <a:rPr lang="en-US" dirty="0" smtClean="0">
                    <a:latin typeface="Times New Roman"/>
                    <a:ea typeface="Calibri"/>
                    <a:cs typeface="Times New Roman"/>
                  </a:rPr>
                  <a:t>β</a:t>
                </a:r>
                <a:r>
                  <a:rPr lang="en-US" baseline="-25000" dirty="0" smtClean="0">
                    <a:latin typeface="Times New Roman"/>
                    <a:ea typeface="Calibri"/>
                    <a:cs typeface="Times New Roman"/>
                  </a:rPr>
                  <a:t>1</a:t>
                </a:r>
                <a:r>
                  <a:rPr lang="en-US" dirty="0" smtClean="0">
                    <a:ea typeface="Calibri"/>
                    <a:cs typeface="Times New Roman"/>
                  </a:rPr>
                  <a:t>(Variable) </a:t>
                </a:r>
                <a:r>
                  <a:rPr lang="en-US" dirty="0">
                    <a:ea typeface="Calibri"/>
                    <a:cs typeface="Times New Roman"/>
                  </a:rPr>
                  <a:t>+ </a:t>
                </a:r>
                <a:r>
                  <a:rPr lang="en-US" dirty="0" smtClean="0">
                    <a:latin typeface="Times New Roman"/>
                    <a:ea typeface="Calibri"/>
                    <a:cs typeface="Times New Roman"/>
                  </a:rPr>
                  <a:t>β</a:t>
                </a:r>
                <a:r>
                  <a:rPr lang="en-US" baseline="-25000" dirty="0" smtClean="0">
                    <a:latin typeface="Times New Roman"/>
                    <a:ea typeface="Calibri"/>
                    <a:cs typeface="Times New Roman"/>
                  </a:rPr>
                  <a:t>2</a:t>
                </a:r>
                <a:r>
                  <a:rPr lang="en-US" dirty="0">
                    <a:ea typeface="Calibri"/>
                    <a:cs typeface="Times New Roman"/>
                  </a:rPr>
                  <a:t>(</a:t>
                </a:r>
                <a:r>
                  <a:rPr lang="en-US" dirty="0" err="1" smtClean="0">
                    <a:latin typeface="Courier New"/>
                    <a:ea typeface="Calibri"/>
                    <a:cs typeface="Times New Roman"/>
                  </a:rPr>
                  <a:t>TechCat</a:t>
                </a:r>
                <a:r>
                  <a:rPr lang="en-US" dirty="0" smtClean="0">
                    <a:ea typeface="Calibri"/>
                    <a:cs typeface="Times New Roman"/>
                  </a:rPr>
                  <a:t>) </a:t>
                </a:r>
                <a:r>
                  <a:rPr lang="en-US" dirty="0">
                    <a:ea typeface="Calibri"/>
                    <a:cs typeface="Times New Roman"/>
                  </a:rPr>
                  <a:t>+ </a:t>
                </a:r>
                <a:r>
                  <a:rPr lang="en-US" dirty="0" smtClean="0">
                    <a:latin typeface="Times New Roman"/>
                    <a:ea typeface="Calibri"/>
                    <a:cs typeface="Times New Roman"/>
                  </a:rPr>
                  <a:t>β</a:t>
                </a:r>
                <a:r>
                  <a:rPr lang="en-US" baseline="-25000" dirty="0" smtClean="0">
                    <a:latin typeface="Times New Roman"/>
                    <a:ea typeface="Calibri"/>
                    <a:cs typeface="Times New Roman"/>
                  </a:rPr>
                  <a:t>3</a:t>
                </a:r>
                <a:r>
                  <a:rPr lang="en-US" dirty="0">
                    <a:ea typeface="Calibri"/>
                    <a:cs typeface="Times New Roman"/>
                  </a:rPr>
                  <a:t>(</a:t>
                </a:r>
                <a:r>
                  <a:rPr lang="en-US" dirty="0" err="1" smtClean="0">
                    <a:latin typeface="Courier New"/>
                    <a:ea typeface="Calibri"/>
                    <a:cs typeface="Times New Roman"/>
                  </a:rPr>
                  <a:t>InstitutionSize</a:t>
                </a:r>
                <a:r>
                  <a:rPr lang="en-US" dirty="0" smtClean="0">
                    <a:ea typeface="Calibri"/>
                    <a:cs typeface="Times New Roman"/>
                  </a:rPr>
                  <a:t>) </a:t>
                </a:r>
                <a:r>
                  <a:rPr lang="en-US" dirty="0">
                    <a:latin typeface="Times New Roman"/>
                    <a:ea typeface="Calibri"/>
                    <a:cs typeface="Times New Roman"/>
                  </a:rPr>
                  <a:t>+ </a:t>
                </a:r>
                <a:r>
                  <a:rPr lang="en-US" dirty="0" smtClean="0">
                    <a:ea typeface="Calibri"/>
                    <a:cs typeface="Times New Roman"/>
                  </a:rPr>
                  <a:t>	</a:t>
                </a:r>
                <a:r>
                  <a:rPr lang="en-US" dirty="0" smtClean="0">
                    <a:latin typeface="Times New Roman"/>
                    <a:ea typeface="Calibri"/>
                    <a:cs typeface="Times New Roman"/>
                  </a:rPr>
                  <a:t>		</a:t>
                </a:r>
                <a:r>
                  <a:rPr lang="en-US" dirty="0">
                    <a:latin typeface="Times New Roman"/>
                    <a:ea typeface="Calibri"/>
                    <a:cs typeface="Times New Roman"/>
                  </a:rPr>
                  <a:t> </a:t>
                </a:r>
                <a:r>
                  <a:rPr lang="en-US" dirty="0" smtClean="0">
                    <a:latin typeface="Times New Roman"/>
                    <a:ea typeface="Calibri"/>
                    <a:cs typeface="Times New Roman"/>
                  </a:rPr>
                  <a:t> β</a:t>
                </a:r>
                <a:r>
                  <a:rPr lang="en-US" baseline="-25000" dirty="0" smtClean="0">
                    <a:latin typeface="Times New Roman"/>
                    <a:ea typeface="Calibri"/>
                    <a:cs typeface="Times New Roman"/>
                  </a:rPr>
                  <a:t>4</a:t>
                </a:r>
                <a:r>
                  <a:rPr lang="en-US" dirty="0">
                    <a:ea typeface="Calibri"/>
                    <a:cs typeface="Times New Roman"/>
                  </a:rPr>
                  <a:t>(</a:t>
                </a:r>
                <a:r>
                  <a:rPr lang="en-US" dirty="0" err="1" smtClean="0">
                    <a:latin typeface="Courier New"/>
                    <a:ea typeface="Calibri"/>
                    <a:cs typeface="Times New Roman"/>
                  </a:rPr>
                  <a:t>AllowedPatent</a:t>
                </a:r>
                <a:r>
                  <a:rPr lang="en-US" dirty="0" smtClean="0">
                    <a:ea typeface="Calibri"/>
                    <a:cs typeface="Times New Roman"/>
                  </a:rPr>
                  <a:t>) </a:t>
                </a:r>
                <a:r>
                  <a:rPr lang="en-US" dirty="0">
                    <a:ea typeface="Calibri"/>
                    <a:cs typeface="Times New Roman"/>
                  </a:rPr>
                  <a:t>+ </a:t>
                </a:r>
                <a:r>
                  <a:rPr lang="en-US" dirty="0" smtClean="0">
                    <a:latin typeface="Times New Roman"/>
                    <a:ea typeface="Calibri"/>
                    <a:cs typeface="Times New Roman"/>
                  </a:rPr>
                  <a:t>β</a:t>
                </a:r>
                <a:r>
                  <a:rPr lang="en-US" baseline="-25000" dirty="0" smtClean="0">
                    <a:latin typeface="Times New Roman"/>
                    <a:ea typeface="Calibri"/>
                    <a:cs typeface="Times New Roman"/>
                  </a:rPr>
                  <a:t>5</a:t>
                </a:r>
                <a:r>
                  <a:rPr lang="en-US" dirty="0">
                    <a:ea typeface="Calibri"/>
                    <a:cs typeface="Times New Roman"/>
                  </a:rPr>
                  <a:t>(</a:t>
                </a:r>
                <a:r>
                  <a:rPr lang="en-US" dirty="0" err="1" smtClean="0">
                    <a:latin typeface="Courier New"/>
                    <a:ea typeface="Calibri"/>
                    <a:cs typeface="Times New Roman"/>
                  </a:rPr>
                  <a:t>PatentApp</a:t>
                </a:r>
                <a:r>
                  <a:rPr lang="en-US" dirty="0" smtClean="0">
                    <a:ea typeface="Calibri"/>
                    <a:cs typeface="Times New Roman"/>
                  </a:rPr>
                  <a:t>) + </a:t>
                </a:r>
                <a:r>
                  <a:rPr lang="en-US" dirty="0" smtClean="0">
                    <a:latin typeface="Times New Roman"/>
                    <a:ea typeface="Calibri"/>
                    <a:cs typeface="Times New Roman"/>
                  </a:rPr>
                  <a:t>β</a:t>
                </a:r>
                <a:r>
                  <a:rPr lang="en-US" baseline="-25000" dirty="0" smtClean="0">
                    <a:latin typeface="Times New Roman"/>
                    <a:ea typeface="Calibri"/>
                    <a:cs typeface="Times New Roman"/>
                  </a:rPr>
                  <a:t>6</a:t>
                </a:r>
                <a:r>
                  <a:rPr lang="en-US" dirty="0">
                    <a:ea typeface="Calibri"/>
                    <a:cs typeface="Times New Roman"/>
                  </a:rPr>
                  <a:t>(</a:t>
                </a:r>
                <a:r>
                  <a:rPr lang="en-US" dirty="0" smtClean="0">
                    <a:latin typeface="Courier New"/>
                    <a:ea typeface="Calibri"/>
                    <a:cs typeface="Times New Roman"/>
                  </a:rPr>
                  <a:t>Article)</a:t>
                </a:r>
                <a:r>
                  <a:rPr lang="en-US" dirty="0" smtClean="0">
                    <a:ea typeface="Calibri"/>
                    <a:cs typeface="Times New Roman"/>
                  </a:rPr>
                  <a:t> </a:t>
                </a:r>
                <a:r>
                  <a:rPr lang="en-US" dirty="0">
                    <a:latin typeface="Times New Roman"/>
                    <a:ea typeface="Calibri"/>
                    <a:cs typeface="Times New Roman"/>
                  </a:rPr>
                  <a:t>+ </a:t>
                </a:r>
                <a:r>
                  <a:rPr lang="en-US" dirty="0" smtClean="0">
                    <a:latin typeface="Times New Roman"/>
                    <a:ea typeface="Calibri"/>
                    <a:cs typeface="Times New Roman"/>
                  </a:rPr>
                  <a:t>			  β</a:t>
                </a:r>
                <a:r>
                  <a:rPr lang="en-US" baseline="-25000" dirty="0" smtClean="0">
                    <a:latin typeface="Times New Roman"/>
                    <a:ea typeface="Calibri"/>
                    <a:cs typeface="Times New Roman"/>
                  </a:rPr>
                  <a:t>7</a:t>
                </a:r>
                <a:r>
                  <a:rPr lang="en-US" dirty="0" smtClean="0">
                    <a:ea typeface="Calibri"/>
                    <a:cs typeface="Times New Roman"/>
                  </a:rPr>
                  <a:t>(</a:t>
                </a:r>
                <a:r>
                  <a:rPr lang="en-US" dirty="0" smtClean="0">
                    <a:latin typeface="Courier New"/>
                    <a:ea typeface="Calibri"/>
                    <a:cs typeface="Times New Roman"/>
                  </a:rPr>
                  <a:t>Report</a:t>
                </a:r>
                <a:r>
                  <a:rPr lang="en-US" dirty="0" smtClean="0">
                    <a:ea typeface="Calibri"/>
                    <a:cs typeface="Times New Roman"/>
                  </a:rPr>
                  <a:t>) </a:t>
                </a:r>
                <a:r>
                  <a:rPr lang="en-US" dirty="0" smtClean="0">
                    <a:ea typeface="Calibri"/>
                    <a:cs typeface="Courier New" panose="02070309020205020404" pitchFamily="49" charset="0"/>
                  </a:rPr>
                  <a:t>+</a:t>
                </a:r>
                <a:r>
                  <a:rPr lang="en-US" dirty="0">
                    <a:ea typeface="Calibri"/>
                    <a:cs typeface="Times New Roman"/>
                  </a:rPr>
                  <a:t> </a:t>
                </a:r>
                <a:r>
                  <a:rPr lang="en-US" dirty="0" smtClean="0">
                    <a:latin typeface="Courier New"/>
                    <a:ea typeface="Calibri"/>
                    <a:cs typeface="Times New Roman"/>
                  </a:rPr>
                  <a:t>ε</a:t>
                </a:r>
                <a:r>
                  <a:rPr lang="en-US" sz="1050" dirty="0">
                    <a:ea typeface="Calibri"/>
                    <a:cs typeface="Times New Roman"/>
                  </a:rPr>
                  <a:t> </a:t>
                </a:r>
                <a:r>
                  <a:rPr lang="en-US" sz="1200" dirty="0" smtClean="0">
                    <a:ea typeface="Calibri"/>
                    <a:cs typeface="Times New Roman"/>
                  </a:rPr>
                  <a:t> </a:t>
                </a:r>
                <a:endParaRPr lang="en-US" sz="1200" dirty="0">
                  <a:ea typeface="Calibri"/>
                  <a:cs typeface="Times New Roman"/>
                </a:endParaRPr>
              </a:p>
            </p:txBody>
          </p:sp>
        </mc:Choice>
        <mc:Fallback xmlns="">
          <p:sp>
            <p:nvSpPr>
              <p:cNvPr id="2" name="Rectangle 1"/>
              <p:cNvSpPr>
                <a:spLocks noRot="1" noChangeAspect="1" noMove="1" noResize="1" noEditPoints="1" noAdjustHandles="1" noChangeArrowheads="1" noChangeShapeType="1" noTextEdit="1"/>
              </p:cNvSpPr>
              <p:nvPr/>
            </p:nvSpPr>
            <p:spPr>
              <a:xfrm>
                <a:off x="0" y="712598"/>
                <a:ext cx="9144000" cy="1039708"/>
              </a:xfrm>
              <a:prstGeom prst="rect">
                <a:avLst/>
              </a:prstGeom>
              <a:blipFill rotWithShape="1">
                <a:blip r:embed="rId3"/>
                <a:stretch>
                  <a:fillRect t="-1765" b="-823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 name="Rectangle 2"/>
              <p:cNvSpPr/>
              <p:nvPr/>
            </p:nvSpPr>
            <p:spPr>
              <a:xfrm>
                <a:off x="3385036" y="1816318"/>
                <a:ext cx="1148071" cy="408125"/>
              </a:xfrm>
              <a:prstGeom prst="rect">
                <a:avLst/>
              </a:prstGeom>
            </p:spPr>
            <p:txBody>
              <a:bodyPr wrap="none">
                <a:spAutoFit/>
              </a:bodyPr>
              <a:lstStyle/>
              <a:p>
                <a:pPr>
                  <a:lnSpc>
                    <a:spcPct val="114000"/>
                  </a:lnSpc>
                </a:pPr>
                <a:r>
                  <a:rPr lang="en-US" dirty="0" smtClean="0">
                    <a:ea typeface="Calibri"/>
                    <a:cs typeface="Times New Roman"/>
                  </a:rPr>
                  <a:t>H</a:t>
                </a:r>
                <a:r>
                  <a:rPr lang="en-US" baseline="-25000" dirty="0" smtClean="0">
                    <a:ea typeface="Calibri"/>
                    <a:cs typeface="Times New Roman"/>
                  </a:rPr>
                  <a:t>0</a:t>
                </a:r>
                <a:r>
                  <a:rPr lang="en-US" dirty="0">
                    <a:ea typeface="Calibri"/>
                    <a:cs typeface="Times New Roman"/>
                  </a:rPr>
                  <a:t>: </a:t>
                </a:r>
                <a:r>
                  <a:rPr lang="en-US" dirty="0">
                    <a:latin typeface="Times New Roman"/>
                    <a:ea typeface="Calibri"/>
                    <a:cs typeface="Times New Roman"/>
                  </a:rPr>
                  <a:t>β</a:t>
                </a:r>
                <a:r>
                  <a:rPr lang="en-US" baseline="-25000" dirty="0">
                    <a:latin typeface="Times New Roman"/>
                    <a:ea typeface="Calibri"/>
                    <a:cs typeface="Times New Roman"/>
                  </a:rPr>
                  <a:t>1</a:t>
                </a:r>
                <a:r>
                  <a:rPr lang="en-US" dirty="0">
                    <a:latin typeface="Times New Roman"/>
                    <a:ea typeface="Calibri"/>
                    <a:cs typeface="Times New Roman"/>
                  </a:rPr>
                  <a:t> </a:t>
                </a:r>
                <a14:m>
                  <m:oMath xmlns:m="http://schemas.openxmlformats.org/officeDocument/2006/math">
                    <m:r>
                      <a:rPr lang="en-US" i="1" dirty="0" smtClean="0">
                        <a:latin typeface="Cambria Math"/>
                        <a:ea typeface="Cambria Math"/>
                        <a:cs typeface="Times New Roman"/>
                      </a:rPr>
                      <m:t>=</m:t>
                    </m:r>
                  </m:oMath>
                </a14:m>
                <a:r>
                  <a:rPr lang="en-US" dirty="0" smtClean="0">
                    <a:latin typeface="Times New Roman"/>
                    <a:ea typeface="Calibri"/>
                    <a:cs typeface="Times New Roman"/>
                  </a:rPr>
                  <a:t> </a:t>
                </a:r>
                <a:r>
                  <a:rPr lang="en-US" dirty="0">
                    <a:ea typeface="Calibri"/>
                    <a:cs typeface="Times New Roman"/>
                  </a:rPr>
                  <a:t>0</a:t>
                </a:r>
                <a:endParaRPr lang="en-US" sz="1600" dirty="0">
                  <a:ea typeface="Calibri"/>
                  <a:cs typeface="Times New Roman"/>
                </a:endParaRPr>
              </a:p>
            </p:txBody>
          </p:sp>
        </mc:Choice>
        <mc:Fallback xmlns="">
          <p:sp>
            <p:nvSpPr>
              <p:cNvPr id="3" name="Rectangle 2"/>
              <p:cNvSpPr>
                <a:spLocks noRot="1" noChangeAspect="1" noMove="1" noResize="1" noEditPoints="1" noAdjustHandles="1" noChangeArrowheads="1" noChangeShapeType="1" noTextEdit="1"/>
              </p:cNvSpPr>
              <p:nvPr/>
            </p:nvSpPr>
            <p:spPr>
              <a:xfrm>
                <a:off x="3385036" y="1816318"/>
                <a:ext cx="1148071" cy="408125"/>
              </a:xfrm>
              <a:prstGeom prst="rect">
                <a:avLst/>
              </a:prstGeom>
              <a:blipFill rotWithShape="1">
                <a:blip r:embed="rId4"/>
                <a:stretch>
                  <a:fillRect l="-4233" t="-4478" r="-1058" b="-1791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 name="Rectangle 3"/>
              <p:cNvSpPr/>
              <p:nvPr/>
            </p:nvSpPr>
            <p:spPr>
              <a:xfrm>
                <a:off x="3385036" y="2224440"/>
                <a:ext cx="1120820" cy="408125"/>
              </a:xfrm>
              <a:prstGeom prst="rect">
                <a:avLst/>
              </a:prstGeom>
            </p:spPr>
            <p:txBody>
              <a:bodyPr wrap="none">
                <a:spAutoFit/>
              </a:bodyPr>
              <a:lstStyle/>
              <a:p>
                <a:pPr>
                  <a:lnSpc>
                    <a:spcPct val="114000"/>
                  </a:lnSpc>
                </a:pPr>
                <a:r>
                  <a:rPr lang="en-US" dirty="0" smtClean="0">
                    <a:ea typeface="Calibri"/>
                    <a:cs typeface="Times New Roman"/>
                  </a:rPr>
                  <a:t>H</a:t>
                </a:r>
                <a:r>
                  <a:rPr lang="en-US" baseline="-25000" dirty="0" smtClean="0">
                    <a:ea typeface="Calibri"/>
                    <a:cs typeface="Times New Roman"/>
                  </a:rPr>
                  <a:t>A</a:t>
                </a:r>
                <a:r>
                  <a:rPr lang="en-US" dirty="0">
                    <a:ea typeface="Calibri"/>
                    <a:cs typeface="Times New Roman"/>
                  </a:rPr>
                  <a:t>: </a:t>
                </a:r>
                <a:r>
                  <a:rPr lang="en-US" dirty="0" smtClean="0">
                    <a:latin typeface="Times New Roman"/>
                    <a:ea typeface="Calibri"/>
                    <a:cs typeface="Times New Roman"/>
                  </a:rPr>
                  <a:t>β</a:t>
                </a:r>
                <a:r>
                  <a:rPr lang="en-US" baseline="-25000" dirty="0" smtClean="0">
                    <a:latin typeface="Times New Roman"/>
                    <a:ea typeface="Calibri"/>
                    <a:cs typeface="Times New Roman"/>
                  </a:rPr>
                  <a:t>1</a:t>
                </a:r>
                <a:r>
                  <a:rPr lang="en-US" dirty="0" smtClean="0">
                    <a:latin typeface="Times New Roman"/>
                    <a:ea typeface="Calibri"/>
                    <a:cs typeface="Times New Roman"/>
                  </a:rPr>
                  <a:t> </a:t>
                </a:r>
                <a14:m>
                  <m:oMath xmlns:m="http://schemas.openxmlformats.org/officeDocument/2006/math">
                    <m:r>
                      <a:rPr lang="en-US" i="1" smtClean="0">
                        <a:latin typeface="Cambria Math"/>
                        <a:ea typeface="Cambria Math"/>
                        <a:cs typeface="Times New Roman"/>
                      </a:rPr>
                      <m:t>≠</m:t>
                    </m:r>
                  </m:oMath>
                </a14:m>
                <a:r>
                  <a:rPr lang="en-US" sz="1600" dirty="0" smtClean="0">
                    <a:ea typeface="Calibri"/>
                    <a:cs typeface="Times New Roman"/>
                  </a:rPr>
                  <a:t> </a:t>
                </a:r>
                <a:r>
                  <a:rPr lang="en-US" dirty="0" smtClean="0">
                    <a:ea typeface="Calibri"/>
                    <a:cs typeface="Times New Roman" panose="02020603050405020304" pitchFamily="18" charset="0"/>
                  </a:rPr>
                  <a:t>0</a:t>
                </a:r>
                <a:endParaRPr lang="en-US" dirty="0">
                  <a:ea typeface="Calibri"/>
                  <a:cs typeface="Times New Roman" panose="02020603050405020304" pitchFamily="18" charset="0"/>
                </a:endParaRPr>
              </a:p>
            </p:txBody>
          </p:sp>
        </mc:Choice>
        <mc:Fallback xmlns="">
          <p:sp>
            <p:nvSpPr>
              <p:cNvPr id="4" name="Rectangle 3"/>
              <p:cNvSpPr>
                <a:spLocks noRot="1" noChangeAspect="1" noMove="1" noResize="1" noEditPoints="1" noAdjustHandles="1" noChangeArrowheads="1" noChangeShapeType="1" noTextEdit="1"/>
              </p:cNvSpPr>
              <p:nvPr/>
            </p:nvSpPr>
            <p:spPr>
              <a:xfrm>
                <a:off x="3385036" y="2224440"/>
                <a:ext cx="1120820" cy="408125"/>
              </a:xfrm>
              <a:prstGeom prst="rect">
                <a:avLst/>
              </a:prstGeom>
              <a:blipFill rotWithShape="1">
                <a:blip r:embed="rId5"/>
                <a:stretch>
                  <a:fillRect l="-4348" t="-4478" r="-3804" b="-17910"/>
                </a:stretch>
              </a:blipFill>
            </p:spPr>
            <p:txBody>
              <a:bodyPr/>
              <a:lstStyle/>
              <a:p>
                <a:r>
                  <a:rPr lang="en-US">
                    <a:noFill/>
                  </a:rPr>
                  <a:t> </a:t>
                </a:r>
              </a:p>
            </p:txBody>
          </p:sp>
        </mc:Fallback>
      </mc:AlternateContent>
      <p:sp>
        <p:nvSpPr>
          <p:cNvPr id="9" name="TextBox 8"/>
          <p:cNvSpPr txBox="1"/>
          <p:nvPr/>
        </p:nvSpPr>
        <p:spPr>
          <a:xfrm>
            <a:off x="5486400" y="1816317"/>
            <a:ext cx="3657600" cy="923330"/>
          </a:xfrm>
          <a:prstGeom prst="rect">
            <a:avLst/>
          </a:prstGeom>
          <a:noFill/>
        </p:spPr>
        <p:txBody>
          <a:bodyPr wrap="square" rtlCol="0">
            <a:spAutoFit/>
          </a:bodyPr>
          <a:lstStyle/>
          <a:p>
            <a:r>
              <a:rPr lang="en-US" dirty="0" smtClean="0"/>
              <a:t>Coding for </a:t>
            </a:r>
            <a:r>
              <a:rPr lang="en-US" dirty="0" err="1" smtClean="0">
                <a:latin typeface="Courier New" panose="02070309020205020404" pitchFamily="49" charset="0"/>
                <a:cs typeface="Courier New" panose="02070309020205020404" pitchFamily="49" charset="0"/>
              </a:rPr>
              <a:t>TechTran</a:t>
            </a:r>
            <a:r>
              <a:rPr lang="en-US" dirty="0" smtClean="0">
                <a:cs typeface="Courier New" panose="02070309020205020404" pitchFamily="49" charset="0"/>
              </a:rPr>
              <a:t>:</a:t>
            </a:r>
            <a:endParaRPr lang="en-US" dirty="0" smtClean="0">
              <a:latin typeface="Courier New" panose="02070309020205020404" pitchFamily="49" charset="0"/>
              <a:cs typeface="Courier New" panose="02070309020205020404" pitchFamily="49" charset="0"/>
            </a:endParaRPr>
          </a:p>
          <a:p>
            <a:r>
              <a:rPr lang="en-US" dirty="0" smtClean="0"/>
              <a:t>1 = Technology was transferred</a:t>
            </a:r>
          </a:p>
          <a:p>
            <a:r>
              <a:rPr lang="en-US" dirty="0" smtClean="0"/>
              <a:t>0 = Technology was NOT transferred</a:t>
            </a:r>
            <a:endParaRPr lang="en-US" dirty="0"/>
          </a:p>
        </p:txBody>
      </p:sp>
      <p:sp>
        <p:nvSpPr>
          <p:cNvPr id="10" name="TextBox 9"/>
          <p:cNvSpPr txBox="1"/>
          <p:nvPr/>
        </p:nvSpPr>
        <p:spPr>
          <a:xfrm>
            <a:off x="0" y="91440"/>
            <a:ext cx="9144000" cy="523220"/>
          </a:xfrm>
          <a:prstGeom prst="rect">
            <a:avLst/>
          </a:prstGeom>
          <a:noFill/>
        </p:spPr>
        <p:txBody>
          <a:bodyPr wrap="square" rtlCol="0">
            <a:spAutoFit/>
          </a:bodyPr>
          <a:lstStyle/>
          <a:p>
            <a:pPr algn="ctr"/>
            <a:r>
              <a:rPr lang="en-US" sz="2800" b="1" dirty="0" smtClean="0"/>
              <a:t>Regression Analyses</a:t>
            </a:r>
            <a:endParaRPr lang="en-US" sz="2800" b="1" dirty="0"/>
          </a:p>
        </p:txBody>
      </p:sp>
      <mc:AlternateContent xmlns:mc="http://schemas.openxmlformats.org/markup-compatibility/2006" xmlns:a14="http://schemas.microsoft.com/office/drawing/2010/main">
        <mc:Choice Requires="a14">
          <p:sp>
            <p:nvSpPr>
              <p:cNvPr id="11" name="Rectangle 10"/>
              <p:cNvSpPr/>
              <p:nvPr/>
            </p:nvSpPr>
            <p:spPr>
              <a:xfrm>
                <a:off x="182869" y="4245111"/>
                <a:ext cx="1263487" cy="408125"/>
              </a:xfrm>
              <a:prstGeom prst="rect">
                <a:avLst/>
              </a:prstGeom>
            </p:spPr>
            <p:txBody>
              <a:bodyPr wrap="none">
                <a:spAutoFit/>
              </a:bodyPr>
              <a:lstStyle/>
              <a:p>
                <a:pPr>
                  <a:lnSpc>
                    <a:spcPct val="114000"/>
                  </a:lnSpc>
                </a:pPr>
                <a:r>
                  <a:rPr lang="en-US" dirty="0" smtClean="0">
                    <a:ea typeface="Calibri"/>
                    <a:cs typeface="Times New Roman"/>
                  </a:rPr>
                  <a:t>H2</a:t>
                </a:r>
                <a:r>
                  <a:rPr lang="en-US" baseline="-25000" dirty="0" smtClean="0">
                    <a:ea typeface="Calibri"/>
                    <a:cs typeface="Times New Roman"/>
                  </a:rPr>
                  <a:t>0</a:t>
                </a:r>
                <a:r>
                  <a:rPr lang="en-US" dirty="0">
                    <a:ea typeface="Calibri"/>
                    <a:cs typeface="Times New Roman"/>
                  </a:rPr>
                  <a:t>: </a:t>
                </a:r>
                <a:r>
                  <a:rPr lang="en-US" dirty="0">
                    <a:latin typeface="Times New Roman"/>
                    <a:ea typeface="Calibri"/>
                    <a:cs typeface="Times New Roman"/>
                  </a:rPr>
                  <a:t>β</a:t>
                </a:r>
                <a:r>
                  <a:rPr lang="en-US" baseline="-25000" dirty="0">
                    <a:latin typeface="Times New Roman"/>
                    <a:ea typeface="Calibri"/>
                    <a:cs typeface="Times New Roman"/>
                  </a:rPr>
                  <a:t>1</a:t>
                </a:r>
                <a:r>
                  <a:rPr lang="en-US" dirty="0">
                    <a:latin typeface="Times New Roman"/>
                    <a:ea typeface="Calibri"/>
                    <a:cs typeface="Times New Roman"/>
                  </a:rPr>
                  <a:t> </a:t>
                </a:r>
                <a14:m>
                  <m:oMath xmlns:m="http://schemas.openxmlformats.org/officeDocument/2006/math">
                    <m:r>
                      <a:rPr lang="en-US" i="1" dirty="0" smtClean="0">
                        <a:latin typeface="Cambria Math"/>
                        <a:ea typeface="Cambria Math"/>
                        <a:cs typeface="Times New Roman"/>
                      </a:rPr>
                      <m:t>=</m:t>
                    </m:r>
                  </m:oMath>
                </a14:m>
                <a:r>
                  <a:rPr lang="en-US" dirty="0" smtClean="0">
                    <a:latin typeface="Times New Roman"/>
                    <a:ea typeface="Calibri"/>
                    <a:cs typeface="Times New Roman"/>
                  </a:rPr>
                  <a:t> </a:t>
                </a:r>
                <a:r>
                  <a:rPr lang="en-US" dirty="0">
                    <a:ea typeface="Calibri"/>
                    <a:cs typeface="Times New Roman"/>
                  </a:rPr>
                  <a:t>0</a:t>
                </a:r>
                <a:endParaRPr lang="en-US" sz="1600" dirty="0">
                  <a:ea typeface="Calibri"/>
                  <a:cs typeface="Times New Roman"/>
                </a:endParaRPr>
              </a:p>
            </p:txBody>
          </p:sp>
        </mc:Choice>
        <mc:Fallback xmlns="">
          <p:sp>
            <p:nvSpPr>
              <p:cNvPr id="11" name="Rectangle 10"/>
              <p:cNvSpPr>
                <a:spLocks noRot="1" noChangeAspect="1" noMove="1" noResize="1" noEditPoints="1" noAdjustHandles="1" noChangeArrowheads="1" noChangeShapeType="1" noTextEdit="1"/>
              </p:cNvSpPr>
              <p:nvPr/>
            </p:nvSpPr>
            <p:spPr>
              <a:xfrm>
                <a:off x="182869" y="4245111"/>
                <a:ext cx="1263487" cy="408125"/>
              </a:xfrm>
              <a:prstGeom prst="rect">
                <a:avLst/>
              </a:prstGeom>
              <a:blipFill rotWithShape="1">
                <a:blip r:embed="rId6"/>
                <a:stretch>
                  <a:fillRect l="-4348" t="-4478" r="-966" b="-1791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2" name="Rectangle 11"/>
              <p:cNvSpPr/>
              <p:nvPr/>
            </p:nvSpPr>
            <p:spPr>
              <a:xfrm>
                <a:off x="182869" y="4653236"/>
                <a:ext cx="1245854" cy="388633"/>
              </a:xfrm>
              <a:prstGeom prst="rect">
                <a:avLst/>
              </a:prstGeom>
            </p:spPr>
            <p:txBody>
              <a:bodyPr wrap="none">
                <a:spAutoFit/>
              </a:bodyPr>
              <a:lstStyle/>
              <a:p>
                <a:pPr>
                  <a:lnSpc>
                    <a:spcPct val="114000"/>
                  </a:lnSpc>
                </a:pPr>
                <a:r>
                  <a:rPr lang="en-US" dirty="0" smtClean="0">
                    <a:ea typeface="Calibri"/>
                    <a:cs typeface="Times New Roman"/>
                  </a:rPr>
                  <a:t>H2</a:t>
                </a:r>
                <a:r>
                  <a:rPr lang="en-US" baseline="-25000" dirty="0" smtClean="0">
                    <a:ea typeface="Calibri"/>
                    <a:cs typeface="Times New Roman"/>
                  </a:rPr>
                  <a:t>A</a:t>
                </a:r>
                <a:r>
                  <a:rPr lang="en-US" dirty="0">
                    <a:ea typeface="Calibri"/>
                    <a:cs typeface="Times New Roman"/>
                  </a:rPr>
                  <a:t>: </a:t>
                </a:r>
                <a:r>
                  <a:rPr lang="en-US" dirty="0" smtClean="0">
                    <a:latin typeface="Times New Roman"/>
                    <a:ea typeface="Calibri"/>
                    <a:cs typeface="Times New Roman"/>
                  </a:rPr>
                  <a:t>β</a:t>
                </a:r>
                <a:r>
                  <a:rPr lang="en-US" baseline="-25000" dirty="0" smtClean="0">
                    <a:latin typeface="Times New Roman"/>
                    <a:ea typeface="Calibri"/>
                    <a:cs typeface="Times New Roman"/>
                  </a:rPr>
                  <a:t>1</a:t>
                </a:r>
                <a:r>
                  <a:rPr lang="en-US" dirty="0" smtClean="0">
                    <a:latin typeface="Times New Roman"/>
                    <a:ea typeface="Calibri"/>
                    <a:cs typeface="Times New Roman"/>
                  </a:rPr>
                  <a:t> </a:t>
                </a:r>
                <a14:m>
                  <m:oMath xmlns:m="http://schemas.openxmlformats.org/officeDocument/2006/math">
                    <m:r>
                      <a:rPr lang="en-US" i="1" smtClean="0">
                        <a:latin typeface="Cambria Math"/>
                        <a:ea typeface="Cambria Math"/>
                        <a:cs typeface="Times New Roman"/>
                      </a:rPr>
                      <m:t>≠</m:t>
                    </m:r>
                  </m:oMath>
                </a14:m>
                <a:r>
                  <a:rPr lang="en-US" dirty="0" smtClean="0">
                    <a:ea typeface="Calibri"/>
                    <a:cs typeface="Times New Roman"/>
                  </a:rPr>
                  <a:t> 0</a:t>
                </a:r>
                <a:endParaRPr lang="en-US" dirty="0">
                  <a:ea typeface="Calibri"/>
                  <a:cs typeface="Times New Roman"/>
                </a:endParaRPr>
              </a:p>
            </p:txBody>
          </p:sp>
        </mc:Choice>
        <mc:Fallback xmlns="">
          <p:sp>
            <p:nvSpPr>
              <p:cNvPr id="12" name="Rectangle 11"/>
              <p:cNvSpPr>
                <a:spLocks noRot="1" noChangeAspect="1" noMove="1" noResize="1" noEditPoints="1" noAdjustHandles="1" noChangeArrowheads="1" noChangeShapeType="1" noTextEdit="1"/>
              </p:cNvSpPr>
              <p:nvPr/>
            </p:nvSpPr>
            <p:spPr>
              <a:xfrm>
                <a:off x="182869" y="4653236"/>
                <a:ext cx="1245854" cy="388633"/>
              </a:xfrm>
              <a:prstGeom prst="rect">
                <a:avLst/>
              </a:prstGeom>
              <a:blipFill rotWithShape="1">
                <a:blip r:embed="rId7"/>
                <a:stretch>
                  <a:fillRect l="-4412" t="-4688" r="-2941" b="-23438"/>
                </a:stretch>
              </a:blipFill>
            </p:spPr>
            <p:txBody>
              <a:bodyPr/>
              <a:lstStyle/>
              <a:p>
                <a:r>
                  <a:rPr lang="en-US">
                    <a:noFill/>
                  </a:rPr>
                  <a:t> </a:t>
                </a:r>
              </a:p>
            </p:txBody>
          </p:sp>
        </mc:Fallback>
      </mc:AlternateContent>
      <p:sp>
        <p:nvSpPr>
          <p:cNvPr id="13" name="Rectangle 12"/>
          <p:cNvSpPr/>
          <p:nvPr/>
        </p:nvSpPr>
        <p:spPr>
          <a:xfrm>
            <a:off x="0" y="3409466"/>
            <a:ext cx="9144000" cy="723916"/>
          </a:xfrm>
          <a:prstGeom prst="rect">
            <a:avLst/>
          </a:prstGeom>
        </p:spPr>
        <p:txBody>
          <a:bodyPr wrap="square" lIns="9144" rIns="9144">
            <a:spAutoFit/>
          </a:bodyPr>
          <a:lstStyle/>
          <a:p>
            <a:pPr marL="228600" marR="0">
              <a:lnSpc>
                <a:spcPct val="114000"/>
              </a:lnSpc>
              <a:spcBef>
                <a:spcPts val="0"/>
              </a:spcBef>
              <a:spcAft>
                <a:spcPts val="0"/>
              </a:spcAft>
            </a:pPr>
            <a:r>
              <a:rPr lang="en-US" dirty="0" smtClean="0">
                <a:latin typeface="Courier New"/>
                <a:ea typeface="Calibri"/>
                <a:cs typeface="Times New Roman"/>
              </a:rPr>
              <a:t>TRL</a:t>
            </a:r>
            <a:r>
              <a:rPr lang="en-US" dirty="0" smtClean="0">
                <a:latin typeface="Times New Roman"/>
                <a:ea typeface="Calibri"/>
                <a:cs typeface="Times New Roman"/>
              </a:rPr>
              <a:t> =  β</a:t>
            </a:r>
            <a:r>
              <a:rPr lang="en-US" baseline="-25000" dirty="0" smtClean="0">
                <a:latin typeface="Times New Roman"/>
                <a:ea typeface="Calibri"/>
                <a:cs typeface="Times New Roman"/>
              </a:rPr>
              <a:t>0</a:t>
            </a:r>
            <a:r>
              <a:rPr lang="en-US" dirty="0" smtClean="0">
                <a:ea typeface="Calibri"/>
                <a:cs typeface="Times New Roman"/>
              </a:rPr>
              <a:t> </a:t>
            </a:r>
            <a:r>
              <a:rPr lang="en-US" dirty="0">
                <a:ea typeface="Calibri"/>
                <a:cs typeface="Times New Roman"/>
              </a:rPr>
              <a:t>+ </a:t>
            </a:r>
            <a:r>
              <a:rPr lang="en-US" dirty="0" smtClean="0">
                <a:latin typeface="Times New Roman"/>
                <a:ea typeface="Calibri"/>
                <a:cs typeface="Times New Roman"/>
              </a:rPr>
              <a:t>β</a:t>
            </a:r>
            <a:r>
              <a:rPr lang="en-US" baseline="-25000" dirty="0" smtClean="0">
                <a:latin typeface="Times New Roman"/>
                <a:ea typeface="Calibri"/>
                <a:cs typeface="Times New Roman"/>
              </a:rPr>
              <a:t>1</a:t>
            </a:r>
            <a:r>
              <a:rPr lang="en-US" dirty="0" smtClean="0">
                <a:ea typeface="Calibri"/>
                <a:cs typeface="Times New Roman"/>
              </a:rPr>
              <a:t>(</a:t>
            </a:r>
            <a:r>
              <a:rPr lang="en-US" dirty="0" smtClean="0">
                <a:latin typeface="Courier New"/>
                <a:ea typeface="Calibri"/>
                <a:cs typeface="Times New Roman"/>
              </a:rPr>
              <a:t>Distance</a:t>
            </a:r>
            <a:r>
              <a:rPr lang="en-US" dirty="0" smtClean="0">
                <a:ea typeface="Calibri"/>
                <a:cs typeface="Times New Roman"/>
              </a:rPr>
              <a:t>) </a:t>
            </a:r>
            <a:r>
              <a:rPr lang="en-US" dirty="0">
                <a:ea typeface="Calibri"/>
                <a:cs typeface="Times New Roman"/>
              </a:rPr>
              <a:t>+ </a:t>
            </a:r>
            <a:r>
              <a:rPr lang="en-US" dirty="0" smtClean="0">
                <a:latin typeface="Times New Roman"/>
                <a:ea typeface="Calibri"/>
                <a:cs typeface="Times New Roman"/>
              </a:rPr>
              <a:t>β</a:t>
            </a:r>
            <a:r>
              <a:rPr lang="en-US" baseline="-25000" dirty="0" smtClean="0">
                <a:latin typeface="Times New Roman"/>
                <a:ea typeface="Calibri"/>
                <a:cs typeface="Times New Roman"/>
              </a:rPr>
              <a:t>2</a:t>
            </a:r>
            <a:r>
              <a:rPr lang="en-US" dirty="0" smtClean="0">
                <a:ea typeface="Calibri"/>
                <a:cs typeface="Times New Roman"/>
              </a:rPr>
              <a:t>(</a:t>
            </a:r>
            <a:r>
              <a:rPr lang="en-US" dirty="0" err="1" smtClean="0">
                <a:latin typeface="Courier New"/>
                <a:ea typeface="Calibri"/>
                <a:cs typeface="Times New Roman"/>
              </a:rPr>
              <a:t>TechCat</a:t>
            </a:r>
            <a:r>
              <a:rPr lang="en-US" dirty="0" smtClean="0">
                <a:ea typeface="Calibri"/>
                <a:cs typeface="Times New Roman"/>
              </a:rPr>
              <a:t>) </a:t>
            </a:r>
            <a:r>
              <a:rPr lang="en-US" dirty="0">
                <a:ea typeface="Calibri"/>
                <a:cs typeface="Times New Roman"/>
              </a:rPr>
              <a:t>+</a:t>
            </a:r>
            <a:r>
              <a:rPr lang="en-US" dirty="0">
                <a:latin typeface="Times New Roman"/>
                <a:ea typeface="Calibri"/>
                <a:cs typeface="Times New Roman"/>
              </a:rPr>
              <a:t> </a:t>
            </a:r>
            <a:r>
              <a:rPr lang="en-US" dirty="0" smtClean="0">
                <a:latin typeface="Times New Roman"/>
                <a:ea typeface="Calibri"/>
                <a:cs typeface="Times New Roman"/>
              </a:rPr>
              <a:t>β</a:t>
            </a:r>
            <a:r>
              <a:rPr lang="en-US" baseline="-25000" dirty="0" smtClean="0">
                <a:latin typeface="Times New Roman"/>
                <a:ea typeface="Calibri"/>
                <a:cs typeface="Times New Roman"/>
              </a:rPr>
              <a:t>3</a:t>
            </a:r>
            <a:r>
              <a:rPr lang="en-US" dirty="0" smtClean="0">
                <a:ea typeface="Calibri"/>
                <a:cs typeface="Times New Roman"/>
              </a:rPr>
              <a:t>(</a:t>
            </a:r>
            <a:r>
              <a:rPr lang="en-US" dirty="0" err="1" smtClean="0">
                <a:latin typeface="Courier New"/>
                <a:ea typeface="Calibri"/>
                <a:cs typeface="Times New Roman"/>
              </a:rPr>
              <a:t>InstitutionSize</a:t>
            </a:r>
            <a:r>
              <a:rPr lang="en-US" dirty="0" smtClean="0">
                <a:ea typeface="Calibri"/>
                <a:cs typeface="Times New Roman"/>
              </a:rPr>
              <a:t>) +</a:t>
            </a:r>
            <a:br>
              <a:rPr lang="en-US" dirty="0" smtClean="0">
                <a:ea typeface="Calibri"/>
                <a:cs typeface="Times New Roman"/>
              </a:rPr>
            </a:br>
            <a:r>
              <a:rPr lang="en-US" dirty="0" smtClean="0">
                <a:ea typeface="Calibri"/>
                <a:cs typeface="Times New Roman"/>
              </a:rPr>
              <a:t>	 </a:t>
            </a:r>
            <a:r>
              <a:rPr lang="en-US" dirty="0" smtClean="0">
                <a:latin typeface="Times New Roman"/>
                <a:ea typeface="Calibri"/>
                <a:cs typeface="Times New Roman"/>
              </a:rPr>
              <a:t>β</a:t>
            </a:r>
            <a:r>
              <a:rPr lang="en-US" baseline="-25000" dirty="0" smtClean="0">
                <a:latin typeface="Times New Roman"/>
                <a:ea typeface="Calibri"/>
                <a:cs typeface="Times New Roman"/>
              </a:rPr>
              <a:t>4</a:t>
            </a:r>
            <a:r>
              <a:rPr lang="en-US" dirty="0">
                <a:ea typeface="Calibri"/>
                <a:cs typeface="Times New Roman"/>
              </a:rPr>
              <a:t>(</a:t>
            </a:r>
            <a:r>
              <a:rPr lang="en-US" dirty="0" err="1" smtClean="0">
                <a:latin typeface="Courier New"/>
                <a:ea typeface="Calibri"/>
                <a:cs typeface="Times New Roman"/>
              </a:rPr>
              <a:t>AllowedPatent</a:t>
            </a:r>
            <a:r>
              <a:rPr lang="en-US" dirty="0" smtClean="0">
                <a:ea typeface="Calibri"/>
                <a:cs typeface="Times New Roman"/>
              </a:rPr>
              <a:t>) </a:t>
            </a:r>
            <a:r>
              <a:rPr lang="en-US" dirty="0">
                <a:ea typeface="Calibri"/>
                <a:cs typeface="Times New Roman"/>
              </a:rPr>
              <a:t>+ </a:t>
            </a:r>
            <a:r>
              <a:rPr lang="en-US" dirty="0" smtClean="0">
                <a:latin typeface="Times New Roman"/>
                <a:ea typeface="Calibri"/>
                <a:cs typeface="Times New Roman"/>
              </a:rPr>
              <a:t>β</a:t>
            </a:r>
            <a:r>
              <a:rPr lang="en-US" baseline="-25000" dirty="0" smtClean="0">
                <a:latin typeface="Times New Roman"/>
                <a:ea typeface="Calibri"/>
                <a:cs typeface="Times New Roman"/>
              </a:rPr>
              <a:t>5</a:t>
            </a:r>
            <a:r>
              <a:rPr lang="en-US" dirty="0">
                <a:ea typeface="Calibri"/>
                <a:cs typeface="Times New Roman"/>
              </a:rPr>
              <a:t>(</a:t>
            </a:r>
            <a:r>
              <a:rPr lang="en-US" dirty="0" err="1" smtClean="0">
                <a:latin typeface="Courier New"/>
                <a:ea typeface="Calibri"/>
                <a:cs typeface="Times New Roman"/>
              </a:rPr>
              <a:t>PatentApp</a:t>
            </a:r>
            <a:r>
              <a:rPr lang="en-US" dirty="0" smtClean="0">
                <a:ea typeface="Calibri"/>
                <a:cs typeface="Times New Roman"/>
              </a:rPr>
              <a:t>) </a:t>
            </a:r>
            <a:r>
              <a:rPr lang="en-US" dirty="0">
                <a:ea typeface="Calibri"/>
                <a:cs typeface="Times New Roman"/>
              </a:rPr>
              <a:t>+ </a:t>
            </a:r>
            <a:r>
              <a:rPr lang="en-US" dirty="0" smtClean="0">
                <a:ea typeface="Calibri"/>
                <a:cs typeface="Times New Roman"/>
              </a:rPr>
              <a:t> </a:t>
            </a:r>
            <a:r>
              <a:rPr lang="en-US" dirty="0" smtClean="0">
                <a:latin typeface="Times New Roman"/>
                <a:ea typeface="Calibri"/>
                <a:cs typeface="Times New Roman"/>
              </a:rPr>
              <a:t>β</a:t>
            </a:r>
            <a:r>
              <a:rPr lang="en-US" baseline="-25000" dirty="0" smtClean="0">
                <a:latin typeface="Times New Roman"/>
                <a:ea typeface="Calibri"/>
                <a:cs typeface="Times New Roman"/>
              </a:rPr>
              <a:t>6</a:t>
            </a:r>
            <a:r>
              <a:rPr lang="en-US" dirty="0">
                <a:ea typeface="Calibri"/>
                <a:cs typeface="Times New Roman"/>
              </a:rPr>
              <a:t>(</a:t>
            </a:r>
            <a:r>
              <a:rPr lang="en-US" dirty="0" smtClean="0">
                <a:latin typeface="Courier New"/>
                <a:ea typeface="Calibri"/>
                <a:cs typeface="Times New Roman"/>
              </a:rPr>
              <a:t>Article</a:t>
            </a:r>
            <a:r>
              <a:rPr lang="en-US" dirty="0" smtClean="0">
                <a:ea typeface="Calibri"/>
                <a:cs typeface="Times New Roman"/>
              </a:rPr>
              <a:t>) </a:t>
            </a:r>
            <a:r>
              <a:rPr lang="en-US" dirty="0">
                <a:ea typeface="Calibri"/>
                <a:cs typeface="Times New Roman"/>
              </a:rPr>
              <a:t>+ </a:t>
            </a:r>
            <a:r>
              <a:rPr lang="en-US" dirty="0" smtClean="0">
                <a:ea typeface="Calibri"/>
                <a:cs typeface="Times New Roman"/>
              </a:rPr>
              <a:t> </a:t>
            </a:r>
            <a:r>
              <a:rPr lang="en-US" dirty="0" smtClean="0">
                <a:latin typeface="Times New Roman"/>
                <a:ea typeface="Calibri"/>
                <a:cs typeface="Times New Roman"/>
              </a:rPr>
              <a:t>β</a:t>
            </a:r>
            <a:r>
              <a:rPr lang="en-US" baseline="-25000" dirty="0" smtClean="0">
                <a:latin typeface="Times New Roman"/>
                <a:ea typeface="Calibri"/>
                <a:cs typeface="Times New Roman"/>
              </a:rPr>
              <a:t>7</a:t>
            </a:r>
            <a:r>
              <a:rPr lang="en-US" dirty="0">
                <a:ea typeface="Calibri"/>
                <a:cs typeface="Times New Roman"/>
              </a:rPr>
              <a:t>(</a:t>
            </a:r>
            <a:r>
              <a:rPr lang="en-US" dirty="0" smtClean="0">
                <a:latin typeface="Courier New"/>
                <a:ea typeface="Calibri"/>
                <a:cs typeface="Times New Roman"/>
              </a:rPr>
              <a:t>Report</a:t>
            </a:r>
            <a:r>
              <a:rPr lang="en-US" dirty="0" smtClean="0">
                <a:ea typeface="Calibri"/>
                <a:cs typeface="Times New Roman"/>
              </a:rPr>
              <a:t>) </a:t>
            </a:r>
            <a:r>
              <a:rPr lang="en-US" dirty="0" smtClean="0">
                <a:ea typeface="Calibri"/>
                <a:cs typeface="Courier New" panose="02070309020205020404" pitchFamily="49" charset="0"/>
              </a:rPr>
              <a:t>+</a:t>
            </a:r>
            <a:r>
              <a:rPr lang="en-US" dirty="0" smtClean="0">
                <a:ea typeface="Calibri"/>
                <a:cs typeface="Times New Roman"/>
              </a:rPr>
              <a:t> </a:t>
            </a:r>
            <a:r>
              <a:rPr lang="en-US" dirty="0" smtClean="0">
                <a:latin typeface="Courier New"/>
                <a:ea typeface="Calibri"/>
                <a:cs typeface="Times New Roman"/>
              </a:rPr>
              <a:t>ε</a:t>
            </a:r>
            <a:r>
              <a:rPr lang="en-US" sz="1050" dirty="0">
                <a:ea typeface="Calibri"/>
                <a:cs typeface="Times New Roman"/>
              </a:rPr>
              <a:t> </a:t>
            </a:r>
            <a:r>
              <a:rPr lang="en-US" sz="1200" dirty="0" smtClean="0">
                <a:ea typeface="Calibri"/>
                <a:cs typeface="Times New Roman"/>
              </a:rPr>
              <a:t> </a:t>
            </a:r>
            <a:endParaRPr lang="en-US" sz="1200" dirty="0">
              <a:ea typeface="Calibri"/>
              <a:cs typeface="Times New Roman"/>
            </a:endParaRPr>
          </a:p>
        </p:txBody>
      </p:sp>
      <p:sp>
        <p:nvSpPr>
          <p:cNvPr id="14" name="Rectangle 13"/>
          <p:cNvSpPr/>
          <p:nvPr/>
        </p:nvSpPr>
        <p:spPr>
          <a:xfrm>
            <a:off x="182869" y="1816317"/>
            <a:ext cx="1959191" cy="408125"/>
          </a:xfrm>
          <a:prstGeom prst="rect">
            <a:avLst/>
          </a:prstGeom>
        </p:spPr>
        <p:txBody>
          <a:bodyPr wrap="none">
            <a:spAutoFit/>
          </a:bodyPr>
          <a:lstStyle/>
          <a:p>
            <a:pPr>
              <a:lnSpc>
                <a:spcPct val="114000"/>
              </a:lnSpc>
            </a:pPr>
            <a:r>
              <a:rPr lang="en-US" dirty="0" smtClean="0">
                <a:ea typeface="Calibri"/>
                <a:cs typeface="Times New Roman"/>
              </a:rPr>
              <a:t>H1: Variable = </a:t>
            </a:r>
            <a:r>
              <a:rPr lang="en-US" dirty="0" smtClean="0">
                <a:latin typeface="Courier New" panose="02070309020205020404" pitchFamily="49" charset="0"/>
                <a:ea typeface="Calibri"/>
                <a:cs typeface="Courier New" panose="02070309020205020404" pitchFamily="49" charset="0"/>
              </a:rPr>
              <a:t>TRL</a:t>
            </a:r>
            <a:endParaRPr lang="en-US" sz="1600" dirty="0">
              <a:latin typeface="Courier New" panose="02070309020205020404" pitchFamily="49" charset="0"/>
              <a:ea typeface="Calibri"/>
              <a:cs typeface="Courier New" panose="02070309020205020404" pitchFamily="49" charset="0"/>
            </a:endParaRPr>
          </a:p>
        </p:txBody>
      </p:sp>
      <p:sp>
        <p:nvSpPr>
          <p:cNvPr id="15" name="Rectangle 14"/>
          <p:cNvSpPr/>
          <p:nvPr/>
        </p:nvSpPr>
        <p:spPr>
          <a:xfrm>
            <a:off x="182869" y="2224442"/>
            <a:ext cx="2752677" cy="408125"/>
          </a:xfrm>
          <a:prstGeom prst="rect">
            <a:avLst/>
          </a:prstGeom>
        </p:spPr>
        <p:txBody>
          <a:bodyPr wrap="none">
            <a:spAutoFit/>
          </a:bodyPr>
          <a:lstStyle/>
          <a:p>
            <a:pPr>
              <a:lnSpc>
                <a:spcPct val="114000"/>
              </a:lnSpc>
            </a:pPr>
            <a:r>
              <a:rPr lang="en-US" dirty="0" smtClean="0">
                <a:ea typeface="Calibri"/>
                <a:cs typeface="Times New Roman"/>
              </a:rPr>
              <a:t>H3: Variable = </a:t>
            </a:r>
            <a:r>
              <a:rPr lang="en-US" dirty="0" smtClean="0">
                <a:latin typeface="Courier New" panose="02070309020205020404" pitchFamily="49" charset="0"/>
                <a:ea typeface="Calibri"/>
                <a:cs typeface="Courier New" panose="02070309020205020404" pitchFamily="49" charset="0"/>
              </a:rPr>
              <a:t>Distance</a:t>
            </a:r>
            <a:endParaRPr lang="en-US" sz="1600" dirty="0">
              <a:latin typeface="Courier New" panose="02070309020205020404" pitchFamily="49" charset="0"/>
              <a:ea typeface="Calibri"/>
              <a:cs typeface="Courier New" panose="02070309020205020404" pitchFamily="49" charset="0"/>
            </a:endParaRPr>
          </a:p>
        </p:txBody>
      </p:sp>
    </p:spTree>
    <p:extLst>
      <p:ext uri="{BB962C8B-B14F-4D97-AF65-F5344CB8AC3E}">
        <p14:creationId xmlns:p14="http://schemas.microsoft.com/office/powerpoint/2010/main" val="1900810003"/>
      </p:ext>
    </p:extLst>
  </p:cSld>
  <p:clrMapOvr>
    <a:masterClrMapping/>
  </p:clrMapOvr>
  <p:timing>
    <p:tnLst>
      <p:par>
        <p:cTn id="1" dur="indefinite" restart="never" nodeType="tmRoot"/>
      </p:par>
    </p:tnLst>
  </p:timing>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p:cNvSpPr txBox="1"/>
          <p:nvPr/>
        </p:nvSpPr>
        <p:spPr>
          <a:xfrm>
            <a:off x="0" y="91440"/>
            <a:ext cx="9144000" cy="523220"/>
          </a:xfrm>
          <a:prstGeom prst="rect">
            <a:avLst/>
          </a:prstGeom>
          <a:noFill/>
        </p:spPr>
        <p:txBody>
          <a:bodyPr wrap="square" rtlCol="0">
            <a:spAutoFit/>
          </a:bodyPr>
          <a:lstStyle/>
          <a:p>
            <a:pPr algn="ctr"/>
            <a:r>
              <a:rPr lang="en-US" sz="2800" b="1" dirty="0" smtClean="0"/>
              <a:t>Kendall’s Tau</a:t>
            </a:r>
            <a:endParaRPr lang="en-US" sz="2800" b="1" dirty="0"/>
          </a:p>
        </p:txBody>
      </p:sp>
      <p:graphicFrame>
        <p:nvGraphicFramePr>
          <p:cNvPr id="4" name="Table 3"/>
          <p:cNvGraphicFramePr>
            <a:graphicFrameLocks noGrp="1"/>
          </p:cNvGraphicFramePr>
          <p:nvPr>
            <p:extLst>
              <p:ext uri="{D42A27DB-BD31-4B8C-83A1-F6EECF244321}">
                <p14:modId xmlns:p14="http://schemas.microsoft.com/office/powerpoint/2010/main" val="3524162582"/>
              </p:ext>
            </p:extLst>
          </p:nvPr>
        </p:nvGraphicFramePr>
        <p:xfrm>
          <a:off x="82068" y="570018"/>
          <a:ext cx="4288051" cy="2506600"/>
        </p:xfrm>
        <a:graphic>
          <a:graphicData uri="http://schemas.openxmlformats.org/drawingml/2006/table">
            <a:tbl>
              <a:tblPr firstRow="1" bandRow="1">
                <a:tableStyleId>{5C22544A-7EE6-4342-B048-85BDC9FD1C3A}</a:tableStyleId>
              </a:tblPr>
              <a:tblGrid>
                <a:gridCol w="1181251"/>
                <a:gridCol w="786422"/>
                <a:gridCol w="1169121"/>
                <a:gridCol w="583121"/>
                <a:gridCol w="568136"/>
              </a:tblGrid>
              <a:tr h="1080660">
                <a:tc>
                  <a:txBody>
                    <a:bodyPr/>
                    <a:lstStyle/>
                    <a:p>
                      <a:r>
                        <a:rPr lang="en-US" sz="1600" dirty="0" smtClean="0"/>
                        <a:t>R&amp;D Project</a:t>
                      </a:r>
                      <a:endParaRPr lang="en-US" sz="1600" dirty="0"/>
                    </a:p>
                  </a:txBody>
                  <a:tcPr anchor="b"/>
                </a:tc>
                <a:tc>
                  <a:txBody>
                    <a:bodyPr/>
                    <a:lstStyle/>
                    <a:p>
                      <a:r>
                        <a:rPr lang="en-US" sz="1600" dirty="0" smtClean="0"/>
                        <a:t>TRL</a:t>
                      </a:r>
                    </a:p>
                    <a:p>
                      <a:r>
                        <a:rPr lang="en-US" sz="1600" dirty="0" smtClean="0"/>
                        <a:t>ranked</a:t>
                      </a:r>
                      <a:endParaRPr lang="en-US" sz="1600" dirty="0"/>
                    </a:p>
                  </a:txBody>
                  <a:tcPr anchor="b"/>
                </a:tc>
                <a:tc>
                  <a:txBody>
                    <a:bodyPr/>
                    <a:lstStyle/>
                    <a:p>
                      <a:r>
                        <a:rPr lang="en-US" sz="1600" dirty="0" err="1" smtClean="0"/>
                        <a:t>TechTran</a:t>
                      </a:r>
                      <a:endParaRPr lang="en-US" sz="1600" dirty="0"/>
                    </a:p>
                  </a:txBody>
                  <a:tcPr anchor="b"/>
                </a:tc>
                <a:tc>
                  <a:txBody>
                    <a:bodyPr/>
                    <a:lstStyle/>
                    <a:p>
                      <a:r>
                        <a:rPr lang="en-US" sz="1600" dirty="0" smtClean="0"/>
                        <a:t>Concordant Pairs</a:t>
                      </a:r>
                      <a:endParaRPr lang="en-US" sz="1600" dirty="0"/>
                    </a:p>
                  </a:txBody>
                  <a:tcPr vert="vert270" anchor="b"/>
                </a:tc>
                <a:tc>
                  <a:txBody>
                    <a:bodyPr/>
                    <a:lstStyle/>
                    <a:p>
                      <a:r>
                        <a:rPr lang="en-US" sz="1600" dirty="0" smtClean="0"/>
                        <a:t>Discordant Pairs</a:t>
                      </a:r>
                      <a:endParaRPr lang="en-US" sz="1600" dirty="0"/>
                    </a:p>
                  </a:txBody>
                  <a:tcPr vert="vert270" anchor="b"/>
                </a:tc>
              </a:tr>
              <a:tr h="356485">
                <a:tc>
                  <a:txBody>
                    <a:bodyPr/>
                    <a:lstStyle/>
                    <a:p>
                      <a:r>
                        <a:rPr lang="en-US" sz="1600" dirty="0" smtClean="0"/>
                        <a:t>Project 1</a:t>
                      </a:r>
                      <a:endParaRPr lang="en-US" sz="1600" dirty="0"/>
                    </a:p>
                  </a:txBody>
                  <a:tcPr/>
                </a:tc>
                <a:tc>
                  <a:txBody>
                    <a:bodyPr/>
                    <a:lstStyle/>
                    <a:p>
                      <a:r>
                        <a:rPr lang="en-US" sz="1600" dirty="0" smtClean="0"/>
                        <a:t>TRL</a:t>
                      </a:r>
                      <a:r>
                        <a:rPr lang="en-US" sz="1600" baseline="-25000" dirty="0" smtClean="0"/>
                        <a:t>1</a:t>
                      </a:r>
                      <a:endParaRPr lang="en-US" sz="1600" dirty="0"/>
                    </a:p>
                  </a:txBody>
                  <a:tcPr/>
                </a:tc>
                <a:tc>
                  <a:txBody>
                    <a:bodyPr/>
                    <a:lstStyle/>
                    <a:p>
                      <a:r>
                        <a:rPr lang="en-US" sz="1600" dirty="0" smtClean="0"/>
                        <a:t>TechTran</a:t>
                      </a:r>
                      <a:r>
                        <a:rPr lang="en-US" sz="1600" baseline="-25000" dirty="0" smtClean="0"/>
                        <a:t>1</a:t>
                      </a:r>
                      <a:endParaRPr lang="en-US" sz="1600" dirty="0"/>
                    </a:p>
                  </a:txBody>
                  <a:tcPr/>
                </a:tc>
                <a:tc>
                  <a:txBody>
                    <a:bodyPr/>
                    <a:lstStyle/>
                    <a:p>
                      <a:r>
                        <a:rPr lang="en-US" sz="1600" baseline="0" dirty="0" smtClean="0"/>
                        <a:t>C</a:t>
                      </a:r>
                      <a:r>
                        <a:rPr lang="en-US" sz="1600" baseline="-25000" dirty="0" smtClean="0"/>
                        <a:t>1</a:t>
                      </a:r>
                      <a:endParaRPr lang="en-US" sz="1600" dirty="0"/>
                    </a:p>
                  </a:txBody>
                  <a:tcPr/>
                </a:tc>
                <a:tc>
                  <a:txBody>
                    <a:bodyPr/>
                    <a:lstStyle/>
                    <a:p>
                      <a:r>
                        <a:rPr lang="en-US" sz="1600" dirty="0" smtClean="0"/>
                        <a:t>D</a:t>
                      </a:r>
                      <a:r>
                        <a:rPr lang="en-US" sz="1600" baseline="-25000" dirty="0" smtClean="0"/>
                        <a:t>1</a:t>
                      </a:r>
                      <a:endParaRPr lang="en-US" sz="1600" dirty="0"/>
                    </a:p>
                  </a:txBody>
                  <a:tcPr/>
                </a:tc>
              </a:tr>
              <a:tr h="356485">
                <a:tc>
                  <a:txBody>
                    <a:bodyPr/>
                    <a:lstStyle/>
                    <a:p>
                      <a:r>
                        <a:rPr lang="en-US" sz="1600" dirty="0" smtClean="0"/>
                        <a:t>Project 2</a:t>
                      </a:r>
                      <a:endParaRPr lang="en-US" sz="16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0" i="0" u="none" strike="noStrike" kern="1200" cap="none" spc="0" normalizeH="0" baseline="0" noProof="0" dirty="0" smtClean="0">
                          <a:ln>
                            <a:noFill/>
                          </a:ln>
                          <a:solidFill>
                            <a:prstClr val="black"/>
                          </a:solidFill>
                          <a:effectLst/>
                          <a:uLnTx/>
                          <a:uFillTx/>
                          <a:latin typeface="+mn-lt"/>
                          <a:ea typeface="+mn-ea"/>
                          <a:cs typeface="+mn-cs"/>
                        </a:rPr>
                        <a:t>TRL</a:t>
                      </a:r>
                      <a:r>
                        <a:rPr kumimoji="0" lang="en-US" sz="1600" b="0" i="0" u="none" strike="noStrike" kern="1200" cap="none" spc="0" normalizeH="0" baseline="-25000" noProof="0" dirty="0" smtClean="0">
                          <a:ln>
                            <a:noFill/>
                          </a:ln>
                          <a:solidFill>
                            <a:prstClr val="black"/>
                          </a:solidFill>
                          <a:effectLst/>
                          <a:uLnTx/>
                          <a:uFillTx/>
                          <a:latin typeface="+mn-lt"/>
                          <a:ea typeface="+mn-ea"/>
                          <a:cs typeface="+mn-cs"/>
                        </a:rPr>
                        <a:t>2</a:t>
                      </a:r>
                      <a:endParaRPr kumimoji="0" lang="en-US" sz="1600" b="0" i="0" u="none" strike="noStrike" kern="1200" cap="none" spc="0" normalizeH="0" baseline="0" noProof="0" dirty="0" smtClean="0">
                        <a:ln>
                          <a:noFill/>
                        </a:ln>
                        <a:solidFill>
                          <a:prstClr val="black"/>
                        </a:solidFill>
                        <a:effectLst/>
                        <a:uLnTx/>
                        <a:uFillTx/>
                        <a:latin typeface="+mn-lt"/>
                        <a:ea typeface="+mn-ea"/>
                        <a:cs typeface="+mn-cs"/>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0" i="0" u="none" strike="noStrike" kern="1200" cap="none" spc="0" normalizeH="0" baseline="0" noProof="0" dirty="0" smtClean="0">
                          <a:ln>
                            <a:noFill/>
                          </a:ln>
                          <a:solidFill>
                            <a:prstClr val="black"/>
                          </a:solidFill>
                          <a:effectLst/>
                          <a:uLnTx/>
                          <a:uFillTx/>
                          <a:latin typeface="+mn-lt"/>
                          <a:ea typeface="+mn-ea"/>
                          <a:cs typeface="+mn-cs"/>
                        </a:rPr>
                        <a:t>TechTran</a:t>
                      </a:r>
                      <a:r>
                        <a:rPr kumimoji="0" lang="en-US" sz="1600" b="0" i="0" u="none" strike="noStrike" kern="1200" cap="none" spc="0" normalizeH="0" baseline="-25000" noProof="0" dirty="0" smtClean="0">
                          <a:ln>
                            <a:noFill/>
                          </a:ln>
                          <a:solidFill>
                            <a:prstClr val="black"/>
                          </a:solidFill>
                          <a:effectLst/>
                          <a:uLnTx/>
                          <a:uFillTx/>
                          <a:latin typeface="+mn-lt"/>
                          <a:ea typeface="+mn-ea"/>
                          <a:cs typeface="+mn-cs"/>
                        </a:rPr>
                        <a:t>2</a:t>
                      </a:r>
                      <a:endParaRPr kumimoji="0" lang="en-US" sz="1600" b="0" i="0" u="none" strike="noStrike" kern="1200" cap="none" spc="0" normalizeH="0" baseline="0" noProof="0" dirty="0" smtClean="0">
                        <a:ln>
                          <a:noFill/>
                        </a:ln>
                        <a:solidFill>
                          <a:prstClr val="black"/>
                        </a:solidFill>
                        <a:effectLst/>
                        <a:uLnTx/>
                        <a:uFillTx/>
                        <a:latin typeface="+mn-lt"/>
                        <a:ea typeface="+mn-ea"/>
                        <a:cs typeface="+mn-cs"/>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0" i="0" u="none" strike="noStrike" kern="1200" cap="none" spc="0" normalizeH="0" baseline="0" noProof="0" dirty="0" smtClean="0">
                          <a:ln>
                            <a:noFill/>
                          </a:ln>
                          <a:solidFill>
                            <a:prstClr val="black"/>
                          </a:solidFill>
                          <a:effectLst/>
                          <a:uLnTx/>
                          <a:uFillTx/>
                          <a:latin typeface="+mn-lt"/>
                          <a:ea typeface="+mn-ea"/>
                          <a:cs typeface="+mn-cs"/>
                        </a:rPr>
                        <a:t>C</a:t>
                      </a:r>
                      <a:r>
                        <a:rPr kumimoji="0" lang="en-US" sz="1600" b="0" i="0" u="none" strike="noStrike" kern="1200" cap="none" spc="0" normalizeH="0" baseline="-25000" noProof="0" dirty="0" smtClean="0">
                          <a:ln>
                            <a:noFill/>
                          </a:ln>
                          <a:solidFill>
                            <a:prstClr val="black"/>
                          </a:solidFill>
                          <a:effectLst/>
                          <a:uLnTx/>
                          <a:uFillTx/>
                          <a:latin typeface="+mn-lt"/>
                          <a:ea typeface="+mn-ea"/>
                          <a:cs typeface="+mn-cs"/>
                        </a:rPr>
                        <a:t>2</a:t>
                      </a:r>
                      <a:endParaRPr kumimoji="0" lang="en-US" sz="1600" b="0" i="0" u="none" strike="noStrike" kern="1200" cap="none" spc="0" normalizeH="0" baseline="0" noProof="0" dirty="0" smtClean="0">
                        <a:ln>
                          <a:noFill/>
                        </a:ln>
                        <a:solidFill>
                          <a:prstClr val="black"/>
                        </a:solidFill>
                        <a:effectLst/>
                        <a:uLnTx/>
                        <a:uFillTx/>
                        <a:latin typeface="+mn-lt"/>
                        <a:ea typeface="+mn-ea"/>
                        <a:cs typeface="+mn-cs"/>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0" i="0" u="none" strike="noStrike" kern="1200" cap="none" spc="0" normalizeH="0" baseline="0" noProof="0" dirty="0" smtClean="0">
                          <a:ln>
                            <a:noFill/>
                          </a:ln>
                          <a:solidFill>
                            <a:prstClr val="black"/>
                          </a:solidFill>
                          <a:effectLst/>
                          <a:uLnTx/>
                          <a:uFillTx/>
                          <a:latin typeface="+mn-lt"/>
                          <a:ea typeface="+mn-ea"/>
                          <a:cs typeface="+mn-cs"/>
                        </a:rPr>
                        <a:t>D</a:t>
                      </a:r>
                      <a:r>
                        <a:rPr kumimoji="0" lang="en-US" sz="1600" b="0" i="0" u="none" strike="noStrike" kern="1200" cap="none" spc="0" normalizeH="0" baseline="-25000" noProof="0" dirty="0" smtClean="0">
                          <a:ln>
                            <a:noFill/>
                          </a:ln>
                          <a:solidFill>
                            <a:prstClr val="black"/>
                          </a:solidFill>
                          <a:effectLst/>
                          <a:uLnTx/>
                          <a:uFillTx/>
                          <a:latin typeface="+mn-lt"/>
                          <a:ea typeface="+mn-ea"/>
                          <a:cs typeface="+mn-cs"/>
                        </a:rPr>
                        <a:t>2</a:t>
                      </a:r>
                      <a:endParaRPr kumimoji="0" lang="en-US" sz="1600" b="0" i="0" u="none" strike="noStrike" kern="1200" cap="none" spc="0" normalizeH="0" baseline="0" noProof="0" dirty="0" smtClean="0">
                        <a:ln>
                          <a:noFill/>
                        </a:ln>
                        <a:solidFill>
                          <a:prstClr val="black"/>
                        </a:solidFill>
                        <a:effectLst/>
                        <a:uLnTx/>
                        <a:uFillTx/>
                        <a:latin typeface="+mn-lt"/>
                        <a:ea typeface="+mn-ea"/>
                        <a:cs typeface="+mn-cs"/>
                      </a:endParaRPr>
                    </a:p>
                  </a:txBody>
                  <a:tcPr/>
                </a:tc>
              </a:tr>
              <a:tr h="356485">
                <a:tc>
                  <a:txBody>
                    <a:bodyPr/>
                    <a:lstStyle/>
                    <a:p>
                      <a:endParaRPr lang="en-US" sz="1600" dirty="0"/>
                    </a:p>
                  </a:txBody>
                  <a:tcPr/>
                </a:tc>
                <a:tc>
                  <a:txBody>
                    <a:bodyPr/>
                    <a:lstStyle/>
                    <a:p>
                      <a:endParaRPr lang="en-US" sz="1600" dirty="0"/>
                    </a:p>
                  </a:txBody>
                  <a:tcPr/>
                </a:tc>
                <a:tc>
                  <a:txBody>
                    <a:bodyPr/>
                    <a:lstStyle/>
                    <a:p>
                      <a:endParaRPr lang="en-US" sz="1600" dirty="0"/>
                    </a:p>
                  </a:txBody>
                  <a:tcPr/>
                </a:tc>
                <a:tc>
                  <a:txBody>
                    <a:bodyPr/>
                    <a:lstStyle/>
                    <a:p>
                      <a:endParaRPr lang="en-US" sz="1600" dirty="0"/>
                    </a:p>
                  </a:txBody>
                  <a:tcPr/>
                </a:tc>
                <a:tc>
                  <a:txBody>
                    <a:bodyPr/>
                    <a:lstStyle/>
                    <a:p>
                      <a:endParaRPr lang="en-US" sz="1600" dirty="0"/>
                    </a:p>
                  </a:txBody>
                  <a:tcPr/>
                </a:tc>
              </a:tr>
              <a:tr h="356485">
                <a:tc>
                  <a:txBody>
                    <a:bodyPr/>
                    <a:lstStyle/>
                    <a:p>
                      <a:r>
                        <a:rPr lang="en-US" sz="1600" dirty="0" smtClean="0"/>
                        <a:t>Project 400</a:t>
                      </a:r>
                      <a:endParaRPr lang="en-US" sz="16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0" i="0" u="none" strike="noStrike" kern="1200" cap="none" spc="0" normalizeH="0" baseline="0" noProof="0" dirty="0" smtClean="0">
                          <a:ln>
                            <a:noFill/>
                          </a:ln>
                          <a:solidFill>
                            <a:prstClr val="black"/>
                          </a:solidFill>
                          <a:effectLst/>
                          <a:uLnTx/>
                          <a:uFillTx/>
                          <a:latin typeface="+mn-lt"/>
                          <a:ea typeface="+mn-ea"/>
                          <a:cs typeface="+mn-cs"/>
                        </a:rPr>
                        <a:t>TRL</a:t>
                      </a:r>
                      <a:r>
                        <a:rPr kumimoji="0" lang="en-US" sz="1600" b="0" i="0" u="none" strike="noStrike" kern="1200" cap="none" spc="0" normalizeH="0" baseline="-25000" noProof="0" dirty="0" smtClean="0">
                          <a:ln>
                            <a:noFill/>
                          </a:ln>
                          <a:solidFill>
                            <a:prstClr val="black"/>
                          </a:solidFill>
                          <a:effectLst/>
                          <a:uLnTx/>
                          <a:uFillTx/>
                          <a:latin typeface="+mn-lt"/>
                          <a:ea typeface="+mn-ea"/>
                          <a:cs typeface="+mn-cs"/>
                        </a:rPr>
                        <a:t>400</a:t>
                      </a:r>
                      <a:endParaRPr kumimoji="0" lang="en-US" sz="1600" b="0" i="0" u="none" strike="noStrike" kern="1200" cap="none" spc="0" normalizeH="0" baseline="0" noProof="0" dirty="0" smtClean="0">
                        <a:ln>
                          <a:noFill/>
                        </a:ln>
                        <a:solidFill>
                          <a:prstClr val="black"/>
                        </a:solidFill>
                        <a:effectLst/>
                        <a:uLnTx/>
                        <a:uFillTx/>
                        <a:latin typeface="+mn-lt"/>
                        <a:ea typeface="+mn-ea"/>
                        <a:cs typeface="+mn-cs"/>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0" i="0" u="none" strike="noStrike" kern="1200" cap="none" spc="0" normalizeH="0" baseline="0" noProof="0" dirty="0" smtClean="0">
                          <a:ln>
                            <a:noFill/>
                          </a:ln>
                          <a:solidFill>
                            <a:prstClr val="black"/>
                          </a:solidFill>
                          <a:effectLst/>
                          <a:uLnTx/>
                          <a:uFillTx/>
                          <a:latin typeface="+mn-lt"/>
                          <a:ea typeface="+mn-ea"/>
                          <a:cs typeface="+mn-cs"/>
                        </a:rPr>
                        <a:t>TechTran</a:t>
                      </a:r>
                      <a:r>
                        <a:rPr kumimoji="0" lang="en-US" sz="1600" b="0" i="0" u="none" strike="noStrike" kern="1200" cap="none" spc="0" normalizeH="0" baseline="-25000" noProof="0" dirty="0" smtClean="0">
                          <a:ln>
                            <a:noFill/>
                          </a:ln>
                          <a:solidFill>
                            <a:prstClr val="black"/>
                          </a:solidFill>
                          <a:effectLst/>
                          <a:uLnTx/>
                          <a:uFillTx/>
                          <a:latin typeface="+mn-lt"/>
                          <a:ea typeface="+mn-ea"/>
                          <a:cs typeface="+mn-cs"/>
                        </a:rPr>
                        <a:t>400</a:t>
                      </a:r>
                      <a:endParaRPr kumimoji="0" lang="en-US" sz="1600" b="0" i="0" u="none" strike="noStrike" kern="1200" cap="none" spc="0" normalizeH="0" baseline="0" noProof="0" dirty="0" smtClean="0">
                        <a:ln>
                          <a:noFill/>
                        </a:ln>
                        <a:solidFill>
                          <a:prstClr val="black"/>
                        </a:solidFill>
                        <a:effectLst/>
                        <a:uLnTx/>
                        <a:uFillTx/>
                        <a:latin typeface="+mn-lt"/>
                        <a:ea typeface="+mn-ea"/>
                        <a:cs typeface="+mn-cs"/>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0" i="0" u="none" strike="noStrike" kern="1200" cap="none" spc="0" normalizeH="0" baseline="0" noProof="0" dirty="0" smtClean="0">
                          <a:ln>
                            <a:noFill/>
                          </a:ln>
                          <a:solidFill>
                            <a:prstClr val="black"/>
                          </a:solidFill>
                          <a:effectLst/>
                          <a:uLnTx/>
                          <a:uFillTx/>
                          <a:latin typeface="+mn-lt"/>
                          <a:ea typeface="+mn-ea"/>
                          <a:cs typeface="+mn-cs"/>
                        </a:rPr>
                        <a:t>C</a:t>
                      </a:r>
                      <a:r>
                        <a:rPr kumimoji="0" lang="en-US" sz="1600" b="0" i="0" u="none" strike="noStrike" kern="1200" cap="none" spc="0" normalizeH="0" baseline="-25000" noProof="0" dirty="0" smtClean="0">
                          <a:ln>
                            <a:noFill/>
                          </a:ln>
                          <a:solidFill>
                            <a:prstClr val="black"/>
                          </a:solidFill>
                          <a:effectLst/>
                          <a:uLnTx/>
                          <a:uFillTx/>
                          <a:latin typeface="+mn-lt"/>
                          <a:ea typeface="+mn-ea"/>
                          <a:cs typeface="+mn-cs"/>
                        </a:rPr>
                        <a:t>400</a:t>
                      </a:r>
                      <a:endParaRPr kumimoji="0" lang="en-US" sz="1600" b="0" i="0" u="none" strike="noStrike" kern="1200" cap="none" spc="0" normalizeH="0" baseline="0" noProof="0" dirty="0" smtClean="0">
                        <a:ln>
                          <a:noFill/>
                        </a:ln>
                        <a:solidFill>
                          <a:prstClr val="black"/>
                        </a:solidFill>
                        <a:effectLst/>
                        <a:uLnTx/>
                        <a:uFillTx/>
                        <a:latin typeface="+mn-lt"/>
                        <a:ea typeface="+mn-ea"/>
                        <a:cs typeface="+mn-cs"/>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0" i="0" u="none" strike="noStrike" kern="1200" cap="none" spc="0" normalizeH="0" baseline="0" noProof="0" dirty="0" smtClean="0">
                          <a:ln>
                            <a:noFill/>
                          </a:ln>
                          <a:solidFill>
                            <a:prstClr val="black"/>
                          </a:solidFill>
                          <a:effectLst/>
                          <a:uLnTx/>
                          <a:uFillTx/>
                          <a:latin typeface="+mn-lt"/>
                          <a:ea typeface="+mn-ea"/>
                          <a:cs typeface="+mn-cs"/>
                        </a:rPr>
                        <a:t>D</a:t>
                      </a:r>
                      <a:r>
                        <a:rPr kumimoji="0" lang="en-US" sz="1600" b="0" i="0" u="none" strike="noStrike" kern="1200" cap="none" spc="0" normalizeH="0" baseline="-25000" noProof="0" dirty="0" smtClean="0">
                          <a:ln>
                            <a:noFill/>
                          </a:ln>
                          <a:solidFill>
                            <a:prstClr val="black"/>
                          </a:solidFill>
                          <a:effectLst/>
                          <a:uLnTx/>
                          <a:uFillTx/>
                          <a:latin typeface="+mn-lt"/>
                          <a:ea typeface="+mn-ea"/>
                          <a:cs typeface="+mn-cs"/>
                        </a:rPr>
                        <a:t>400</a:t>
                      </a:r>
                      <a:endParaRPr kumimoji="0" lang="en-US" sz="1600" b="0" i="0" u="none" strike="noStrike" kern="1200" cap="none" spc="0" normalizeH="0" baseline="0" noProof="0" dirty="0" smtClean="0">
                        <a:ln>
                          <a:noFill/>
                        </a:ln>
                        <a:solidFill>
                          <a:prstClr val="black"/>
                        </a:solidFill>
                        <a:effectLst/>
                        <a:uLnTx/>
                        <a:uFillTx/>
                        <a:latin typeface="+mn-lt"/>
                        <a:ea typeface="+mn-ea"/>
                        <a:cs typeface="+mn-cs"/>
                      </a:endParaRPr>
                    </a:p>
                  </a:txBody>
                  <a:tcPr/>
                </a:tc>
              </a:tr>
            </a:tbl>
          </a:graphicData>
        </a:graphic>
      </p:graphicFrame>
      <p:grpSp>
        <p:nvGrpSpPr>
          <p:cNvPr id="10" name="Group 9"/>
          <p:cNvGrpSpPr/>
          <p:nvPr/>
        </p:nvGrpSpPr>
        <p:grpSpPr>
          <a:xfrm>
            <a:off x="116207" y="2351355"/>
            <a:ext cx="4164793" cy="380016"/>
            <a:chOff x="719194" y="2802571"/>
            <a:chExt cx="4164793" cy="380016"/>
          </a:xfrm>
        </p:grpSpPr>
        <p:sp>
          <p:nvSpPr>
            <p:cNvPr id="5" name="TextBox 4"/>
            <p:cNvSpPr txBox="1"/>
            <p:nvPr/>
          </p:nvSpPr>
          <p:spPr>
            <a:xfrm>
              <a:off x="719194" y="2802576"/>
              <a:ext cx="461665" cy="380011"/>
            </a:xfrm>
            <a:prstGeom prst="rect">
              <a:avLst/>
            </a:prstGeom>
            <a:noFill/>
          </p:spPr>
          <p:txBody>
            <a:bodyPr vert="vert270" wrap="square" rtlCol="0" anchor="ctr">
              <a:spAutoFit/>
            </a:bodyPr>
            <a:lstStyle/>
            <a:p>
              <a:pPr algn="ctr"/>
              <a:r>
                <a:rPr lang="en-US" dirty="0" smtClean="0"/>
                <a:t>…</a:t>
              </a:r>
              <a:endParaRPr lang="en-US" dirty="0"/>
            </a:p>
          </p:txBody>
        </p:sp>
        <p:sp>
          <p:nvSpPr>
            <p:cNvPr id="6" name="TextBox 5"/>
            <p:cNvSpPr txBox="1"/>
            <p:nvPr/>
          </p:nvSpPr>
          <p:spPr>
            <a:xfrm>
              <a:off x="1902730" y="2802573"/>
              <a:ext cx="461665" cy="380011"/>
            </a:xfrm>
            <a:prstGeom prst="rect">
              <a:avLst/>
            </a:prstGeom>
            <a:noFill/>
          </p:spPr>
          <p:txBody>
            <a:bodyPr vert="vert270" wrap="square" rtlCol="0" anchor="ctr">
              <a:spAutoFit/>
            </a:bodyPr>
            <a:lstStyle/>
            <a:p>
              <a:pPr algn="ctr"/>
              <a:r>
                <a:rPr lang="en-US" dirty="0" smtClean="0"/>
                <a:t>…</a:t>
              </a:r>
              <a:endParaRPr lang="en-US" dirty="0"/>
            </a:p>
          </p:txBody>
        </p:sp>
        <p:sp>
          <p:nvSpPr>
            <p:cNvPr id="7" name="TextBox 6"/>
            <p:cNvSpPr txBox="1"/>
            <p:nvPr/>
          </p:nvSpPr>
          <p:spPr>
            <a:xfrm>
              <a:off x="2676643" y="2802576"/>
              <a:ext cx="461665" cy="380011"/>
            </a:xfrm>
            <a:prstGeom prst="rect">
              <a:avLst/>
            </a:prstGeom>
            <a:noFill/>
          </p:spPr>
          <p:txBody>
            <a:bodyPr vert="vert270" wrap="square" rtlCol="0" anchor="ctr">
              <a:spAutoFit/>
            </a:bodyPr>
            <a:lstStyle/>
            <a:p>
              <a:pPr algn="ctr"/>
              <a:r>
                <a:rPr lang="en-US" dirty="0" smtClean="0"/>
                <a:t>…</a:t>
              </a:r>
              <a:endParaRPr lang="en-US" dirty="0"/>
            </a:p>
          </p:txBody>
        </p:sp>
        <p:sp>
          <p:nvSpPr>
            <p:cNvPr id="8" name="TextBox 7"/>
            <p:cNvSpPr txBox="1"/>
            <p:nvPr/>
          </p:nvSpPr>
          <p:spPr>
            <a:xfrm>
              <a:off x="3834952" y="2802572"/>
              <a:ext cx="461665" cy="380011"/>
            </a:xfrm>
            <a:prstGeom prst="rect">
              <a:avLst/>
            </a:prstGeom>
            <a:noFill/>
          </p:spPr>
          <p:txBody>
            <a:bodyPr vert="vert270" wrap="square" rtlCol="0" anchor="ctr">
              <a:spAutoFit/>
            </a:bodyPr>
            <a:lstStyle/>
            <a:p>
              <a:pPr algn="ctr"/>
              <a:r>
                <a:rPr lang="en-US" dirty="0" smtClean="0"/>
                <a:t>…</a:t>
              </a:r>
              <a:endParaRPr lang="en-US" dirty="0"/>
            </a:p>
          </p:txBody>
        </p:sp>
        <p:sp>
          <p:nvSpPr>
            <p:cNvPr id="9" name="TextBox 8"/>
            <p:cNvSpPr txBox="1"/>
            <p:nvPr/>
          </p:nvSpPr>
          <p:spPr>
            <a:xfrm>
              <a:off x="4422322" y="2802571"/>
              <a:ext cx="461665" cy="380011"/>
            </a:xfrm>
            <a:prstGeom prst="rect">
              <a:avLst/>
            </a:prstGeom>
            <a:noFill/>
          </p:spPr>
          <p:txBody>
            <a:bodyPr vert="vert270" wrap="square" rtlCol="0" anchor="ctr">
              <a:spAutoFit/>
            </a:bodyPr>
            <a:lstStyle/>
            <a:p>
              <a:pPr algn="ctr"/>
              <a:r>
                <a:rPr lang="en-US" dirty="0" smtClean="0"/>
                <a:t>…</a:t>
              </a:r>
              <a:endParaRPr lang="en-US" dirty="0"/>
            </a:p>
          </p:txBody>
        </p:sp>
      </p:grpSp>
      <p:graphicFrame>
        <p:nvGraphicFramePr>
          <p:cNvPr id="11" name="Table 10"/>
          <p:cNvGraphicFramePr>
            <a:graphicFrameLocks noGrp="1"/>
          </p:cNvGraphicFramePr>
          <p:nvPr>
            <p:extLst>
              <p:ext uri="{D42A27DB-BD31-4B8C-83A1-F6EECF244321}">
                <p14:modId xmlns:p14="http://schemas.microsoft.com/office/powerpoint/2010/main" val="616479846"/>
              </p:ext>
            </p:extLst>
          </p:nvPr>
        </p:nvGraphicFramePr>
        <p:xfrm>
          <a:off x="4670205" y="570019"/>
          <a:ext cx="4295665" cy="2506597"/>
        </p:xfrm>
        <a:graphic>
          <a:graphicData uri="http://schemas.openxmlformats.org/drawingml/2006/table">
            <a:tbl>
              <a:tblPr firstRow="1" bandRow="1">
                <a:tableStyleId>{5C22544A-7EE6-4342-B048-85BDC9FD1C3A}</a:tableStyleId>
              </a:tblPr>
              <a:tblGrid>
                <a:gridCol w="1136829"/>
                <a:gridCol w="712519"/>
                <a:gridCol w="1151907"/>
                <a:gridCol w="653143"/>
                <a:gridCol w="641267"/>
              </a:tblGrid>
              <a:tr h="1080657">
                <a:tc>
                  <a:txBody>
                    <a:bodyPr/>
                    <a:lstStyle/>
                    <a:p>
                      <a:r>
                        <a:rPr lang="en-US" sz="1600" dirty="0" smtClean="0"/>
                        <a:t>R&amp;D Project</a:t>
                      </a:r>
                      <a:endParaRPr lang="en-US" sz="1600" dirty="0"/>
                    </a:p>
                  </a:txBody>
                  <a:tcPr anchor="b"/>
                </a:tc>
                <a:tc>
                  <a:txBody>
                    <a:bodyPr/>
                    <a:lstStyle/>
                    <a:p>
                      <a:r>
                        <a:rPr lang="en-US" sz="1600" dirty="0" smtClean="0"/>
                        <a:t>Distance</a:t>
                      </a:r>
                    </a:p>
                    <a:p>
                      <a:r>
                        <a:rPr lang="en-US" sz="1600" dirty="0" smtClean="0"/>
                        <a:t>ranked</a:t>
                      </a:r>
                      <a:endParaRPr lang="en-US" sz="1600" dirty="0"/>
                    </a:p>
                  </a:txBody>
                  <a:tcPr vert="vert270" anchor="b"/>
                </a:tc>
                <a:tc>
                  <a:txBody>
                    <a:bodyPr/>
                    <a:lstStyle/>
                    <a:p>
                      <a:r>
                        <a:rPr lang="en-US" sz="1600" dirty="0" err="1" smtClean="0"/>
                        <a:t>TechTran</a:t>
                      </a:r>
                      <a:endParaRPr lang="en-US" sz="1600" dirty="0"/>
                    </a:p>
                  </a:txBody>
                  <a:tcPr anchor="b"/>
                </a:tc>
                <a:tc>
                  <a:txBody>
                    <a:bodyPr/>
                    <a:lstStyle/>
                    <a:p>
                      <a:r>
                        <a:rPr lang="en-US" sz="1600" dirty="0" smtClean="0"/>
                        <a:t>Concordant Pairs</a:t>
                      </a:r>
                      <a:endParaRPr lang="en-US" sz="1600" dirty="0"/>
                    </a:p>
                  </a:txBody>
                  <a:tcPr vert="vert270" anchor="b"/>
                </a:tc>
                <a:tc>
                  <a:txBody>
                    <a:bodyPr/>
                    <a:lstStyle/>
                    <a:p>
                      <a:r>
                        <a:rPr lang="en-US" sz="1600" dirty="0" smtClean="0"/>
                        <a:t>Discordant Pairs</a:t>
                      </a:r>
                      <a:endParaRPr lang="en-US" sz="1600" dirty="0"/>
                    </a:p>
                  </a:txBody>
                  <a:tcPr vert="vert270" anchor="b"/>
                </a:tc>
              </a:tr>
              <a:tr h="356485">
                <a:tc>
                  <a:txBody>
                    <a:bodyPr/>
                    <a:lstStyle/>
                    <a:p>
                      <a:r>
                        <a:rPr lang="en-US" sz="1600" dirty="0" smtClean="0"/>
                        <a:t>Project 1</a:t>
                      </a:r>
                      <a:endParaRPr lang="en-US" sz="1600" dirty="0"/>
                    </a:p>
                  </a:txBody>
                  <a:tcPr/>
                </a:tc>
                <a:tc>
                  <a:txBody>
                    <a:bodyPr/>
                    <a:lstStyle/>
                    <a:p>
                      <a:r>
                        <a:rPr lang="en-US" sz="1600" baseline="0" dirty="0" smtClean="0"/>
                        <a:t>Dist</a:t>
                      </a:r>
                      <a:r>
                        <a:rPr lang="en-US" sz="1600" baseline="-25000" dirty="0" smtClean="0"/>
                        <a:t>1</a:t>
                      </a:r>
                      <a:endParaRPr lang="en-US" sz="1600" dirty="0"/>
                    </a:p>
                  </a:txBody>
                  <a:tcPr/>
                </a:tc>
                <a:tc>
                  <a:txBody>
                    <a:bodyPr/>
                    <a:lstStyle/>
                    <a:p>
                      <a:r>
                        <a:rPr lang="en-US" sz="1600" dirty="0" smtClean="0"/>
                        <a:t>TechTran</a:t>
                      </a:r>
                      <a:r>
                        <a:rPr lang="en-US" sz="1600" baseline="-25000" dirty="0" smtClean="0"/>
                        <a:t>1</a:t>
                      </a:r>
                      <a:endParaRPr lang="en-US" sz="1600" dirty="0"/>
                    </a:p>
                  </a:txBody>
                  <a:tcPr/>
                </a:tc>
                <a:tc>
                  <a:txBody>
                    <a:bodyPr/>
                    <a:lstStyle/>
                    <a:p>
                      <a:r>
                        <a:rPr lang="en-US" sz="1600" baseline="0" dirty="0" smtClean="0"/>
                        <a:t>C</a:t>
                      </a:r>
                      <a:r>
                        <a:rPr lang="en-US" sz="1600" baseline="-25000" dirty="0" smtClean="0"/>
                        <a:t>1</a:t>
                      </a:r>
                      <a:endParaRPr lang="en-US" sz="1600" dirty="0"/>
                    </a:p>
                  </a:txBody>
                  <a:tcPr/>
                </a:tc>
                <a:tc>
                  <a:txBody>
                    <a:bodyPr/>
                    <a:lstStyle/>
                    <a:p>
                      <a:r>
                        <a:rPr lang="en-US" sz="1600" dirty="0" smtClean="0"/>
                        <a:t>D</a:t>
                      </a:r>
                      <a:r>
                        <a:rPr lang="en-US" sz="1600" baseline="-25000" dirty="0" smtClean="0"/>
                        <a:t>1</a:t>
                      </a:r>
                      <a:endParaRPr lang="en-US" sz="1600" dirty="0"/>
                    </a:p>
                  </a:txBody>
                  <a:tcPr/>
                </a:tc>
              </a:tr>
              <a:tr h="356485">
                <a:tc>
                  <a:txBody>
                    <a:bodyPr/>
                    <a:lstStyle/>
                    <a:p>
                      <a:r>
                        <a:rPr lang="en-US" sz="1600" dirty="0" smtClean="0"/>
                        <a:t>Project 2</a:t>
                      </a:r>
                      <a:endParaRPr lang="en-US" sz="16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0" i="0" u="none" strike="noStrike" kern="1200" cap="none" spc="0" normalizeH="0" baseline="0" noProof="0" dirty="0" smtClean="0">
                          <a:ln>
                            <a:noFill/>
                          </a:ln>
                          <a:solidFill>
                            <a:prstClr val="black"/>
                          </a:solidFill>
                          <a:effectLst/>
                          <a:uLnTx/>
                          <a:uFillTx/>
                          <a:latin typeface="+mn-lt"/>
                          <a:ea typeface="+mn-ea"/>
                          <a:cs typeface="+mn-cs"/>
                        </a:rPr>
                        <a:t>Dist</a:t>
                      </a:r>
                      <a:r>
                        <a:rPr kumimoji="0" lang="en-US" sz="1600" b="0" i="0" u="none" strike="noStrike" kern="1200" cap="none" spc="0" normalizeH="0" baseline="-25000" noProof="0" dirty="0" smtClean="0">
                          <a:ln>
                            <a:noFill/>
                          </a:ln>
                          <a:solidFill>
                            <a:prstClr val="black"/>
                          </a:solidFill>
                          <a:effectLst/>
                          <a:uLnTx/>
                          <a:uFillTx/>
                          <a:latin typeface="+mn-lt"/>
                          <a:ea typeface="+mn-ea"/>
                          <a:cs typeface="+mn-cs"/>
                        </a:rPr>
                        <a:t>2</a:t>
                      </a:r>
                      <a:endParaRPr kumimoji="0" lang="en-US" sz="1600" b="0" i="0" u="none" strike="noStrike" kern="1200" cap="none" spc="0" normalizeH="0" baseline="0" noProof="0" dirty="0" smtClean="0">
                        <a:ln>
                          <a:noFill/>
                        </a:ln>
                        <a:solidFill>
                          <a:prstClr val="black"/>
                        </a:solidFill>
                        <a:effectLst/>
                        <a:uLnTx/>
                        <a:uFillTx/>
                        <a:latin typeface="+mn-lt"/>
                        <a:ea typeface="+mn-ea"/>
                        <a:cs typeface="+mn-cs"/>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0" i="0" u="none" strike="noStrike" kern="1200" cap="none" spc="0" normalizeH="0" baseline="0" noProof="0" dirty="0" smtClean="0">
                          <a:ln>
                            <a:noFill/>
                          </a:ln>
                          <a:solidFill>
                            <a:prstClr val="black"/>
                          </a:solidFill>
                          <a:effectLst/>
                          <a:uLnTx/>
                          <a:uFillTx/>
                          <a:latin typeface="+mn-lt"/>
                          <a:ea typeface="+mn-ea"/>
                          <a:cs typeface="+mn-cs"/>
                        </a:rPr>
                        <a:t>TechTran</a:t>
                      </a:r>
                      <a:r>
                        <a:rPr kumimoji="0" lang="en-US" sz="1600" b="0" i="0" u="none" strike="noStrike" kern="1200" cap="none" spc="0" normalizeH="0" baseline="-25000" noProof="0" dirty="0" smtClean="0">
                          <a:ln>
                            <a:noFill/>
                          </a:ln>
                          <a:solidFill>
                            <a:prstClr val="black"/>
                          </a:solidFill>
                          <a:effectLst/>
                          <a:uLnTx/>
                          <a:uFillTx/>
                          <a:latin typeface="+mn-lt"/>
                          <a:ea typeface="+mn-ea"/>
                          <a:cs typeface="+mn-cs"/>
                        </a:rPr>
                        <a:t>2</a:t>
                      </a:r>
                      <a:endParaRPr kumimoji="0" lang="en-US" sz="1600" b="0" i="0" u="none" strike="noStrike" kern="1200" cap="none" spc="0" normalizeH="0" baseline="0" noProof="0" dirty="0" smtClean="0">
                        <a:ln>
                          <a:noFill/>
                        </a:ln>
                        <a:solidFill>
                          <a:prstClr val="black"/>
                        </a:solidFill>
                        <a:effectLst/>
                        <a:uLnTx/>
                        <a:uFillTx/>
                        <a:latin typeface="+mn-lt"/>
                        <a:ea typeface="+mn-ea"/>
                        <a:cs typeface="+mn-cs"/>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0" i="0" u="none" strike="noStrike" kern="1200" cap="none" spc="0" normalizeH="0" baseline="0" noProof="0" dirty="0" smtClean="0">
                          <a:ln>
                            <a:noFill/>
                          </a:ln>
                          <a:solidFill>
                            <a:prstClr val="black"/>
                          </a:solidFill>
                          <a:effectLst/>
                          <a:uLnTx/>
                          <a:uFillTx/>
                          <a:latin typeface="+mn-lt"/>
                          <a:ea typeface="+mn-ea"/>
                          <a:cs typeface="+mn-cs"/>
                        </a:rPr>
                        <a:t>C</a:t>
                      </a:r>
                      <a:r>
                        <a:rPr kumimoji="0" lang="en-US" sz="1600" b="0" i="0" u="none" strike="noStrike" kern="1200" cap="none" spc="0" normalizeH="0" baseline="-25000" noProof="0" dirty="0" smtClean="0">
                          <a:ln>
                            <a:noFill/>
                          </a:ln>
                          <a:solidFill>
                            <a:prstClr val="black"/>
                          </a:solidFill>
                          <a:effectLst/>
                          <a:uLnTx/>
                          <a:uFillTx/>
                          <a:latin typeface="+mn-lt"/>
                          <a:ea typeface="+mn-ea"/>
                          <a:cs typeface="+mn-cs"/>
                        </a:rPr>
                        <a:t>2</a:t>
                      </a:r>
                      <a:endParaRPr kumimoji="0" lang="en-US" sz="1600" b="0" i="0" u="none" strike="noStrike" kern="1200" cap="none" spc="0" normalizeH="0" baseline="0" noProof="0" dirty="0" smtClean="0">
                        <a:ln>
                          <a:noFill/>
                        </a:ln>
                        <a:solidFill>
                          <a:prstClr val="black"/>
                        </a:solidFill>
                        <a:effectLst/>
                        <a:uLnTx/>
                        <a:uFillTx/>
                        <a:latin typeface="+mn-lt"/>
                        <a:ea typeface="+mn-ea"/>
                        <a:cs typeface="+mn-cs"/>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0" i="0" u="none" strike="noStrike" kern="1200" cap="none" spc="0" normalizeH="0" baseline="0" noProof="0" dirty="0" smtClean="0">
                          <a:ln>
                            <a:noFill/>
                          </a:ln>
                          <a:solidFill>
                            <a:prstClr val="black"/>
                          </a:solidFill>
                          <a:effectLst/>
                          <a:uLnTx/>
                          <a:uFillTx/>
                          <a:latin typeface="+mn-lt"/>
                          <a:ea typeface="+mn-ea"/>
                          <a:cs typeface="+mn-cs"/>
                        </a:rPr>
                        <a:t>D</a:t>
                      </a:r>
                      <a:r>
                        <a:rPr kumimoji="0" lang="en-US" sz="1600" b="0" i="0" u="none" strike="noStrike" kern="1200" cap="none" spc="0" normalizeH="0" baseline="-25000" noProof="0" dirty="0" smtClean="0">
                          <a:ln>
                            <a:noFill/>
                          </a:ln>
                          <a:solidFill>
                            <a:prstClr val="black"/>
                          </a:solidFill>
                          <a:effectLst/>
                          <a:uLnTx/>
                          <a:uFillTx/>
                          <a:latin typeface="+mn-lt"/>
                          <a:ea typeface="+mn-ea"/>
                          <a:cs typeface="+mn-cs"/>
                        </a:rPr>
                        <a:t>2</a:t>
                      </a:r>
                      <a:endParaRPr kumimoji="0" lang="en-US" sz="1600" b="0" i="0" u="none" strike="noStrike" kern="1200" cap="none" spc="0" normalizeH="0" baseline="0" noProof="0" dirty="0" smtClean="0">
                        <a:ln>
                          <a:noFill/>
                        </a:ln>
                        <a:solidFill>
                          <a:prstClr val="black"/>
                        </a:solidFill>
                        <a:effectLst/>
                        <a:uLnTx/>
                        <a:uFillTx/>
                        <a:latin typeface="+mn-lt"/>
                        <a:ea typeface="+mn-ea"/>
                        <a:cs typeface="+mn-cs"/>
                      </a:endParaRPr>
                    </a:p>
                  </a:txBody>
                  <a:tcPr/>
                </a:tc>
              </a:tr>
              <a:tr h="356485">
                <a:tc>
                  <a:txBody>
                    <a:bodyPr/>
                    <a:lstStyle/>
                    <a:p>
                      <a:endParaRPr lang="en-US" sz="1600" dirty="0"/>
                    </a:p>
                  </a:txBody>
                  <a:tcPr/>
                </a:tc>
                <a:tc>
                  <a:txBody>
                    <a:bodyPr/>
                    <a:lstStyle/>
                    <a:p>
                      <a:endParaRPr lang="en-US" sz="1600" dirty="0"/>
                    </a:p>
                  </a:txBody>
                  <a:tcPr/>
                </a:tc>
                <a:tc>
                  <a:txBody>
                    <a:bodyPr/>
                    <a:lstStyle/>
                    <a:p>
                      <a:endParaRPr lang="en-US" sz="1600" dirty="0"/>
                    </a:p>
                  </a:txBody>
                  <a:tcPr/>
                </a:tc>
                <a:tc>
                  <a:txBody>
                    <a:bodyPr/>
                    <a:lstStyle/>
                    <a:p>
                      <a:endParaRPr lang="en-US" sz="1600" dirty="0"/>
                    </a:p>
                  </a:txBody>
                  <a:tcPr/>
                </a:tc>
                <a:tc>
                  <a:txBody>
                    <a:bodyPr/>
                    <a:lstStyle/>
                    <a:p>
                      <a:endParaRPr lang="en-US" sz="1600" dirty="0"/>
                    </a:p>
                  </a:txBody>
                  <a:tcPr/>
                </a:tc>
              </a:tr>
              <a:tr h="356485">
                <a:tc>
                  <a:txBody>
                    <a:bodyPr/>
                    <a:lstStyle/>
                    <a:p>
                      <a:r>
                        <a:rPr lang="en-US" sz="1600" dirty="0" smtClean="0"/>
                        <a:t>Project 400</a:t>
                      </a:r>
                      <a:endParaRPr lang="en-US" sz="16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0" i="0" u="none" strike="noStrike" kern="1200" cap="none" spc="0" normalizeH="0" baseline="0" noProof="0" dirty="0" smtClean="0">
                          <a:ln>
                            <a:noFill/>
                          </a:ln>
                          <a:solidFill>
                            <a:prstClr val="black"/>
                          </a:solidFill>
                          <a:effectLst/>
                          <a:uLnTx/>
                          <a:uFillTx/>
                          <a:latin typeface="+mn-lt"/>
                          <a:ea typeface="+mn-ea"/>
                          <a:cs typeface="+mn-cs"/>
                        </a:rPr>
                        <a:t>Dist</a:t>
                      </a:r>
                      <a:r>
                        <a:rPr kumimoji="0" lang="en-US" sz="1600" b="0" i="0" u="none" strike="noStrike" kern="1200" cap="none" spc="0" normalizeH="0" baseline="-25000" noProof="0" dirty="0" smtClean="0">
                          <a:ln>
                            <a:noFill/>
                          </a:ln>
                          <a:solidFill>
                            <a:prstClr val="black"/>
                          </a:solidFill>
                          <a:effectLst/>
                          <a:uLnTx/>
                          <a:uFillTx/>
                          <a:latin typeface="+mn-lt"/>
                          <a:ea typeface="+mn-ea"/>
                          <a:cs typeface="+mn-cs"/>
                        </a:rPr>
                        <a:t>400</a:t>
                      </a:r>
                      <a:endParaRPr kumimoji="0" lang="en-US" sz="1600" b="0" i="0" u="none" strike="noStrike" kern="1200" cap="none" spc="0" normalizeH="0" baseline="0" noProof="0" dirty="0" smtClean="0">
                        <a:ln>
                          <a:noFill/>
                        </a:ln>
                        <a:solidFill>
                          <a:prstClr val="black"/>
                        </a:solidFill>
                        <a:effectLst/>
                        <a:uLnTx/>
                        <a:uFillTx/>
                        <a:latin typeface="+mn-lt"/>
                        <a:ea typeface="+mn-ea"/>
                        <a:cs typeface="+mn-cs"/>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0" i="0" u="none" strike="noStrike" kern="1200" cap="none" spc="0" normalizeH="0" baseline="0" noProof="0" dirty="0" smtClean="0">
                          <a:ln>
                            <a:noFill/>
                          </a:ln>
                          <a:solidFill>
                            <a:prstClr val="black"/>
                          </a:solidFill>
                          <a:effectLst/>
                          <a:uLnTx/>
                          <a:uFillTx/>
                          <a:latin typeface="+mn-lt"/>
                          <a:ea typeface="+mn-ea"/>
                          <a:cs typeface="+mn-cs"/>
                        </a:rPr>
                        <a:t>TechTran</a:t>
                      </a:r>
                      <a:r>
                        <a:rPr kumimoji="0" lang="en-US" sz="1600" b="0" i="0" u="none" strike="noStrike" kern="1200" cap="none" spc="0" normalizeH="0" baseline="-25000" noProof="0" dirty="0" smtClean="0">
                          <a:ln>
                            <a:noFill/>
                          </a:ln>
                          <a:solidFill>
                            <a:prstClr val="black"/>
                          </a:solidFill>
                          <a:effectLst/>
                          <a:uLnTx/>
                          <a:uFillTx/>
                          <a:latin typeface="+mn-lt"/>
                          <a:ea typeface="+mn-ea"/>
                          <a:cs typeface="+mn-cs"/>
                        </a:rPr>
                        <a:t>400</a:t>
                      </a:r>
                      <a:endParaRPr kumimoji="0" lang="en-US" sz="1600" b="0" i="0" u="none" strike="noStrike" kern="1200" cap="none" spc="0" normalizeH="0" baseline="0" noProof="0" dirty="0" smtClean="0">
                        <a:ln>
                          <a:noFill/>
                        </a:ln>
                        <a:solidFill>
                          <a:prstClr val="black"/>
                        </a:solidFill>
                        <a:effectLst/>
                        <a:uLnTx/>
                        <a:uFillTx/>
                        <a:latin typeface="+mn-lt"/>
                        <a:ea typeface="+mn-ea"/>
                        <a:cs typeface="+mn-cs"/>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0" i="0" u="none" strike="noStrike" kern="1200" cap="none" spc="0" normalizeH="0" baseline="0" noProof="0" dirty="0" smtClean="0">
                          <a:ln>
                            <a:noFill/>
                          </a:ln>
                          <a:solidFill>
                            <a:prstClr val="black"/>
                          </a:solidFill>
                          <a:effectLst/>
                          <a:uLnTx/>
                          <a:uFillTx/>
                          <a:latin typeface="+mn-lt"/>
                          <a:ea typeface="+mn-ea"/>
                          <a:cs typeface="+mn-cs"/>
                        </a:rPr>
                        <a:t>C</a:t>
                      </a:r>
                      <a:r>
                        <a:rPr kumimoji="0" lang="en-US" sz="1600" b="0" i="0" u="none" strike="noStrike" kern="1200" cap="none" spc="0" normalizeH="0" baseline="-25000" noProof="0" dirty="0" smtClean="0">
                          <a:ln>
                            <a:noFill/>
                          </a:ln>
                          <a:solidFill>
                            <a:prstClr val="black"/>
                          </a:solidFill>
                          <a:effectLst/>
                          <a:uLnTx/>
                          <a:uFillTx/>
                          <a:latin typeface="+mn-lt"/>
                          <a:ea typeface="+mn-ea"/>
                          <a:cs typeface="+mn-cs"/>
                        </a:rPr>
                        <a:t>400</a:t>
                      </a:r>
                      <a:endParaRPr kumimoji="0" lang="en-US" sz="1600" b="0" i="0" u="none" strike="noStrike" kern="1200" cap="none" spc="0" normalizeH="0" baseline="0" noProof="0" dirty="0" smtClean="0">
                        <a:ln>
                          <a:noFill/>
                        </a:ln>
                        <a:solidFill>
                          <a:prstClr val="black"/>
                        </a:solidFill>
                        <a:effectLst/>
                        <a:uLnTx/>
                        <a:uFillTx/>
                        <a:latin typeface="+mn-lt"/>
                        <a:ea typeface="+mn-ea"/>
                        <a:cs typeface="+mn-cs"/>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0" i="0" u="none" strike="noStrike" kern="1200" cap="none" spc="0" normalizeH="0" baseline="0" noProof="0" dirty="0" smtClean="0">
                          <a:ln>
                            <a:noFill/>
                          </a:ln>
                          <a:solidFill>
                            <a:prstClr val="black"/>
                          </a:solidFill>
                          <a:effectLst/>
                          <a:uLnTx/>
                          <a:uFillTx/>
                          <a:latin typeface="+mn-lt"/>
                          <a:ea typeface="+mn-ea"/>
                          <a:cs typeface="+mn-cs"/>
                        </a:rPr>
                        <a:t>D</a:t>
                      </a:r>
                      <a:r>
                        <a:rPr kumimoji="0" lang="en-US" sz="1600" b="0" i="0" u="none" strike="noStrike" kern="1200" cap="none" spc="0" normalizeH="0" baseline="-25000" noProof="0" dirty="0" smtClean="0">
                          <a:ln>
                            <a:noFill/>
                          </a:ln>
                          <a:solidFill>
                            <a:prstClr val="black"/>
                          </a:solidFill>
                          <a:effectLst/>
                          <a:uLnTx/>
                          <a:uFillTx/>
                          <a:latin typeface="+mn-lt"/>
                          <a:ea typeface="+mn-ea"/>
                          <a:cs typeface="+mn-cs"/>
                        </a:rPr>
                        <a:t>400</a:t>
                      </a:r>
                      <a:endParaRPr kumimoji="0" lang="en-US" sz="1600" b="0" i="0" u="none" strike="noStrike" kern="1200" cap="none" spc="0" normalizeH="0" baseline="0" noProof="0" dirty="0" smtClean="0">
                        <a:ln>
                          <a:noFill/>
                        </a:ln>
                        <a:solidFill>
                          <a:prstClr val="black"/>
                        </a:solidFill>
                        <a:effectLst/>
                        <a:uLnTx/>
                        <a:uFillTx/>
                        <a:latin typeface="+mn-lt"/>
                        <a:ea typeface="+mn-ea"/>
                        <a:cs typeface="+mn-cs"/>
                      </a:endParaRPr>
                    </a:p>
                  </a:txBody>
                  <a:tcPr/>
                </a:tc>
              </a:tr>
            </a:tbl>
          </a:graphicData>
        </a:graphic>
      </p:graphicFrame>
      <p:grpSp>
        <p:nvGrpSpPr>
          <p:cNvPr id="18" name="Group 17"/>
          <p:cNvGrpSpPr/>
          <p:nvPr/>
        </p:nvGrpSpPr>
        <p:grpSpPr>
          <a:xfrm>
            <a:off x="4658790" y="2351360"/>
            <a:ext cx="4164793" cy="380016"/>
            <a:chOff x="719194" y="2802571"/>
            <a:chExt cx="4164793" cy="380016"/>
          </a:xfrm>
        </p:grpSpPr>
        <p:sp>
          <p:nvSpPr>
            <p:cNvPr id="19" name="TextBox 18"/>
            <p:cNvSpPr txBox="1"/>
            <p:nvPr/>
          </p:nvSpPr>
          <p:spPr>
            <a:xfrm>
              <a:off x="719194" y="2802576"/>
              <a:ext cx="461665" cy="380011"/>
            </a:xfrm>
            <a:prstGeom prst="rect">
              <a:avLst/>
            </a:prstGeom>
            <a:noFill/>
          </p:spPr>
          <p:txBody>
            <a:bodyPr vert="vert270" wrap="square" rtlCol="0" anchor="ctr">
              <a:spAutoFit/>
            </a:bodyPr>
            <a:lstStyle/>
            <a:p>
              <a:pPr algn="ctr"/>
              <a:r>
                <a:rPr lang="en-US" dirty="0" smtClean="0"/>
                <a:t>…</a:t>
              </a:r>
              <a:endParaRPr lang="en-US" dirty="0"/>
            </a:p>
          </p:txBody>
        </p:sp>
        <p:sp>
          <p:nvSpPr>
            <p:cNvPr id="20" name="TextBox 19"/>
            <p:cNvSpPr txBox="1"/>
            <p:nvPr/>
          </p:nvSpPr>
          <p:spPr>
            <a:xfrm>
              <a:off x="1902730" y="2802573"/>
              <a:ext cx="461665" cy="380011"/>
            </a:xfrm>
            <a:prstGeom prst="rect">
              <a:avLst/>
            </a:prstGeom>
            <a:noFill/>
          </p:spPr>
          <p:txBody>
            <a:bodyPr vert="vert270" wrap="square" rtlCol="0" anchor="ctr">
              <a:spAutoFit/>
            </a:bodyPr>
            <a:lstStyle/>
            <a:p>
              <a:pPr algn="ctr"/>
              <a:r>
                <a:rPr lang="en-US" dirty="0" smtClean="0"/>
                <a:t>…</a:t>
              </a:r>
              <a:endParaRPr lang="en-US" dirty="0"/>
            </a:p>
          </p:txBody>
        </p:sp>
        <p:sp>
          <p:nvSpPr>
            <p:cNvPr id="21" name="TextBox 20"/>
            <p:cNvSpPr txBox="1"/>
            <p:nvPr/>
          </p:nvSpPr>
          <p:spPr>
            <a:xfrm>
              <a:off x="2676643" y="2802576"/>
              <a:ext cx="461665" cy="380011"/>
            </a:xfrm>
            <a:prstGeom prst="rect">
              <a:avLst/>
            </a:prstGeom>
            <a:noFill/>
          </p:spPr>
          <p:txBody>
            <a:bodyPr vert="vert270" wrap="square" rtlCol="0" anchor="ctr">
              <a:spAutoFit/>
            </a:bodyPr>
            <a:lstStyle/>
            <a:p>
              <a:pPr algn="ctr"/>
              <a:r>
                <a:rPr lang="en-US" dirty="0" smtClean="0"/>
                <a:t>…</a:t>
              </a:r>
              <a:endParaRPr lang="en-US" dirty="0"/>
            </a:p>
          </p:txBody>
        </p:sp>
        <p:sp>
          <p:nvSpPr>
            <p:cNvPr id="22" name="TextBox 21"/>
            <p:cNvSpPr txBox="1"/>
            <p:nvPr/>
          </p:nvSpPr>
          <p:spPr>
            <a:xfrm>
              <a:off x="3834952" y="2802572"/>
              <a:ext cx="461665" cy="380011"/>
            </a:xfrm>
            <a:prstGeom prst="rect">
              <a:avLst/>
            </a:prstGeom>
            <a:noFill/>
          </p:spPr>
          <p:txBody>
            <a:bodyPr vert="vert270" wrap="square" rtlCol="0" anchor="ctr">
              <a:spAutoFit/>
            </a:bodyPr>
            <a:lstStyle/>
            <a:p>
              <a:pPr algn="ctr"/>
              <a:r>
                <a:rPr lang="en-US" dirty="0" smtClean="0"/>
                <a:t>…</a:t>
              </a:r>
              <a:endParaRPr lang="en-US" dirty="0"/>
            </a:p>
          </p:txBody>
        </p:sp>
        <p:sp>
          <p:nvSpPr>
            <p:cNvPr id="23" name="TextBox 22"/>
            <p:cNvSpPr txBox="1"/>
            <p:nvPr/>
          </p:nvSpPr>
          <p:spPr>
            <a:xfrm>
              <a:off x="4422322" y="2802571"/>
              <a:ext cx="461665" cy="380011"/>
            </a:xfrm>
            <a:prstGeom prst="rect">
              <a:avLst/>
            </a:prstGeom>
            <a:noFill/>
          </p:spPr>
          <p:txBody>
            <a:bodyPr vert="vert270" wrap="square" rtlCol="0" anchor="ctr">
              <a:spAutoFit/>
            </a:bodyPr>
            <a:lstStyle/>
            <a:p>
              <a:pPr algn="ctr"/>
              <a:r>
                <a:rPr lang="en-US" dirty="0" smtClean="0"/>
                <a:t>…</a:t>
              </a:r>
              <a:endParaRPr lang="en-US" dirty="0"/>
            </a:p>
          </p:txBody>
        </p:sp>
      </p:grpSp>
      <p:graphicFrame>
        <p:nvGraphicFramePr>
          <p:cNvPr id="24" name="Table 23"/>
          <p:cNvGraphicFramePr>
            <a:graphicFrameLocks noGrp="1"/>
          </p:cNvGraphicFramePr>
          <p:nvPr>
            <p:extLst>
              <p:ext uri="{D42A27DB-BD31-4B8C-83A1-F6EECF244321}">
                <p14:modId xmlns:p14="http://schemas.microsoft.com/office/powerpoint/2010/main" val="2815652249"/>
              </p:ext>
            </p:extLst>
          </p:nvPr>
        </p:nvGraphicFramePr>
        <p:xfrm>
          <a:off x="116207" y="3172775"/>
          <a:ext cx="4288051" cy="2506600"/>
        </p:xfrm>
        <a:graphic>
          <a:graphicData uri="http://schemas.openxmlformats.org/drawingml/2006/table">
            <a:tbl>
              <a:tblPr firstRow="1" bandRow="1">
                <a:tableStyleId>{5C22544A-7EE6-4342-B048-85BDC9FD1C3A}</a:tableStyleId>
              </a:tblPr>
              <a:tblGrid>
                <a:gridCol w="1181251"/>
                <a:gridCol w="786422"/>
                <a:gridCol w="1169121"/>
                <a:gridCol w="583121"/>
                <a:gridCol w="568136"/>
              </a:tblGrid>
              <a:tr h="1080660">
                <a:tc>
                  <a:txBody>
                    <a:bodyPr/>
                    <a:lstStyle/>
                    <a:p>
                      <a:r>
                        <a:rPr lang="en-US" sz="1600" dirty="0" smtClean="0"/>
                        <a:t>R&amp;D Project</a:t>
                      </a:r>
                      <a:endParaRPr lang="en-US" sz="1600" dirty="0"/>
                    </a:p>
                  </a:txBody>
                  <a:tcPr anchor="b"/>
                </a:tc>
                <a:tc>
                  <a:txBody>
                    <a:bodyPr/>
                    <a:lstStyle/>
                    <a:p>
                      <a:r>
                        <a:rPr lang="en-US" sz="1600" dirty="0" smtClean="0"/>
                        <a:t>TRL</a:t>
                      </a:r>
                    </a:p>
                    <a:p>
                      <a:r>
                        <a:rPr lang="en-US" sz="1600" dirty="0" smtClean="0"/>
                        <a:t>ranked</a:t>
                      </a:r>
                      <a:endParaRPr lang="en-US" sz="1600" dirty="0"/>
                    </a:p>
                  </a:txBody>
                  <a:tcPr anchor="b"/>
                </a:tc>
                <a:tc>
                  <a:txBody>
                    <a:bodyPr/>
                    <a:lstStyle/>
                    <a:p>
                      <a:r>
                        <a:rPr lang="en-US" sz="1600" dirty="0" smtClean="0"/>
                        <a:t>Distance</a:t>
                      </a:r>
                      <a:endParaRPr lang="en-US" sz="1600" dirty="0"/>
                    </a:p>
                  </a:txBody>
                  <a:tcPr anchor="b"/>
                </a:tc>
                <a:tc>
                  <a:txBody>
                    <a:bodyPr/>
                    <a:lstStyle/>
                    <a:p>
                      <a:r>
                        <a:rPr lang="en-US" sz="1600" dirty="0" smtClean="0"/>
                        <a:t>Concordant Pairs</a:t>
                      </a:r>
                      <a:endParaRPr lang="en-US" sz="1600" dirty="0"/>
                    </a:p>
                  </a:txBody>
                  <a:tcPr vert="vert270" anchor="b"/>
                </a:tc>
                <a:tc>
                  <a:txBody>
                    <a:bodyPr/>
                    <a:lstStyle/>
                    <a:p>
                      <a:r>
                        <a:rPr lang="en-US" sz="1600" dirty="0" smtClean="0"/>
                        <a:t>Discordant Pairs</a:t>
                      </a:r>
                      <a:endParaRPr lang="en-US" sz="1600" dirty="0"/>
                    </a:p>
                  </a:txBody>
                  <a:tcPr vert="vert270" anchor="b"/>
                </a:tc>
              </a:tr>
              <a:tr h="356485">
                <a:tc>
                  <a:txBody>
                    <a:bodyPr/>
                    <a:lstStyle/>
                    <a:p>
                      <a:r>
                        <a:rPr lang="en-US" sz="1600" dirty="0" smtClean="0"/>
                        <a:t>Project 1</a:t>
                      </a:r>
                      <a:endParaRPr lang="en-US" sz="1600" dirty="0"/>
                    </a:p>
                  </a:txBody>
                  <a:tcPr/>
                </a:tc>
                <a:tc>
                  <a:txBody>
                    <a:bodyPr/>
                    <a:lstStyle/>
                    <a:p>
                      <a:r>
                        <a:rPr lang="en-US" sz="1600" dirty="0" smtClean="0"/>
                        <a:t>TRL</a:t>
                      </a:r>
                      <a:r>
                        <a:rPr lang="en-US" sz="1600" baseline="-25000" dirty="0" smtClean="0"/>
                        <a:t>1</a:t>
                      </a:r>
                      <a:endParaRPr lang="en-US" sz="1600" dirty="0"/>
                    </a:p>
                  </a:txBody>
                  <a:tcPr/>
                </a:tc>
                <a:tc>
                  <a:txBody>
                    <a:bodyPr/>
                    <a:lstStyle/>
                    <a:p>
                      <a:r>
                        <a:rPr lang="en-US" sz="1600" baseline="0" dirty="0" smtClean="0"/>
                        <a:t>Distance</a:t>
                      </a:r>
                      <a:r>
                        <a:rPr lang="en-US" sz="1600" baseline="-25000" dirty="0" smtClean="0"/>
                        <a:t>1</a:t>
                      </a:r>
                      <a:endParaRPr lang="en-US" sz="1600" dirty="0"/>
                    </a:p>
                  </a:txBody>
                  <a:tcPr/>
                </a:tc>
                <a:tc>
                  <a:txBody>
                    <a:bodyPr/>
                    <a:lstStyle/>
                    <a:p>
                      <a:r>
                        <a:rPr lang="en-US" sz="1600" baseline="0" dirty="0" smtClean="0"/>
                        <a:t>C</a:t>
                      </a:r>
                      <a:r>
                        <a:rPr lang="en-US" sz="1600" baseline="-25000" dirty="0" smtClean="0"/>
                        <a:t>1</a:t>
                      </a:r>
                      <a:endParaRPr lang="en-US" sz="1600" dirty="0"/>
                    </a:p>
                  </a:txBody>
                  <a:tcPr/>
                </a:tc>
                <a:tc>
                  <a:txBody>
                    <a:bodyPr/>
                    <a:lstStyle/>
                    <a:p>
                      <a:r>
                        <a:rPr lang="en-US" sz="1600" dirty="0" smtClean="0"/>
                        <a:t>D</a:t>
                      </a:r>
                      <a:r>
                        <a:rPr lang="en-US" sz="1600" baseline="-25000" dirty="0" smtClean="0"/>
                        <a:t>1</a:t>
                      </a:r>
                      <a:endParaRPr lang="en-US" sz="1600" dirty="0"/>
                    </a:p>
                  </a:txBody>
                  <a:tcPr/>
                </a:tc>
              </a:tr>
              <a:tr h="356485">
                <a:tc>
                  <a:txBody>
                    <a:bodyPr/>
                    <a:lstStyle/>
                    <a:p>
                      <a:r>
                        <a:rPr lang="en-US" sz="1600" dirty="0" smtClean="0"/>
                        <a:t>Project 2</a:t>
                      </a:r>
                      <a:endParaRPr lang="en-US" sz="16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0" i="0" u="none" strike="noStrike" kern="1200" cap="none" spc="0" normalizeH="0" baseline="0" noProof="0" dirty="0" smtClean="0">
                          <a:ln>
                            <a:noFill/>
                          </a:ln>
                          <a:solidFill>
                            <a:prstClr val="black"/>
                          </a:solidFill>
                          <a:effectLst/>
                          <a:uLnTx/>
                          <a:uFillTx/>
                          <a:latin typeface="+mn-lt"/>
                          <a:ea typeface="+mn-ea"/>
                          <a:cs typeface="+mn-cs"/>
                        </a:rPr>
                        <a:t>TRL</a:t>
                      </a:r>
                      <a:r>
                        <a:rPr kumimoji="0" lang="en-US" sz="1600" b="0" i="0" u="none" strike="noStrike" kern="1200" cap="none" spc="0" normalizeH="0" baseline="-25000" noProof="0" dirty="0" smtClean="0">
                          <a:ln>
                            <a:noFill/>
                          </a:ln>
                          <a:solidFill>
                            <a:prstClr val="black"/>
                          </a:solidFill>
                          <a:effectLst/>
                          <a:uLnTx/>
                          <a:uFillTx/>
                          <a:latin typeface="+mn-lt"/>
                          <a:ea typeface="+mn-ea"/>
                          <a:cs typeface="+mn-cs"/>
                        </a:rPr>
                        <a:t>2</a:t>
                      </a:r>
                      <a:endParaRPr kumimoji="0" lang="en-US" sz="1600" b="0" i="0" u="none" strike="noStrike" kern="1200" cap="none" spc="0" normalizeH="0" baseline="0" noProof="0" dirty="0" smtClean="0">
                        <a:ln>
                          <a:noFill/>
                        </a:ln>
                        <a:solidFill>
                          <a:prstClr val="black"/>
                        </a:solidFill>
                        <a:effectLst/>
                        <a:uLnTx/>
                        <a:uFillTx/>
                        <a:latin typeface="+mn-lt"/>
                        <a:ea typeface="+mn-ea"/>
                        <a:cs typeface="+mn-cs"/>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0" i="0" u="none" strike="noStrike" kern="1200" cap="none" spc="0" normalizeH="0" baseline="0" noProof="0" dirty="0" smtClean="0">
                          <a:ln>
                            <a:noFill/>
                          </a:ln>
                          <a:solidFill>
                            <a:prstClr val="black"/>
                          </a:solidFill>
                          <a:effectLst/>
                          <a:uLnTx/>
                          <a:uFillTx/>
                          <a:latin typeface="+mn-lt"/>
                          <a:ea typeface="+mn-ea"/>
                          <a:cs typeface="+mn-cs"/>
                        </a:rPr>
                        <a:t>Distance</a:t>
                      </a:r>
                      <a:r>
                        <a:rPr kumimoji="0" lang="en-US" sz="1600" b="0" i="0" u="none" strike="noStrike" kern="1200" cap="none" spc="0" normalizeH="0" baseline="-25000" noProof="0" dirty="0" smtClean="0">
                          <a:ln>
                            <a:noFill/>
                          </a:ln>
                          <a:solidFill>
                            <a:prstClr val="black"/>
                          </a:solidFill>
                          <a:effectLst/>
                          <a:uLnTx/>
                          <a:uFillTx/>
                          <a:latin typeface="+mn-lt"/>
                          <a:ea typeface="+mn-ea"/>
                          <a:cs typeface="+mn-cs"/>
                        </a:rPr>
                        <a:t>2</a:t>
                      </a:r>
                      <a:endParaRPr kumimoji="0" lang="en-US" sz="1600" b="0" i="0" u="none" strike="noStrike" kern="1200" cap="none" spc="0" normalizeH="0" baseline="0" noProof="0" dirty="0" smtClean="0">
                        <a:ln>
                          <a:noFill/>
                        </a:ln>
                        <a:solidFill>
                          <a:prstClr val="black"/>
                        </a:solidFill>
                        <a:effectLst/>
                        <a:uLnTx/>
                        <a:uFillTx/>
                        <a:latin typeface="+mn-lt"/>
                        <a:ea typeface="+mn-ea"/>
                        <a:cs typeface="+mn-cs"/>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0" i="0" u="none" strike="noStrike" kern="1200" cap="none" spc="0" normalizeH="0" baseline="0" noProof="0" dirty="0" smtClean="0">
                          <a:ln>
                            <a:noFill/>
                          </a:ln>
                          <a:solidFill>
                            <a:prstClr val="black"/>
                          </a:solidFill>
                          <a:effectLst/>
                          <a:uLnTx/>
                          <a:uFillTx/>
                          <a:latin typeface="+mn-lt"/>
                          <a:ea typeface="+mn-ea"/>
                          <a:cs typeface="+mn-cs"/>
                        </a:rPr>
                        <a:t>C</a:t>
                      </a:r>
                      <a:r>
                        <a:rPr kumimoji="0" lang="en-US" sz="1600" b="0" i="0" u="none" strike="noStrike" kern="1200" cap="none" spc="0" normalizeH="0" baseline="-25000" noProof="0" dirty="0" smtClean="0">
                          <a:ln>
                            <a:noFill/>
                          </a:ln>
                          <a:solidFill>
                            <a:prstClr val="black"/>
                          </a:solidFill>
                          <a:effectLst/>
                          <a:uLnTx/>
                          <a:uFillTx/>
                          <a:latin typeface="+mn-lt"/>
                          <a:ea typeface="+mn-ea"/>
                          <a:cs typeface="+mn-cs"/>
                        </a:rPr>
                        <a:t>2</a:t>
                      </a:r>
                      <a:endParaRPr kumimoji="0" lang="en-US" sz="1600" b="0" i="0" u="none" strike="noStrike" kern="1200" cap="none" spc="0" normalizeH="0" baseline="0" noProof="0" dirty="0" smtClean="0">
                        <a:ln>
                          <a:noFill/>
                        </a:ln>
                        <a:solidFill>
                          <a:prstClr val="black"/>
                        </a:solidFill>
                        <a:effectLst/>
                        <a:uLnTx/>
                        <a:uFillTx/>
                        <a:latin typeface="+mn-lt"/>
                        <a:ea typeface="+mn-ea"/>
                        <a:cs typeface="+mn-cs"/>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0" i="0" u="none" strike="noStrike" kern="1200" cap="none" spc="0" normalizeH="0" baseline="0" noProof="0" dirty="0" smtClean="0">
                          <a:ln>
                            <a:noFill/>
                          </a:ln>
                          <a:solidFill>
                            <a:prstClr val="black"/>
                          </a:solidFill>
                          <a:effectLst/>
                          <a:uLnTx/>
                          <a:uFillTx/>
                          <a:latin typeface="+mn-lt"/>
                          <a:ea typeface="+mn-ea"/>
                          <a:cs typeface="+mn-cs"/>
                        </a:rPr>
                        <a:t>D</a:t>
                      </a:r>
                      <a:r>
                        <a:rPr kumimoji="0" lang="en-US" sz="1600" b="0" i="0" u="none" strike="noStrike" kern="1200" cap="none" spc="0" normalizeH="0" baseline="-25000" noProof="0" dirty="0" smtClean="0">
                          <a:ln>
                            <a:noFill/>
                          </a:ln>
                          <a:solidFill>
                            <a:prstClr val="black"/>
                          </a:solidFill>
                          <a:effectLst/>
                          <a:uLnTx/>
                          <a:uFillTx/>
                          <a:latin typeface="+mn-lt"/>
                          <a:ea typeface="+mn-ea"/>
                          <a:cs typeface="+mn-cs"/>
                        </a:rPr>
                        <a:t>2</a:t>
                      </a:r>
                      <a:endParaRPr kumimoji="0" lang="en-US" sz="1600" b="0" i="0" u="none" strike="noStrike" kern="1200" cap="none" spc="0" normalizeH="0" baseline="0" noProof="0" dirty="0" smtClean="0">
                        <a:ln>
                          <a:noFill/>
                        </a:ln>
                        <a:solidFill>
                          <a:prstClr val="black"/>
                        </a:solidFill>
                        <a:effectLst/>
                        <a:uLnTx/>
                        <a:uFillTx/>
                        <a:latin typeface="+mn-lt"/>
                        <a:ea typeface="+mn-ea"/>
                        <a:cs typeface="+mn-cs"/>
                      </a:endParaRPr>
                    </a:p>
                  </a:txBody>
                  <a:tcPr/>
                </a:tc>
              </a:tr>
              <a:tr h="356485">
                <a:tc>
                  <a:txBody>
                    <a:bodyPr/>
                    <a:lstStyle/>
                    <a:p>
                      <a:endParaRPr lang="en-US" sz="1600" dirty="0"/>
                    </a:p>
                  </a:txBody>
                  <a:tcPr/>
                </a:tc>
                <a:tc>
                  <a:txBody>
                    <a:bodyPr/>
                    <a:lstStyle/>
                    <a:p>
                      <a:endParaRPr lang="en-US" sz="1600" dirty="0"/>
                    </a:p>
                  </a:txBody>
                  <a:tcPr/>
                </a:tc>
                <a:tc>
                  <a:txBody>
                    <a:bodyPr/>
                    <a:lstStyle/>
                    <a:p>
                      <a:endParaRPr lang="en-US" sz="1600" dirty="0"/>
                    </a:p>
                  </a:txBody>
                  <a:tcPr/>
                </a:tc>
                <a:tc>
                  <a:txBody>
                    <a:bodyPr/>
                    <a:lstStyle/>
                    <a:p>
                      <a:endParaRPr lang="en-US" sz="1600" dirty="0"/>
                    </a:p>
                  </a:txBody>
                  <a:tcPr/>
                </a:tc>
                <a:tc>
                  <a:txBody>
                    <a:bodyPr/>
                    <a:lstStyle/>
                    <a:p>
                      <a:endParaRPr lang="en-US" sz="1600" dirty="0"/>
                    </a:p>
                  </a:txBody>
                  <a:tcPr/>
                </a:tc>
              </a:tr>
              <a:tr h="356485">
                <a:tc>
                  <a:txBody>
                    <a:bodyPr/>
                    <a:lstStyle/>
                    <a:p>
                      <a:r>
                        <a:rPr lang="en-US" sz="1600" dirty="0" smtClean="0"/>
                        <a:t>Project 400</a:t>
                      </a:r>
                      <a:endParaRPr lang="en-US" sz="16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0" i="0" u="none" strike="noStrike" kern="1200" cap="none" spc="0" normalizeH="0" baseline="0" noProof="0" dirty="0" smtClean="0">
                          <a:ln>
                            <a:noFill/>
                          </a:ln>
                          <a:solidFill>
                            <a:prstClr val="black"/>
                          </a:solidFill>
                          <a:effectLst/>
                          <a:uLnTx/>
                          <a:uFillTx/>
                          <a:latin typeface="+mn-lt"/>
                          <a:ea typeface="+mn-ea"/>
                          <a:cs typeface="+mn-cs"/>
                        </a:rPr>
                        <a:t>TRL</a:t>
                      </a:r>
                      <a:r>
                        <a:rPr kumimoji="0" lang="en-US" sz="1600" b="0" i="0" u="none" strike="noStrike" kern="1200" cap="none" spc="0" normalizeH="0" baseline="-25000" noProof="0" dirty="0" smtClean="0">
                          <a:ln>
                            <a:noFill/>
                          </a:ln>
                          <a:solidFill>
                            <a:prstClr val="black"/>
                          </a:solidFill>
                          <a:effectLst/>
                          <a:uLnTx/>
                          <a:uFillTx/>
                          <a:latin typeface="+mn-lt"/>
                          <a:ea typeface="+mn-ea"/>
                          <a:cs typeface="+mn-cs"/>
                        </a:rPr>
                        <a:t>400</a:t>
                      </a:r>
                      <a:endParaRPr kumimoji="0" lang="en-US" sz="1600" b="0" i="0" u="none" strike="noStrike" kern="1200" cap="none" spc="0" normalizeH="0" baseline="0" noProof="0" dirty="0" smtClean="0">
                        <a:ln>
                          <a:noFill/>
                        </a:ln>
                        <a:solidFill>
                          <a:prstClr val="black"/>
                        </a:solidFill>
                        <a:effectLst/>
                        <a:uLnTx/>
                        <a:uFillTx/>
                        <a:latin typeface="+mn-lt"/>
                        <a:ea typeface="+mn-ea"/>
                        <a:cs typeface="+mn-cs"/>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0" i="0" u="none" strike="noStrike" kern="1200" cap="none" spc="0" normalizeH="0" baseline="0" noProof="0" dirty="0" smtClean="0">
                          <a:ln>
                            <a:noFill/>
                          </a:ln>
                          <a:solidFill>
                            <a:prstClr val="black"/>
                          </a:solidFill>
                          <a:effectLst/>
                          <a:uLnTx/>
                          <a:uFillTx/>
                          <a:latin typeface="+mn-lt"/>
                          <a:ea typeface="+mn-ea"/>
                          <a:cs typeface="+mn-cs"/>
                        </a:rPr>
                        <a:t>Distance</a:t>
                      </a:r>
                      <a:r>
                        <a:rPr kumimoji="0" lang="en-US" sz="1600" b="0" i="0" u="none" strike="noStrike" kern="1200" cap="none" spc="0" normalizeH="0" baseline="-25000" noProof="0" dirty="0" smtClean="0">
                          <a:ln>
                            <a:noFill/>
                          </a:ln>
                          <a:solidFill>
                            <a:prstClr val="black"/>
                          </a:solidFill>
                          <a:effectLst/>
                          <a:uLnTx/>
                          <a:uFillTx/>
                          <a:latin typeface="+mn-lt"/>
                          <a:ea typeface="+mn-ea"/>
                          <a:cs typeface="+mn-cs"/>
                        </a:rPr>
                        <a:t>400</a:t>
                      </a:r>
                      <a:endParaRPr kumimoji="0" lang="en-US" sz="1600" b="0" i="0" u="none" strike="noStrike" kern="1200" cap="none" spc="0" normalizeH="0" baseline="0" noProof="0" dirty="0" smtClean="0">
                        <a:ln>
                          <a:noFill/>
                        </a:ln>
                        <a:solidFill>
                          <a:prstClr val="black"/>
                        </a:solidFill>
                        <a:effectLst/>
                        <a:uLnTx/>
                        <a:uFillTx/>
                        <a:latin typeface="+mn-lt"/>
                        <a:ea typeface="+mn-ea"/>
                        <a:cs typeface="+mn-cs"/>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0" i="0" u="none" strike="noStrike" kern="1200" cap="none" spc="0" normalizeH="0" baseline="0" noProof="0" dirty="0" smtClean="0">
                          <a:ln>
                            <a:noFill/>
                          </a:ln>
                          <a:solidFill>
                            <a:prstClr val="black"/>
                          </a:solidFill>
                          <a:effectLst/>
                          <a:uLnTx/>
                          <a:uFillTx/>
                          <a:latin typeface="+mn-lt"/>
                          <a:ea typeface="+mn-ea"/>
                          <a:cs typeface="+mn-cs"/>
                        </a:rPr>
                        <a:t>C</a:t>
                      </a:r>
                      <a:r>
                        <a:rPr kumimoji="0" lang="en-US" sz="1600" b="0" i="0" u="none" strike="noStrike" kern="1200" cap="none" spc="0" normalizeH="0" baseline="-25000" noProof="0" dirty="0" smtClean="0">
                          <a:ln>
                            <a:noFill/>
                          </a:ln>
                          <a:solidFill>
                            <a:prstClr val="black"/>
                          </a:solidFill>
                          <a:effectLst/>
                          <a:uLnTx/>
                          <a:uFillTx/>
                          <a:latin typeface="+mn-lt"/>
                          <a:ea typeface="+mn-ea"/>
                          <a:cs typeface="+mn-cs"/>
                        </a:rPr>
                        <a:t>400</a:t>
                      </a:r>
                      <a:endParaRPr kumimoji="0" lang="en-US" sz="1600" b="0" i="0" u="none" strike="noStrike" kern="1200" cap="none" spc="0" normalizeH="0" baseline="0" noProof="0" dirty="0" smtClean="0">
                        <a:ln>
                          <a:noFill/>
                        </a:ln>
                        <a:solidFill>
                          <a:prstClr val="black"/>
                        </a:solidFill>
                        <a:effectLst/>
                        <a:uLnTx/>
                        <a:uFillTx/>
                        <a:latin typeface="+mn-lt"/>
                        <a:ea typeface="+mn-ea"/>
                        <a:cs typeface="+mn-cs"/>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0" i="0" u="none" strike="noStrike" kern="1200" cap="none" spc="0" normalizeH="0" baseline="0" noProof="0" dirty="0" smtClean="0">
                          <a:ln>
                            <a:noFill/>
                          </a:ln>
                          <a:solidFill>
                            <a:prstClr val="black"/>
                          </a:solidFill>
                          <a:effectLst/>
                          <a:uLnTx/>
                          <a:uFillTx/>
                          <a:latin typeface="+mn-lt"/>
                          <a:ea typeface="+mn-ea"/>
                          <a:cs typeface="+mn-cs"/>
                        </a:rPr>
                        <a:t>D</a:t>
                      </a:r>
                      <a:r>
                        <a:rPr kumimoji="0" lang="en-US" sz="1600" b="0" i="0" u="none" strike="noStrike" kern="1200" cap="none" spc="0" normalizeH="0" baseline="-25000" noProof="0" dirty="0" smtClean="0">
                          <a:ln>
                            <a:noFill/>
                          </a:ln>
                          <a:solidFill>
                            <a:prstClr val="black"/>
                          </a:solidFill>
                          <a:effectLst/>
                          <a:uLnTx/>
                          <a:uFillTx/>
                          <a:latin typeface="+mn-lt"/>
                          <a:ea typeface="+mn-ea"/>
                          <a:cs typeface="+mn-cs"/>
                        </a:rPr>
                        <a:t>400</a:t>
                      </a:r>
                      <a:endParaRPr kumimoji="0" lang="en-US" sz="1600" b="0" i="0" u="none" strike="noStrike" kern="1200" cap="none" spc="0" normalizeH="0" baseline="0" noProof="0" dirty="0" smtClean="0">
                        <a:ln>
                          <a:noFill/>
                        </a:ln>
                        <a:solidFill>
                          <a:prstClr val="black"/>
                        </a:solidFill>
                        <a:effectLst/>
                        <a:uLnTx/>
                        <a:uFillTx/>
                        <a:latin typeface="+mn-lt"/>
                        <a:ea typeface="+mn-ea"/>
                        <a:cs typeface="+mn-cs"/>
                      </a:endParaRPr>
                    </a:p>
                  </a:txBody>
                  <a:tcPr/>
                </a:tc>
              </a:tr>
            </a:tbl>
          </a:graphicData>
        </a:graphic>
      </p:graphicFrame>
      <p:grpSp>
        <p:nvGrpSpPr>
          <p:cNvPr id="25" name="Group 24"/>
          <p:cNvGrpSpPr/>
          <p:nvPr/>
        </p:nvGrpSpPr>
        <p:grpSpPr>
          <a:xfrm>
            <a:off x="143659" y="4914444"/>
            <a:ext cx="4164793" cy="380016"/>
            <a:chOff x="719194" y="2802571"/>
            <a:chExt cx="4164793" cy="380016"/>
          </a:xfrm>
        </p:grpSpPr>
        <p:sp>
          <p:nvSpPr>
            <p:cNvPr id="26" name="TextBox 25"/>
            <p:cNvSpPr txBox="1"/>
            <p:nvPr/>
          </p:nvSpPr>
          <p:spPr>
            <a:xfrm>
              <a:off x="719194" y="2802576"/>
              <a:ext cx="461665" cy="380011"/>
            </a:xfrm>
            <a:prstGeom prst="rect">
              <a:avLst/>
            </a:prstGeom>
            <a:noFill/>
          </p:spPr>
          <p:txBody>
            <a:bodyPr vert="vert270" wrap="square" rtlCol="0" anchor="ctr">
              <a:spAutoFit/>
            </a:bodyPr>
            <a:lstStyle/>
            <a:p>
              <a:pPr algn="ctr"/>
              <a:r>
                <a:rPr lang="en-US" dirty="0" smtClean="0"/>
                <a:t>…</a:t>
              </a:r>
              <a:endParaRPr lang="en-US" dirty="0"/>
            </a:p>
          </p:txBody>
        </p:sp>
        <p:sp>
          <p:nvSpPr>
            <p:cNvPr id="27" name="TextBox 26"/>
            <p:cNvSpPr txBox="1"/>
            <p:nvPr/>
          </p:nvSpPr>
          <p:spPr>
            <a:xfrm>
              <a:off x="1902730" y="2802573"/>
              <a:ext cx="461665" cy="380011"/>
            </a:xfrm>
            <a:prstGeom prst="rect">
              <a:avLst/>
            </a:prstGeom>
            <a:noFill/>
          </p:spPr>
          <p:txBody>
            <a:bodyPr vert="vert270" wrap="square" rtlCol="0" anchor="ctr">
              <a:spAutoFit/>
            </a:bodyPr>
            <a:lstStyle/>
            <a:p>
              <a:pPr algn="ctr"/>
              <a:r>
                <a:rPr lang="en-US" dirty="0" smtClean="0"/>
                <a:t>…</a:t>
              </a:r>
              <a:endParaRPr lang="en-US" dirty="0"/>
            </a:p>
          </p:txBody>
        </p:sp>
        <p:sp>
          <p:nvSpPr>
            <p:cNvPr id="28" name="TextBox 27"/>
            <p:cNvSpPr txBox="1"/>
            <p:nvPr/>
          </p:nvSpPr>
          <p:spPr>
            <a:xfrm>
              <a:off x="2676643" y="2802576"/>
              <a:ext cx="461665" cy="380011"/>
            </a:xfrm>
            <a:prstGeom prst="rect">
              <a:avLst/>
            </a:prstGeom>
            <a:noFill/>
          </p:spPr>
          <p:txBody>
            <a:bodyPr vert="vert270" wrap="square" rtlCol="0" anchor="ctr">
              <a:spAutoFit/>
            </a:bodyPr>
            <a:lstStyle/>
            <a:p>
              <a:pPr algn="ctr"/>
              <a:r>
                <a:rPr lang="en-US" dirty="0" smtClean="0"/>
                <a:t>…</a:t>
              </a:r>
              <a:endParaRPr lang="en-US" dirty="0"/>
            </a:p>
          </p:txBody>
        </p:sp>
        <p:sp>
          <p:nvSpPr>
            <p:cNvPr id="29" name="TextBox 28"/>
            <p:cNvSpPr txBox="1"/>
            <p:nvPr/>
          </p:nvSpPr>
          <p:spPr>
            <a:xfrm>
              <a:off x="3834952" y="2802572"/>
              <a:ext cx="461665" cy="380011"/>
            </a:xfrm>
            <a:prstGeom prst="rect">
              <a:avLst/>
            </a:prstGeom>
            <a:noFill/>
          </p:spPr>
          <p:txBody>
            <a:bodyPr vert="vert270" wrap="square" rtlCol="0" anchor="ctr">
              <a:spAutoFit/>
            </a:bodyPr>
            <a:lstStyle/>
            <a:p>
              <a:pPr algn="ctr"/>
              <a:r>
                <a:rPr lang="en-US" dirty="0" smtClean="0"/>
                <a:t>…</a:t>
              </a:r>
              <a:endParaRPr lang="en-US" dirty="0"/>
            </a:p>
          </p:txBody>
        </p:sp>
        <p:sp>
          <p:nvSpPr>
            <p:cNvPr id="30" name="TextBox 29"/>
            <p:cNvSpPr txBox="1"/>
            <p:nvPr/>
          </p:nvSpPr>
          <p:spPr>
            <a:xfrm>
              <a:off x="4422322" y="2802571"/>
              <a:ext cx="461665" cy="380011"/>
            </a:xfrm>
            <a:prstGeom prst="rect">
              <a:avLst/>
            </a:prstGeom>
            <a:noFill/>
          </p:spPr>
          <p:txBody>
            <a:bodyPr vert="vert270" wrap="square" rtlCol="0" anchor="ctr">
              <a:spAutoFit/>
            </a:bodyPr>
            <a:lstStyle/>
            <a:p>
              <a:pPr algn="ctr"/>
              <a:r>
                <a:rPr lang="en-US" dirty="0" smtClean="0"/>
                <a:t>…</a:t>
              </a:r>
              <a:endParaRPr lang="en-US" dirty="0"/>
            </a:p>
          </p:txBody>
        </p:sp>
      </p:grpSp>
      <mc:AlternateContent xmlns:mc="http://schemas.openxmlformats.org/markup-compatibility/2006" xmlns:a14="http://schemas.microsoft.com/office/drawing/2010/main">
        <mc:Choice Requires="a14">
          <p:sp>
            <p:nvSpPr>
              <p:cNvPr id="31" name="TextBox 30"/>
              <p:cNvSpPr txBox="1"/>
              <p:nvPr/>
            </p:nvSpPr>
            <p:spPr>
              <a:xfrm>
                <a:off x="4677807" y="3372592"/>
                <a:ext cx="2790701" cy="641201"/>
              </a:xfrm>
              <a:prstGeom prst="rect">
                <a:avLst/>
              </a:prstGeom>
              <a:noFill/>
            </p:spPr>
            <p:txBody>
              <a:bodyPr wrap="square" rtlCol="0">
                <a:spAutoFit/>
              </a:bodyPr>
              <a:lstStyle/>
              <a:p>
                <a:pPr/>
                <a14:m>
                  <m:oMathPara xmlns:m="http://schemas.openxmlformats.org/officeDocument/2006/math">
                    <m:oMathParaPr>
                      <m:jc m:val="left"/>
                    </m:oMathParaPr>
                    <m:oMath xmlns:m="http://schemas.openxmlformats.org/officeDocument/2006/math">
                      <m:r>
                        <a:rPr lang="en-US" i="1" smtClean="0">
                          <a:latin typeface="Cambria Math"/>
                          <a:ea typeface="Cambria Math"/>
                        </a:rPr>
                        <m:t>𝜏</m:t>
                      </m:r>
                      <m:r>
                        <a:rPr lang="en-US" b="0" i="1" smtClean="0">
                          <a:latin typeface="Cambria Math"/>
                          <a:ea typeface="Cambria Math"/>
                        </a:rPr>
                        <m:t> = </m:t>
                      </m:r>
                      <m:f>
                        <m:fPr>
                          <m:ctrlPr>
                            <a:rPr lang="en-US" b="0" i="1" smtClean="0">
                              <a:latin typeface="Cambria Math"/>
                              <a:ea typeface="Cambria Math"/>
                            </a:rPr>
                          </m:ctrlPr>
                        </m:fPr>
                        <m:num>
                          <m:r>
                            <a:rPr lang="en-US" b="0" i="1" smtClean="0">
                              <a:latin typeface="Cambria Math"/>
                              <a:ea typeface="Cambria Math"/>
                            </a:rPr>
                            <m:t>𝐶</m:t>
                          </m:r>
                          <m:r>
                            <a:rPr lang="en-US" b="0" i="1" smtClean="0">
                              <a:latin typeface="Cambria Math"/>
                              <a:ea typeface="Cambria Math"/>
                            </a:rPr>
                            <m:t> −</m:t>
                          </m:r>
                          <m:r>
                            <a:rPr lang="en-US" b="0" i="1" smtClean="0">
                              <a:latin typeface="Cambria Math"/>
                              <a:ea typeface="Cambria Math"/>
                            </a:rPr>
                            <m:t>𝐷</m:t>
                          </m:r>
                        </m:num>
                        <m:den>
                          <m:r>
                            <a:rPr lang="en-US" b="0" i="1" smtClean="0">
                              <a:latin typeface="Cambria Math"/>
                              <a:ea typeface="Cambria Math"/>
                            </a:rPr>
                            <m:t>𝐶</m:t>
                          </m:r>
                          <m:r>
                            <a:rPr lang="en-US" b="0" i="1" smtClean="0">
                              <a:latin typeface="Cambria Math"/>
                              <a:ea typeface="Cambria Math"/>
                            </a:rPr>
                            <m:t>+</m:t>
                          </m:r>
                          <m:r>
                            <a:rPr lang="en-US" b="0" i="1" smtClean="0">
                              <a:latin typeface="Cambria Math"/>
                              <a:ea typeface="Cambria Math"/>
                            </a:rPr>
                            <m:t>𝐷</m:t>
                          </m:r>
                        </m:den>
                      </m:f>
                    </m:oMath>
                  </m:oMathPara>
                </a14:m>
                <a:endParaRPr lang="en-US" dirty="0"/>
              </a:p>
            </p:txBody>
          </p:sp>
        </mc:Choice>
        <mc:Fallback xmlns="">
          <p:sp>
            <p:nvSpPr>
              <p:cNvPr id="31" name="TextBox 30"/>
              <p:cNvSpPr txBox="1">
                <a:spLocks noRot="1" noChangeAspect="1" noMove="1" noResize="1" noEditPoints="1" noAdjustHandles="1" noChangeArrowheads="1" noChangeShapeType="1" noTextEdit="1"/>
              </p:cNvSpPr>
              <p:nvPr/>
            </p:nvSpPr>
            <p:spPr>
              <a:xfrm>
                <a:off x="4677807" y="3372592"/>
                <a:ext cx="2790701" cy="641201"/>
              </a:xfrm>
              <a:prstGeom prst="rect">
                <a:avLst/>
              </a:prstGeom>
              <a:blipFill rotWithShape="1">
                <a:blip r:embed="rId3"/>
                <a:stretch>
                  <a:fillRect/>
                </a:stretch>
              </a:blipFill>
            </p:spPr>
            <p:txBody>
              <a:bodyPr/>
              <a:lstStyle/>
              <a:p>
                <a:r>
                  <a:rPr lang="en-US">
                    <a:noFill/>
                  </a:rPr>
                  <a:t> </a:t>
                </a:r>
              </a:p>
            </p:txBody>
          </p:sp>
        </mc:Fallback>
      </mc:AlternateContent>
      <p:sp>
        <p:nvSpPr>
          <p:cNvPr id="32" name="TextBox 31"/>
          <p:cNvSpPr txBox="1"/>
          <p:nvPr/>
        </p:nvSpPr>
        <p:spPr>
          <a:xfrm>
            <a:off x="4658789" y="4215740"/>
            <a:ext cx="4390208" cy="369332"/>
          </a:xfrm>
          <a:prstGeom prst="rect">
            <a:avLst/>
          </a:prstGeom>
          <a:noFill/>
        </p:spPr>
        <p:txBody>
          <a:bodyPr wrap="square" rtlCol="0">
            <a:spAutoFit/>
          </a:bodyPr>
          <a:lstStyle/>
          <a:p>
            <a:r>
              <a:rPr lang="en-US" dirty="0" smtClean="0"/>
              <a:t>Ordinal or continuous level or measurement</a:t>
            </a:r>
            <a:endParaRPr lang="en-US" dirty="0"/>
          </a:p>
        </p:txBody>
      </p:sp>
      <p:sp>
        <p:nvSpPr>
          <p:cNvPr id="33" name="TextBox 32"/>
          <p:cNvSpPr txBox="1"/>
          <p:nvPr/>
        </p:nvSpPr>
        <p:spPr>
          <a:xfrm>
            <a:off x="4651967" y="4566927"/>
            <a:ext cx="4390208" cy="369332"/>
          </a:xfrm>
          <a:prstGeom prst="rect">
            <a:avLst/>
          </a:prstGeom>
          <a:noFill/>
        </p:spPr>
        <p:txBody>
          <a:bodyPr wrap="square" rtlCol="0">
            <a:spAutoFit/>
          </a:bodyPr>
          <a:lstStyle/>
          <a:p>
            <a:r>
              <a:rPr lang="en-US" dirty="0" smtClean="0"/>
              <a:t>Monotonic relationship between variables</a:t>
            </a:r>
            <a:endParaRPr lang="en-US" dirty="0"/>
          </a:p>
        </p:txBody>
      </p:sp>
    </p:spTree>
    <p:extLst>
      <p:ext uri="{BB962C8B-B14F-4D97-AF65-F5344CB8AC3E}">
        <p14:creationId xmlns:p14="http://schemas.microsoft.com/office/powerpoint/2010/main" val="397209135"/>
      </p:ext>
    </p:extLst>
  </p:cSld>
  <p:clrMapOvr>
    <a:masterClrMapping/>
  </p:clrMapOvr>
  <p:timing>
    <p:tnLst>
      <p:par>
        <p:cTn id="1" dur="indefinite" restart="never" nodeType="tmRoot"/>
      </p:par>
    </p:tnLst>
  </p:timing>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0" y="91440"/>
            <a:ext cx="9144000" cy="523220"/>
          </a:xfrm>
          <a:prstGeom prst="rect">
            <a:avLst/>
          </a:prstGeom>
          <a:noFill/>
        </p:spPr>
        <p:txBody>
          <a:bodyPr wrap="square" rtlCol="0">
            <a:spAutoFit/>
          </a:bodyPr>
          <a:lstStyle/>
          <a:p>
            <a:pPr algn="ctr"/>
            <a:r>
              <a:rPr lang="en-US" sz="2800" b="1" dirty="0" smtClean="0"/>
              <a:t>Expected Results</a:t>
            </a:r>
            <a:endParaRPr lang="en-US" sz="2800" b="1" dirty="0"/>
          </a:p>
        </p:txBody>
      </p:sp>
      <p:graphicFrame>
        <p:nvGraphicFramePr>
          <p:cNvPr id="3" name="Table 2"/>
          <p:cNvGraphicFramePr>
            <a:graphicFrameLocks noGrp="1"/>
          </p:cNvGraphicFramePr>
          <p:nvPr>
            <p:extLst>
              <p:ext uri="{D42A27DB-BD31-4B8C-83A1-F6EECF244321}">
                <p14:modId xmlns:p14="http://schemas.microsoft.com/office/powerpoint/2010/main" val="1311115074"/>
              </p:ext>
            </p:extLst>
          </p:nvPr>
        </p:nvGraphicFramePr>
        <p:xfrm>
          <a:off x="274320" y="869240"/>
          <a:ext cx="8595360" cy="3904641"/>
        </p:xfrm>
        <a:graphic>
          <a:graphicData uri="http://schemas.openxmlformats.org/drawingml/2006/table">
            <a:tbl>
              <a:tblPr firstRow="1" firstCol="1" bandRow="1">
                <a:tableStyleId>{616DA210-FB5B-4158-B5E0-FEB733F419BA}</a:tableStyleId>
              </a:tblPr>
              <a:tblGrid>
                <a:gridCol w="497576"/>
                <a:gridCol w="8097784"/>
              </a:tblGrid>
              <a:tr h="1280194">
                <a:tc>
                  <a:txBody>
                    <a:bodyPr/>
                    <a:lstStyle/>
                    <a:p>
                      <a:pPr marL="0" marR="0">
                        <a:lnSpc>
                          <a:spcPct val="115000"/>
                        </a:lnSpc>
                        <a:spcBef>
                          <a:spcPts val="0"/>
                        </a:spcBef>
                        <a:spcAft>
                          <a:spcPts val="0"/>
                        </a:spcAft>
                      </a:pPr>
                      <a:r>
                        <a:rPr lang="en-US" sz="1800" b="0" dirty="0">
                          <a:effectLst/>
                        </a:rPr>
                        <a:t>H1</a:t>
                      </a:r>
                      <a:r>
                        <a:rPr lang="en-US" sz="1800" b="0" baseline="-25000" dirty="0">
                          <a:effectLst/>
                        </a:rPr>
                        <a:t>A</a:t>
                      </a:r>
                      <a:endParaRPr lang="en-US" sz="1600" b="0" dirty="0">
                        <a:solidFill>
                          <a:srgbClr val="000000"/>
                        </a:solidFill>
                        <a:effectLst/>
                        <a:latin typeface="+mn-lt"/>
                        <a:ea typeface="Calibri"/>
                        <a:cs typeface="Times New Roman"/>
                      </a:endParaRPr>
                    </a:p>
                  </a:txBody>
                  <a:tcPr marL="59258" marR="59258" marT="29887" marB="29887"/>
                </a:tc>
                <a:tc>
                  <a:txBody>
                    <a:bodyPr/>
                    <a:lstStyle/>
                    <a:p>
                      <a:pPr marL="0" marR="0">
                        <a:lnSpc>
                          <a:spcPct val="115000"/>
                        </a:lnSpc>
                        <a:spcBef>
                          <a:spcPts val="0"/>
                        </a:spcBef>
                        <a:spcAft>
                          <a:spcPts val="0"/>
                        </a:spcAft>
                      </a:pPr>
                      <a:r>
                        <a:rPr lang="en-US" sz="1800" b="0" baseline="0" dirty="0" smtClean="0">
                          <a:effectLst/>
                        </a:rPr>
                        <a:t>The probably that a technology derived from </a:t>
                      </a:r>
                      <a:r>
                        <a:rPr lang="en-US" sz="1800" b="0" baseline="0" dirty="0" smtClean="0">
                          <a:effectLst/>
                        </a:rPr>
                        <a:t>federally-funded R&amp;D projects </a:t>
                      </a:r>
                      <a:r>
                        <a:rPr lang="en-US" sz="1800" b="0" baseline="0" dirty="0" smtClean="0">
                          <a:effectLst/>
                        </a:rPr>
                        <a:t>will be transferred to the private sector will increase with each unit increase in the </a:t>
                      </a:r>
                      <a:r>
                        <a:rPr lang="en-US" sz="1800" b="0" baseline="0" dirty="0" smtClean="0">
                          <a:effectLst/>
                        </a:rPr>
                        <a:t>final development </a:t>
                      </a:r>
                      <a:r>
                        <a:rPr lang="en-US" sz="1800" b="0" baseline="0" dirty="0" smtClean="0">
                          <a:effectLst/>
                        </a:rPr>
                        <a:t>stage </a:t>
                      </a:r>
                      <a:r>
                        <a:rPr lang="en-US" sz="1800" b="0" baseline="0" dirty="0" smtClean="0">
                          <a:effectLst/>
                        </a:rPr>
                        <a:t>attained by </a:t>
                      </a:r>
                      <a:r>
                        <a:rPr lang="en-US" sz="1800" b="0" baseline="0" dirty="0" smtClean="0">
                          <a:effectLst/>
                        </a:rPr>
                        <a:t>the federally-funded R&amp;D projects.</a:t>
                      </a:r>
                      <a:endParaRPr lang="en-US" sz="1600" b="0" dirty="0">
                        <a:solidFill>
                          <a:srgbClr val="000000"/>
                        </a:solidFill>
                        <a:effectLst/>
                        <a:latin typeface="+mn-lt"/>
                        <a:ea typeface="Calibri"/>
                        <a:cs typeface="Times New Roman"/>
                      </a:endParaRPr>
                    </a:p>
                  </a:txBody>
                  <a:tcPr marL="59258" marR="59258" marT="29887" marB="29887"/>
                </a:tc>
              </a:tr>
              <a:tr h="1282535">
                <a:tc>
                  <a:txBody>
                    <a:bodyPr/>
                    <a:lstStyle/>
                    <a:p>
                      <a:pPr marL="0" marR="0">
                        <a:lnSpc>
                          <a:spcPct val="115000"/>
                        </a:lnSpc>
                        <a:spcBef>
                          <a:spcPts val="0"/>
                        </a:spcBef>
                        <a:spcAft>
                          <a:spcPts val="0"/>
                        </a:spcAft>
                      </a:pPr>
                      <a:r>
                        <a:rPr lang="en-US" sz="1800" b="0" dirty="0">
                          <a:effectLst/>
                        </a:rPr>
                        <a:t>H2</a:t>
                      </a:r>
                      <a:r>
                        <a:rPr lang="en-US" sz="1800" b="0" baseline="-25000" dirty="0">
                          <a:effectLst/>
                        </a:rPr>
                        <a:t>A</a:t>
                      </a:r>
                      <a:endParaRPr lang="en-US" sz="1600" b="0" dirty="0">
                        <a:solidFill>
                          <a:srgbClr val="000000"/>
                        </a:solidFill>
                        <a:effectLst/>
                        <a:latin typeface="+mn-lt"/>
                        <a:ea typeface="Calibri"/>
                        <a:cs typeface="Times New Roman"/>
                      </a:endParaRPr>
                    </a:p>
                  </a:txBody>
                  <a:tcPr marL="59258" marR="59258" marT="29887" marB="29887"/>
                </a:tc>
                <a:tc>
                  <a:txBody>
                    <a:bodyPr/>
                    <a:lstStyle/>
                    <a:p>
                      <a:pPr marL="0" marR="0">
                        <a:lnSpc>
                          <a:spcPct val="115000"/>
                        </a:lnSpc>
                        <a:spcBef>
                          <a:spcPts val="0"/>
                        </a:spcBef>
                        <a:spcAft>
                          <a:spcPts val="0"/>
                        </a:spcAft>
                      </a:pPr>
                      <a:r>
                        <a:rPr lang="en-US" sz="1800" dirty="0" smtClean="0">
                          <a:effectLst/>
                        </a:rPr>
                        <a:t>The final development stage</a:t>
                      </a:r>
                      <a:r>
                        <a:rPr lang="en-US" sz="1800" baseline="0" dirty="0" smtClean="0">
                          <a:effectLst/>
                        </a:rPr>
                        <a:t> attained by federally-funded R&amp;D projects will be negatively associated with t</a:t>
                      </a:r>
                      <a:r>
                        <a:rPr lang="en-US" sz="1800" dirty="0" smtClean="0">
                          <a:effectLst/>
                        </a:rPr>
                        <a:t>he </a:t>
                      </a:r>
                      <a:r>
                        <a:rPr lang="en-US" sz="1800" dirty="0">
                          <a:effectLst/>
                        </a:rPr>
                        <a:t>spatial distance between </a:t>
                      </a:r>
                      <a:r>
                        <a:rPr lang="en-US" sz="1800" dirty="0" smtClean="0">
                          <a:effectLst/>
                        </a:rPr>
                        <a:t>where </a:t>
                      </a:r>
                      <a:r>
                        <a:rPr lang="en-US" sz="1800" dirty="0">
                          <a:effectLst/>
                        </a:rPr>
                        <a:t>R&amp;D project </a:t>
                      </a:r>
                      <a:r>
                        <a:rPr lang="en-US" sz="1800" dirty="0" smtClean="0">
                          <a:effectLst/>
                        </a:rPr>
                        <a:t>are </a:t>
                      </a:r>
                      <a:r>
                        <a:rPr lang="en-US" sz="1800" dirty="0">
                          <a:effectLst/>
                        </a:rPr>
                        <a:t>conducted and the nearest </a:t>
                      </a:r>
                      <a:r>
                        <a:rPr lang="en-US" sz="1800" dirty="0" smtClean="0">
                          <a:effectLst/>
                        </a:rPr>
                        <a:t>city.</a:t>
                      </a:r>
                      <a:endParaRPr lang="en-US" sz="1600" dirty="0">
                        <a:solidFill>
                          <a:srgbClr val="000000"/>
                        </a:solidFill>
                        <a:effectLst/>
                        <a:latin typeface="+mn-lt"/>
                        <a:ea typeface="Calibri"/>
                        <a:cs typeface="Times New Roman"/>
                      </a:endParaRPr>
                    </a:p>
                  </a:txBody>
                  <a:tcPr marL="59258" marR="59258" marT="29887" marB="29887"/>
                </a:tc>
              </a:tr>
              <a:tr h="1341912">
                <a:tc>
                  <a:txBody>
                    <a:bodyPr/>
                    <a:lstStyle/>
                    <a:p>
                      <a:pPr marL="0" marR="0">
                        <a:lnSpc>
                          <a:spcPct val="115000"/>
                        </a:lnSpc>
                        <a:spcBef>
                          <a:spcPts val="0"/>
                        </a:spcBef>
                        <a:spcAft>
                          <a:spcPts val="0"/>
                        </a:spcAft>
                      </a:pPr>
                      <a:r>
                        <a:rPr lang="en-US" sz="1800" b="0" dirty="0">
                          <a:effectLst/>
                        </a:rPr>
                        <a:t>H3</a:t>
                      </a:r>
                      <a:r>
                        <a:rPr lang="en-US" sz="1800" b="0" baseline="-25000" dirty="0">
                          <a:effectLst/>
                        </a:rPr>
                        <a:t>A</a:t>
                      </a:r>
                      <a:endParaRPr lang="en-US" sz="1600" b="0" dirty="0">
                        <a:solidFill>
                          <a:srgbClr val="000000"/>
                        </a:solidFill>
                        <a:effectLst/>
                        <a:latin typeface="+mn-lt"/>
                        <a:ea typeface="Calibri"/>
                        <a:cs typeface="Times New Roman"/>
                      </a:endParaRPr>
                    </a:p>
                  </a:txBody>
                  <a:tcPr marL="59258" marR="59258" marT="29887" marB="29887"/>
                </a:tc>
                <a:tc>
                  <a:txBody>
                    <a:bodyPr/>
                    <a:lstStyle/>
                    <a:p>
                      <a:pPr marL="0" marR="0">
                        <a:lnSpc>
                          <a:spcPct val="115000"/>
                        </a:lnSpc>
                        <a:spcBef>
                          <a:spcPts val="0"/>
                        </a:spcBef>
                        <a:spcAft>
                          <a:spcPts val="0"/>
                        </a:spcAft>
                      </a:pPr>
                      <a:r>
                        <a:rPr kumimoji="0" lang="en-US" sz="1800" b="0" i="0" u="none" strike="noStrike" kern="1200" cap="none" spc="0" normalizeH="0" baseline="0" noProof="0" dirty="0" smtClean="0">
                          <a:ln>
                            <a:noFill/>
                          </a:ln>
                          <a:solidFill>
                            <a:prstClr val="black"/>
                          </a:solidFill>
                          <a:effectLst/>
                          <a:uLnTx/>
                          <a:uFillTx/>
                          <a:latin typeface="+mn-lt"/>
                          <a:ea typeface="+mn-ea"/>
                          <a:cs typeface="+mn-cs"/>
                        </a:rPr>
                        <a:t>The probably that a technology derived from </a:t>
                      </a:r>
                      <a:r>
                        <a:rPr kumimoji="0" lang="en-US" sz="1800" b="0" i="0" u="none" strike="noStrike" kern="1200" cap="none" spc="0" normalizeH="0" baseline="0" noProof="0" dirty="0" smtClean="0">
                          <a:ln>
                            <a:noFill/>
                          </a:ln>
                          <a:solidFill>
                            <a:prstClr val="black"/>
                          </a:solidFill>
                          <a:effectLst/>
                          <a:uLnTx/>
                          <a:uFillTx/>
                          <a:latin typeface="+mn-lt"/>
                          <a:ea typeface="+mn-ea"/>
                          <a:cs typeface="+mn-cs"/>
                        </a:rPr>
                        <a:t>federally-funded R&amp;D projects </a:t>
                      </a:r>
                      <a:r>
                        <a:rPr kumimoji="0" lang="en-US" sz="1800" b="0" i="0" u="none" strike="noStrike" kern="1200" cap="none" spc="0" normalizeH="0" baseline="0" noProof="0" dirty="0" smtClean="0">
                          <a:ln>
                            <a:noFill/>
                          </a:ln>
                          <a:solidFill>
                            <a:prstClr val="black"/>
                          </a:solidFill>
                          <a:effectLst/>
                          <a:uLnTx/>
                          <a:uFillTx/>
                          <a:latin typeface="+mn-lt"/>
                          <a:ea typeface="+mn-ea"/>
                          <a:cs typeface="+mn-cs"/>
                        </a:rPr>
                        <a:t>will be transferred to the private sector will increase with each unit decrease in t</a:t>
                      </a:r>
                      <a:r>
                        <a:rPr lang="en-US" sz="1800" dirty="0" smtClean="0">
                          <a:effectLst/>
                        </a:rPr>
                        <a:t>he spatial distance</a:t>
                      </a:r>
                      <a:r>
                        <a:rPr lang="en-US" sz="1800" baseline="0" dirty="0" smtClean="0">
                          <a:effectLst/>
                        </a:rPr>
                        <a:t> between where R&amp;D projects are conducted and the nearest </a:t>
                      </a:r>
                      <a:r>
                        <a:rPr lang="en-US" sz="1800" baseline="0" dirty="0" smtClean="0">
                          <a:effectLst/>
                        </a:rPr>
                        <a:t>city.</a:t>
                      </a:r>
                      <a:endParaRPr lang="en-US" sz="1800" dirty="0" smtClean="0">
                        <a:solidFill>
                          <a:srgbClr val="000000"/>
                        </a:solidFill>
                        <a:effectLst/>
                        <a:latin typeface="+mn-lt"/>
                        <a:ea typeface="Calibri"/>
                        <a:cs typeface="Times New Roman"/>
                      </a:endParaRPr>
                    </a:p>
                  </a:txBody>
                  <a:tcPr marL="59258" marR="59258" marT="29887" marB="29887"/>
                </a:tc>
              </a:tr>
            </a:tbl>
          </a:graphicData>
        </a:graphic>
      </p:graphicFrame>
    </p:spTree>
    <p:extLst>
      <p:ext uri="{BB962C8B-B14F-4D97-AF65-F5344CB8AC3E}">
        <p14:creationId xmlns:p14="http://schemas.microsoft.com/office/powerpoint/2010/main" val="46833828"/>
      </p:ext>
    </p:extLst>
  </p:cSld>
  <p:clrMapOvr>
    <a:masterClrMapping/>
  </p:clrMapOvr>
  <p:timing>
    <p:tnLst>
      <p:par>
        <p:cTn id="1" dur="indefinite" restart="never" nodeType="tmRoot"/>
      </p:par>
    </p:tnLst>
  </p:timing>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5" name="Object 4"/>
          <p:cNvGraphicFramePr>
            <a:graphicFrameLocks noChangeAspect="1"/>
          </p:cNvGraphicFramePr>
          <p:nvPr>
            <p:extLst>
              <p:ext uri="{D42A27DB-BD31-4B8C-83A1-F6EECF244321}">
                <p14:modId xmlns:p14="http://schemas.microsoft.com/office/powerpoint/2010/main" val="999702629"/>
              </p:ext>
            </p:extLst>
          </p:nvPr>
        </p:nvGraphicFramePr>
        <p:xfrm>
          <a:off x="128588" y="709613"/>
          <a:ext cx="8886825" cy="4295775"/>
        </p:xfrm>
        <a:graphic>
          <a:graphicData uri="http://schemas.openxmlformats.org/presentationml/2006/ole">
            <mc:AlternateContent xmlns:mc="http://schemas.openxmlformats.org/markup-compatibility/2006">
              <mc:Choice xmlns:v="urn:schemas-microsoft-com:vml" Requires="v">
                <p:oleObj spid="_x0000_s5180" name="Worksheet" r:id="rId3" imgW="8886833" imgH="4295700" progId="Excel.Sheet.12">
                  <p:embed/>
                </p:oleObj>
              </mc:Choice>
              <mc:Fallback>
                <p:oleObj name="Worksheet" r:id="rId3" imgW="8886833" imgH="4295700" progId="Excel.Sheet.12">
                  <p:embed/>
                  <p:pic>
                    <p:nvPicPr>
                      <p:cNvPr id="0" name=""/>
                      <p:cNvPicPr/>
                      <p:nvPr/>
                    </p:nvPicPr>
                    <p:blipFill>
                      <a:blip r:embed="rId4"/>
                      <a:stretch>
                        <a:fillRect/>
                      </a:stretch>
                    </p:blipFill>
                    <p:spPr>
                      <a:xfrm>
                        <a:off x="128588" y="709613"/>
                        <a:ext cx="8886825" cy="4295775"/>
                      </a:xfrm>
                      <a:prstGeom prst="rect">
                        <a:avLst/>
                      </a:prstGeom>
                    </p:spPr>
                  </p:pic>
                </p:oleObj>
              </mc:Fallback>
            </mc:AlternateContent>
          </a:graphicData>
        </a:graphic>
      </p:graphicFrame>
    </p:spTree>
    <p:extLst>
      <p:ext uri="{BB962C8B-B14F-4D97-AF65-F5344CB8AC3E}">
        <p14:creationId xmlns:p14="http://schemas.microsoft.com/office/powerpoint/2010/main" val="2265777624"/>
      </p:ext>
    </p:extLst>
  </p:cSld>
  <p:clrMapOvr>
    <a:masterClrMapping/>
  </p:clrMapOvr>
  <p:timing>
    <p:tnLst>
      <p:par>
        <p:cTn id="1" dur="indefinite" restart="never" nodeType="tmRoot"/>
      </p:par>
    </p:tnLst>
  </p:timing>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0" y="365760"/>
            <a:ext cx="9144000" cy="523220"/>
          </a:xfrm>
          <a:prstGeom prst="rect">
            <a:avLst/>
          </a:prstGeom>
          <a:noFill/>
        </p:spPr>
        <p:txBody>
          <a:bodyPr wrap="square" rtlCol="0">
            <a:spAutoFit/>
          </a:bodyPr>
          <a:lstStyle/>
          <a:p>
            <a:pPr algn="ctr"/>
            <a:r>
              <a:rPr lang="en-US" sz="2800" b="1" dirty="0" smtClean="0"/>
              <a:t>Limitations and Future Study</a:t>
            </a:r>
            <a:endParaRPr lang="en-US" sz="2800" b="1" dirty="0"/>
          </a:p>
        </p:txBody>
      </p:sp>
      <p:sp>
        <p:nvSpPr>
          <p:cNvPr id="3" name="TextBox 2"/>
          <p:cNvSpPr txBox="1"/>
          <p:nvPr/>
        </p:nvSpPr>
        <p:spPr>
          <a:xfrm>
            <a:off x="0" y="1097280"/>
            <a:ext cx="9144000" cy="2539157"/>
          </a:xfrm>
          <a:prstGeom prst="rect">
            <a:avLst/>
          </a:prstGeom>
          <a:noFill/>
        </p:spPr>
        <p:txBody>
          <a:bodyPr wrap="square" lIns="457200" rtlCol="0">
            <a:spAutoFit/>
          </a:bodyPr>
          <a:lstStyle/>
          <a:p>
            <a:pPr marL="285750" indent="-285750">
              <a:spcAft>
                <a:spcPts val="600"/>
              </a:spcAft>
              <a:buFont typeface="Arial" panose="020B0604020202020204" pitchFamily="34" charset="0"/>
              <a:buChar char="•"/>
            </a:pPr>
            <a:r>
              <a:rPr lang="en-US" dirty="0" smtClean="0"/>
              <a:t>Does not establish generalizability to other various types of research and development (R&amp;D) projects.</a:t>
            </a:r>
            <a:endParaRPr lang="en-US" dirty="0"/>
          </a:p>
          <a:p>
            <a:pPr marL="285750" indent="-285750">
              <a:spcAft>
                <a:spcPts val="600"/>
              </a:spcAft>
              <a:buFont typeface="Arial" panose="020B0604020202020204" pitchFamily="34" charset="0"/>
              <a:buChar char="•"/>
            </a:pPr>
            <a:r>
              <a:rPr lang="en-US" dirty="0" smtClean="0"/>
              <a:t>Does not establish causality between development stage and instances of technology transfer.</a:t>
            </a:r>
            <a:endParaRPr lang="en-US" dirty="0"/>
          </a:p>
          <a:p>
            <a:pPr marL="285750" indent="-285750">
              <a:spcAft>
                <a:spcPts val="600"/>
              </a:spcAft>
              <a:buFont typeface="Arial" panose="020B0604020202020204" pitchFamily="34" charset="0"/>
              <a:buChar char="•"/>
            </a:pPr>
            <a:r>
              <a:rPr lang="en-US" dirty="0" smtClean="0"/>
              <a:t>Does not establish causality between development stage and spatial distance between location of R&amp;D performance and cities.</a:t>
            </a:r>
          </a:p>
          <a:p>
            <a:pPr marL="285750" indent="-285750">
              <a:spcAft>
                <a:spcPts val="600"/>
              </a:spcAft>
              <a:buFont typeface="Arial" panose="020B0604020202020204" pitchFamily="34" charset="0"/>
              <a:buChar char="•"/>
            </a:pPr>
            <a:r>
              <a:rPr lang="en-US" dirty="0" smtClean="0"/>
              <a:t>Does not establish causality of spatial between location or R&amp;D performance and cities on the final development stage attained by R&amp;D projects.</a:t>
            </a:r>
          </a:p>
        </p:txBody>
      </p:sp>
    </p:spTree>
    <p:extLst>
      <p:ext uri="{BB962C8B-B14F-4D97-AF65-F5344CB8AC3E}">
        <p14:creationId xmlns:p14="http://schemas.microsoft.com/office/powerpoint/2010/main" val="3228780782"/>
      </p:ext>
    </p:extLst>
  </p:cSld>
  <p:clrMapOvr>
    <a:masterClrMapping/>
  </p:clrMapOvr>
  <p:timing>
    <p:tnLst>
      <p:par>
        <p:cTn id="1" dur="indefinite" restart="never" nodeType="tmRoot"/>
      </p:par>
    </p:tnLst>
  </p:timing>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0" y="365760"/>
            <a:ext cx="9144000" cy="523220"/>
          </a:xfrm>
          <a:prstGeom prst="rect">
            <a:avLst/>
          </a:prstGeom>
          <a:noFill/>
        </p:spPr>
        <p:txBody>
          <a:bodyPr wrap="square" rtlCol="0">
            <a:spAutoFit/>
          </a:bodyPr>
          <a:lstStyle/>
          <a:p>
            <a:pPr algn="ctr"/>
            <a:r>
              <a:rPr lang="en-US" sz="2800" b="1" dirty="0" smtClean="0"/>
              <a:t>Policy Implications</a:t>
            </a:r>
            <a:endParaRPr lang="en-US" sz="2800" b="1" dirty="0"/>
          </a:p>
        </p:txBody>
      </p:sp>
      <p:sp>
        <p:nvSpPr>
          <p:cNvPr id="3" name="TextBox 2"/>
          <p:cNvSpPr txBox="1"/>
          <p:nvPr/>
        </p:nvSpPr>
        <p:spPr>
          <a:xfrm>
            <a:off x="0" y="1097280"/>
            <a:ext cx="9144000" cy="2970044"/>
          </a:xfrm>
          <a:prstGeom prst="rect">
            <a:avLst/>
          </a:prstGeom>
          <a:noFill/>
        </p:spPr>
        <p:txBody>
          <a:bodyPr wrap="square" lIns="457200" rtlCol="0">
            <a:spAutoFit/>
          </a:bodyPr>
          <a:lstStyle/>
          <a:p>
            <a:pPr marL="285750" indent="-285750">
              <a:spcAft>
                <a:spcPts val="600"/>
              </a:spcAft>
              <a:buFont typeface="Arial" panose="020B0604020202020204" pitchFamily="34" charset="0"/>
              <a:buChar char="•"/>
            </a:pPr>
            <a:r>
              <a:rPr lang="en-US" dirty="0" smtClean="0"/>
              <a:t>Provides a more holistic understanding of technology transfer public policy.</a:t>
            </a:r>
          </a:p>
          <a:p>
            <a:pPr marL="285750" indent="-285750">
              <a:spcAft>
                <a:spcPts val="600"/>
              </a:spcAft>
              <a:buFont typeface="Arial" panose="020B0604020202020204" pitchFamily="34" charset="0"/>
              <a:buChar char="•"/>
            </a:pPr>
            <a:r>
              <a:rPr lang="en-US" dirty="0" smtClean="0"/>
              <a:t>Provides insight into whether development stage and geography are factors </a:t>
            </a:r>
            <a:r>
              <a:rPr lang="en-US" dirty="0"/>
              <a:t>that </a:t>
            </a:r>
            <a:r>
              <a:rPr lang="en-US" dirty="0" smtClean="0"/>
              <a:t>policymakers should consider </a:t>
            </a:r>
            <a:r>
              <a:rPr lang="en-US" dirty="0"/>
              <a:t>when </a:t>
            </a:r>
            <a:r>
              <a:rPr lang="en-US" dirty="0" smtClean="0"/>
              <a:t>formulating technology transfer public policy.  </a:t>
            </a:r>
          </a:p>
          <a:p>
            <a:pPr marL="285750" indent="-285750">
              <a:spcAft>
                <a:spcPts val="600"/>
              </a:spcAft>
              <a:buFont typeface="Arial" panose="020B0604020202020204" pitchFamily="34" charset="0"/>
              <a:buChar char="•"/>
            </a:pPr>
            <a:r>
              <a:rPr lang="en-US" dirty="0" smtClean="0"/>
              <a:t>Provides policy alternatives for policymakers to consider. </a:t>
            </a:r>
          </a:p>
          <a:p>
            <a:pPr marL="285750" indent="-285750">
              <a:spcAft>
                <a:spcPts val="600"/>
              </a:spcAft>
              <a:buFont typeface="Arial" panose="020B0604020202020204" pitchFamily="34" charset="0"/>
              <a:buChar char="•"/>
            </a:pPr>
            <a:r>
              <a:rPr lang="en-US" dirty="0" smtClean="0"/>
              <a:t>Demonstrates alternative methods for measuring technology transfer outcomes.  </a:t>
            </a:r>
            <a:endParaRPr lang="en-US" dirty="0"/>
          </a:p>
          <a:p>
            <a:pPr marL="285750" indent="-285750">
              <a:spcAft>
                <a:spcPts val="600"/>
              </a:spcAft>
              <a:buFont typeface="Arial" panose="020B0604020202020204" pitchFamily="34" charset="0"/>
              <a:buChar char="•"/>
            </a:pPr>
            <a:r>
              <a:rPr lang="en-US" dirty="0" smtClean="0"/>
              <a:t>Demonstrates an approach to achieve increased levels of internal validity for measuring technology transfer.</a:t>
            </a:r>
          </a:p>
          <a:p>
            <a:pPr marL="285750" indent="-285750">
              <a:spcAft>
                <a:spcPts val="600"/>
              </a:spcAft>
              <a:buFont typeface="Arial" panose="020B0604020202020204" pitchFamily="34" charset="0"/>
              <a:buChar char="•"/>
            </a:pPr>
            <a:r>
              <a:rPr lang="en-US" dirty="0" smtClean="0"/>
              <a:t>Demonstrates an approach to achieve increased levels of internal validity for measuring technology.</a:t>
            </a:r>
          </a:p>
        </p:txBody>
      </p:sp>
    </p:spTree>
    <p:extLst>
      <p:ext uri="{BB962C8B-B14F-4D97-AF65-F5344CB8AC3E}">
        <p14:creationId xmlns:p14="http://schemas.microsoft.com/office/powerpoint/2010/main" val="3352192620"/>
      </p:ext>
    </p:extLst>
  </p:cSld>
  <p:clrMapOvr>
    <a:masterClrMapping/>
  </p:clrMapOvr>
  <p:timing>
    <p:tnLst>
      <p:par>
        <p:cTn id="1" dur="indefinite" restart="never" nodeType="tmRoot"/>
      </p:par>
    </p:tnLst>
  </p:timing>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0" y="365760"/>
            <a:ext cx="9144000" cy="523220"/>
          </a:xfrm>
          <a:prstGeom prst="rect">
            <a:avLst/>
          </a:prstGeom>
          <a:noFill/>
        </p:spPr>
        <p:txBody>
          <a:bodyPr wrap="square" rtlCol="0">
            <a:spAutoFit/>
          </a:bodyPr>
          <a:lstStyle/>
          <a:p>
            <a:pPr algn="ctr"/>
            <a:r>
              <a:rPr lang="en-US" sz="2800" b="1" dirty="0" smtClean="0"/>
              <a:t>Acknowledgements</a:t>
            </a:r>
            <a:endParaRPr lang="en-US" sz="2800" b="1" dirty="0"/>
          </a:p>
        </p:txBody>
      </p:sp>
      <p:sp>
        <p:nvSpPr>
          <p:cNvPr id="3" name="TextBox 2"/>
          <p:cNvSpPr txBox="1"/>
          <p:nvPr/>
        </p:nvSpPr>
        <p:spPr>
          <a:xfrm>
            <a:off x="0" y="1097280"/>
            <a:ext cx="9144000" cy="1831271"/>
          </a:xfrm>
          <a:prstGeom prst="rect">
            <a:avLst/>
          </a:prstGeom>
          <a:noFill/>
        </p:spPr>
        <p:txBody>
          <a:bodyPr wrap="square" lIns="457200" rtlCol="0">
            <a:spAutoFit/>
          </a:bodyPr>
          <a:lstStyle/>
          <a:p>
            <a:pPr>
              <a:spcAft>
                <a:spcPts val="600"/>
              </a:spcAft>
            </a:pPr>
            <a:r>
              <a:rPr lang="en-US" dirty="0" smtClean="0"/>
              <a:t>I would like to thank Dr. Terry </a:t>
            </a:r>
            <a:r>
              <a:rPr lang="en-US" dirty="0" err="1" smtClean="0"/>
              <a:t>Tomazic</a:t>
            </a:r>
            <a:r>
              <a:rPr lang="en-US" dirty="0" smtClean="0"/>
              <a:t> of Saint Louis University who provided extremely helpful insights and recommendations for structuring this proposed research study as well as comments on early versions of the research proposal.</a:t>
            </a:r>
          </a:p>
          <a:p>
            <a:pPr>
              <a:spcAft>
                <a:spcPts val="600"/>
              </a:spcAft>
            </a:pPr>
            <a:r>
              <a:rPr lang="en-US" dirty="0" smtClean="0"/>
              <a:t>I’m also very appreciative of </a:t>
            </a:r>
            <a:r>
              <a:rPr lang="en-US" dirty="0"/>
              <a:t>my classmates in SOC 5600 Research Methodology </a:t>
            </a:r>
            <a:r>
              <a:rPr lang="en-US" dirty="0" smtClean="0"/>
              <a:t>who offered  questions, comments, and suggestions that helped improve the design of this proposed research study.</a:t>
            </a:r>
            <a:endParaRPr lang="en-US" dirty="0"/>
          </a:p>
        </p:txBody>
      </p:sp>
    </p:spTree>
    <p:extLst>
      <p:ext uri="{BB962C8B-B14F-4D97-AF65-F5344CB8AC3E}">
        <p14:creationId xmlns:p14="http://schemas.microsoft.com/office/powerpoint/2010/main" val="4105029945"/>
      </p:ext>
    </p:extLst>
  </p:cSld>
  <p:clrMapOvr>
    <a:masterClrMapping/>
  </p:clrMapOvr>
  <p:timing>
    <p:tnLst>
      <p:par>
        <p:cTn id="1" dur="indefinite" restart="never" nodeType="tmRoot"/>
      </p:par>
    </p:tnLst>
  </p:timing>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t>Questions and Suggestions</a:t>
            </a:r>
            <a:endParaRPr lang="en-US" dirty="0"/>
          </a:p>
        </p:txBody>
      </p:sp>
      <p:sp>
        <p:nvSpPr>
          <p:cNvPr id="3" name="Text Placeholder 2"/>
          <p:cNvSpPr>
            <a:spLocks noGrp="1"/>
          </p:cNvSpPr>
          <p:nvPr>
            <p:ph type="body" idx="1"/>
          </p:nvPr>
        </p:nvSpPr>
        <p:spPr/>
        <p:txBody>
          <a:bodyPr/>
          <a:lstStyle/>
          <a:p>
            <a:r>
              <a:rPr lang="en-US" dirty="0" smtClean="0"/>
              <a:t>Open Discussion</a:t>
            </a:r>
            <a:endParaRPr lang="en-US" dirty="0"/>
          </a:p>
        </p:txBody>
      </p:sp>
    </p:spTree>
    <p:extLst>
      <p:ext uri="{BB962C8B-B14F-4D97-AF65-F5344CB8AC3E}">
        <p14:creationId xmlns:p14="http://schemas.microsoft.com/office/powerpoint/2010/main" val="1789817450"/>
      </p:ext>
    </p:extLst>
  </p:cSld>
  <p:clrMapOvr>
    <a:masterClrMapping/>
  </p:clrMapOvr>
  <p:timing>
    <p:tnLst>
      <p:par>
        <p:cTn id="1" dur="indefinite" restart="never" nodeType="tmRoot"/>
      </p:par>
    </p:tnLst>
  </p:timing>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p:cNvSpPr txBox="1"/>
          <p:nvPr/>
        </p:nvSpPr>
        <p:spPr>
          <a:xfrm>
            <a:off x="0" y="91440"/>
            <a:ext cx="9144000" cy="523220"/>
          </a:xfrm>
          <a:prstGeom prst="rect">
            <a:avLst/>
          </a:prstGeom>
          <a:noFill/>
        </p:spPr>
        <p:txBody>
          <a:bodyPr wrap="square" rtlCol="0">
            <a:spAutoFit/>
          </a:bodyPr>
          <a:lstStyle/>
          <a:p>
            <a:pPr algn="ctr"/>
            <a:r>
              <a:rPr lang="en-US" sz="2800" b="1" dirty="0" smtClean="0"/>
              <a:t>References</a:t>
            </a:r>
            <a:endParaRPr lang="en-US" sz="2800" b="1" dirty="0"/>
          </a:p>
        </p:txBody>
      </p:sp>
      <p:sp>
        <p:nvSpPr>
          <p:cNvPr id="4" name="TextBox 3"/>
          <p:cNvSpPr txBox="1"/>
          <p:nvPr/>
        </p:nvSpPr>
        <p:spPr>
          <a:xfrm>
            <a:off x="228600" y="731520"/>
            <a:ext cx="8686800" cy="4247317"/>
          </a:xfrm>
          <a:prstGeom prst="rect">
            <a:avLst/>
          </a:prstGeom>
          <a:noFill/>
        </p:spPr>
        <p:txBody>
          <a:bodyPr wrap="square" rtlCol="0">
            <a:spAutoFit/>
          </a:bodyPr>
          <a:lstStyle/>
          <a:p>
            <a:r>
              <a:rPr lang="en-US" dirty="0" err="1" smtClean="0"/>
              <a:t>Cairney</a:t>
            </a:r>
            <a:r>
              <a:rPr lang="en-US" dirty="0" smtClean="0"/>
              <a:t>, P. (2016).  </a:t>
            </a:r>
            <a:r>
              <a:rPr lang="en-US" i="1" dirty="0" smtClean="0"/>
              <a:t>What is Policy? </a:t>
            </a:r>
            <a:r>
              <a:rPr lang="en-US" dirty="0"/>
              <a:t>Retrieved April 11, 2019, </a:t>
            </a:r>
            <a:r>
              <a:rPr lang="en-US" dirty="0" smtClean="0"/>
              <a:t>from https</a:t>
            </a:r>
            <a:r>
              <a:rPr lang="en-US" dirty="0"/>
              <a:t>://paulcairney.wordpress.com/2016/03/04/what-is-policy-3</a:t>
            </a:r>
            <a:r>
              <a:rPr lang="en-US" dirty="0" smtClean="0"/>
              <a:t>/</a:t>
            </a:r>
          </a:p>
          <a:p>
            <a:pPr lvl="0"/>
            <a:endParaRPr lang="en-US" dirty="0" smtClean="0">
              <a:solidFill>
                <a:prstClr val="black"/>
              </a:solidFill>
            </a:endParaRPr>
          </a:p>
          <a:p>
            <a:pPr lvl="0"/>
            <a:r>
              <a:rPr lang="en-US" dirty="0" smtClean="0">
                <a:solidFill>
                  <a:prstClr val="black"/>
                </a:solidFill>
              </a:rPr>
              <a:t>“</a:t>
            </a:r>
            <a:r>
              <a:rPr lang="en-US" dirty="0">
                <a:solidFill>
                  <a:prstClr val="black"/>
                </a:solidFill>
              </a:rPr>
              <a:t>CMS Medicare Budget Overview.” 2018. Centers for Medicare and Medicaid Services. U.S. Department of Health &amp; Human Services. Retrieved from https://www.hhs.gov/about/budget/fy2018/budget-in-brief/cms/medicare/index.html.</a:t>
            </a:r>
          </a:p>
          <a:p>
            <a:endParaRPr lang="en-US" dirty="0"/>
          </a:p>
          <a:p>
            <a:pPr lvl="0"/>
            <a:r>
              <a:rPr lang="en-US" dirty="0" smtClean="0">
                <a:solidFill>
                  <a:prstClr val="black"/>
                </a:solidFill>
              </a:rPr>
              <a:t>Dye</a:t>
            </a:r>
            <a:r>
              <a:rPr lang="en-US" dirty="0">
                <a:solidFill>
                  <a:prstClr val="black"/>
                </a:solidFill>
              </a:rPr>
              <a:t>, T. R. (1976). </a:t>
            </a:r>
            <a:r>
              <a:rPr lang="en-US" i="1" dirty="0" smtClean="0">
                <a:solidFill>
                  <a:prstClr val="black"/>
                </a:solidFill>
              </a:rPr>
              <a:t>Understanding Public Policy. </a:t>
            </a:r>
            <a:r>
              <a:rPr lang="en-US" dirty="0" smtClean="0">
                <a:solidFill>
                  <a:prstClr val="black"/>
                </a:solidFill>
              </a:rPr>
              <a:t>Upper Saddle River, NJ: Prentice-Hall.</a:t>
            </a:r>
          </a:p>
          <a:p>
            <a:pPr lvl="0"/>
            <a:endParaRPr lang="en-US" dirty="0" smtClean="0">
              <a:solidFill>
                <a:prstClr val="black"/>
              </a:solidFill>
            </a:endParaRPr>
          </a:p>
          <a:p>
            <a:pPr lvl="0"/>
            <a:r>
              <a:rPr lang="en-US" dirty="0" smtClean="0">
                <a:solidFill>
                  <a:prstClr val="black"/>
                </a:solidFill>
              </a:rPr>
              <a:t>“Economic growth.” (2019). Wikipedia. </a:t>
            </a:r>
            <a:r>
              <a:rPr lang="en-US" dirty="0">
                <a:solidFill>
                  <a:prstClr val="black"/>
                </a:solidFill>
              </a:rPr>
              <a:t>Retrieved April 12, 2019, from https://en.wikipedia.org/wiki/Economic_growth</a:t>
            </a:r>
          </a:p>
          <a:p>
            <a:pPr lvl="0"/>
            <a:endParaRPr lang="en-US" dirty="0" smtClean="0">
              <a:solidFill>
                <a:prstClr val="black"/>
              </a:solidFill>
            </a:endParaRPr>
          </a:p>
          <a:p>
            <a:pPr lvl="0"/>
            <a:r>
              <a:rPr lang="en-US" dirty="0" smtClean="0">
                <a:solidFill>
                  <a:prstClr val="black"/>
                </a:solidFill>
              </a:rPr>
              <a:t>Office </a:t>
            </a:r>
            <a:r>
              <a:rPr lang="en-US" dirty="0">
                <a:solidFill>
                  <a:prstClr val="black"/>
                </a:solidFill>
              </a:rPr>
              <a:t>of Management and Budget [OMB]. (2018). </a:t>
            </a:r>
            <a:r>
              <a:rPr lang="en-US" i="1" dirty="0">
                <a:solidFill>
                  <a:prstClr val="black"/>
                </a:solidFill>
              </a:rPr>
              <a:t>The President's Management Agenda. </a:t>
            </a:r>
            <a:r>
              <a:rPr lang="en-US" dirty="0">
                <a:solidFill>
                  <a:prstClr val="black"/>
                </a:solidFill>
              </a:rPr>
              <a:t>Retrieved from https://</a:t>
            </a:r>
            <a:r>
              <a:rPr lang="en-US" dirty="0" smtClean="0">
                <a:solidFill>
                  <a:prstClr val="black"/>
                </a:solidFill>
              </a:rPr>
              <a:t>www.whitehouse.gov/wp-content/uploads/2018/03/Presidents-Management-Agenda.pdf</a:t>
            </a:r>
          </a:p>
        </p:txBody>
      </p:sp>
    </p:spTree>
    <p:extLst>
      <p:ext uri="{BB962C8B-B14F-4D97-AF65-F5344CB8AC3E}">
        <p14:creationId xmlns:p14="http://schemas.microsoft.com/office/powerpoint/2010/main" val="1159741052"/>
      </p:ext>
    </p:extLst>
  </p:cSld>
  <p:clrMapOvr>
    <a:masterClrMapping/>
  </p:clrMapOvr>
  <p:timing>
    <p:tnLst>
      <p:par>
        <p:cTn id="1" dur="indefinite" restart="never" nodeType="tmRoot"/>
      </p:par>
    </p:tnLst>
  </p:timing>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p:cNvSpPr txBox="1"/>
          <p:nvPr/>
        </p:nvSpPr>
        <p:spPr>
          <a:xfrm>
            <a:off x="0" y="91440"/>
            <a:ext cx="9144000" cy="523220"/>
          </a:xfrm>
          <a:prstGeom prst="rect">
            <a:avLst/>
          </a:prstGeom>
          <a:noFill/>
        </p:spPr>
        <p:txBody>
          <a:bodyPr wrap="square" rtlCol="0">
            <a:spAutoFit/>
          </a:bodyPr>
          <a:lstStyle/>
          <a:p>
            <a:pPr algn="ctr"/>
            <a:r>
              <a:rPr lang="en-US" sz="2800" b="1" dirty="0" smtClean="0"/>
              <a:t>References</a:t>
            </a:r>
            <a:endParaRPr lang="en-US" sz="2800" b="1" dirty="0"/>
          </a:p>
        </p:txBody>
      </p:sp>
      <p:sp>
        <p:nvSpPr>
          <p:cNvPr id="4" name="TextBox 3"/>
          <p:cNvSpPr txBox="1"/>
          <p:nvPr/>
        </p:nvSpPr>
        <p:spPr>
          <a:xfrm>
            <a:off x="228600" y="731520"/>
            <a:ext cx="8686800" cy="3416320"/>
          </a:xfrm>
          <a:prstGeom prst="rect">
            <a:avLst/>
          </a:prstGeom>
          <a:noFill/>
        </p:spPr>
        <p:txBody>
          <a:bodyPr wrap="square" rtlCol="0">
            <a:spAutoFit/>
          </a:bodyPr>
          <a:lstStyle/>
          <a:p>
            <a:pPr lvl="0"/>
            <a:r>
              <a:rPr lang="en-US" dirty="0"/>
              <a:t>Solow, R. M. (1957). Technical change and the aggregate production function. </a:t>
            </a:r>
            <a:r>
              <a:rPr lang="en-US" i="1" dirty="0"/>
              <a:t>The review of Economics and Statistics, 39</a:t>
            </a:r>
            <a:r>
              <a:rPr lang="en-US" dirty="0"/>
              <a:t>(3), 312-320. </a:t>
            </a:r>
            <a:endParaRPr lang="en-US" dirty="0" smtClean="0">
              <a:solidFill>
                <a:prstClr val="black"/>
              </a:solidFill>
            </a:endParaRPr>
          </a:p>
          <a:p>
            <a:pPr lvl="0"/>
            <a:endParaRPr lang="en-US" dirty="0" smtClean="0">
              <a:solidFill>
                <a:prstClr val="black"/>
              </a:solidFill>
            </a:endParaRPr>
          </a:p>
          <a:p>
            <a:pPr lvl="0"/>
            <a:r>
              <a:rPr lang="en-US" dirty="0" smtClean="0">
                <a:solidFill>
                  <a:prstClr val="black"/>
                </a:solidFill>
              </a:rPr>
              <a:t>“</a:t>
            </a:r>
            <a:r>
              <a:rPr lang="en-US" dirty="0">
                <a:solidFill>
                  <a:prstClr val="black"/>
                </a:solidFill>
              </a:rPr>
              <a:t>US Spending”. </a:t>
            </a:r>
            <a:r>
              <a:rPr lang="en-US" dirty="0" err="1">
                <a:solidFill>
                  <a:prstClr val="black"/>
                </a:solidFill>
              </a:rPr>
              <a:t>nd</a:t>
            </a:r>
            <a:r>
              <a:rPr lang="en-US" dirty="0">
                <a:solidFill>
                  <a:prstClr val="black"/>
                </a:solidFill>
              </a:rPr>
              <a:t>. USGovernmentSpending.com. Retrieved from https://</a:t>
            </a:r>
            <a:r>
              <a:rPr lang="en-US" dirty="0" smtClean="0">
                <a:solidFill>
                  <a:prstClr val="black"/>
                </a:solidFill>
              </a:rPr>
              <a:t>www.usgovernmentspending.com/year_spending_2018USbn_20bs2n_4041_605#usgs302</a:t>
            </a:r>
          </a:p>
          <a:p>
            <a:pPr lvl="0"/>
            <a:endParaRPr lang="en-US" dirty="0">
              <a:solidFill>
                <a:prstClr val="black"/>
              </a:solidFill>
            </a:endParaRPr>
          </a:p>
          <a:p>
            <a:pPr lvl="0"/>
            <a:r>
              <a:rPr lang="en-US" dirty="0" smtClean="0">
                <a:solidFill>
                  <a:prstClr val="black"/>
                </a:solidFill>
              </a:rPr>
              <a:t>Dai, Y., Popp, D. and </a:t>
            </a:r>
            <a:r>
              <a:rPr lang="en-US" dirty="0" err="1" smtClean="0">
                <a:solidFill>
                  <a:prstClr val="black"/>
                </a:solidFill>
              </a:rPr>
              <a:t>Bretschneider</a:t>
            </a:r>
            <a:r>
              <a:rPr lang="en-US" dirty="0" smtClean="0">
                <a:solidFill>
                  <a:prstClr val="black"/>
                </a:solidFill>
              </a:rPr>
              <a:t>, S. (2005</a:t>
            </a:r>
            <a:r>
              <a:rPr lang="en-US" dirty="0">
                <a:solidFill>
                  <a:prstClr val="black"/>
                </a:solidFill>
              </a:rPr>
              <a:t>). </a:t>
            </a:r>
            <a:r>
              <a:rPr lang="en-US" i="1" dirty="0" smtClean="0">
                <a:solidFill>
                  <a:prstClr val="black"/>
                </a:solidFill>
              </a:rPr>
              <a:t>Institutions </a:t>
            </a:r>
            <a:r>
              <a:rPr lang="en-US" i="1" dirty="0">
                <a:solidFill>
                  <a:prstClr val="black"/>
                </a:solidFill>
              </a:rPr>
              <a:t>and intellectual property: The influence of institutional forces on university </a:t>
            </a:r>
            <a:r>
              <a:rPr lang="en-US" i="1" dirty="0" smtClean="0">
                <a:solidFill>
                  <a:prstClr val="black"/>
                </a:solidFill>
              </a:rPr>
              <a:t>patenting</a:t>
            </a:r>
            <a:r>
              <a:rPr lang="en-US" dirty="0" smtClean="0">
                <a:solidFill>
                  <a:prstClr val="black"/>
                </a:solidFill>
              </a:rPr>
              <a:t>. Journal of Policy Analysis and Management 24(3).  </a:t>
            </a:r>
            <a:r>
              <a:rPr lang="en-US" dirty="0">
                <a:solidFill>
                  <a:prstClr val="black"/>
                </a:solidFill>
              </a:rPr>
              <a:t>Available from https://onlinelibrary.wiley.com</a:t>
            </a:r>
            <a:endParaRPr lang="en-US" i="1" dirty="0">
              <a:solidFill>
                <a:prstClr val="black"/>
              </a:solidFill>
            </a:endParaRPr>
          </a:p>
          <a:p>
            <a:endParaRPr lang="en-US" i="1" dirty="0" smtClean="0"/>
          </a:p>
          <a:p>
            <a:endParaRPr lang="en-US" i="1" dirty="0" smtClean="0"/>
          </a:p>
        </p:txBody>
      </p:sp>
    </p:spTree>
    <p:extLst>
      <p:ext uri="{BB962C8B-B14F-4D97-AF65-F5344CB8AC3E}">
        <p14:creationId xmlns:p14="http://schemas.microsoft.com/office/powerpoint/2010/main" val="757528090"/>
      </p:ext>
    </p:extLst>
  </p:cSld>
  <p:clrMapOvr>
    <a:masterClrMapping/>
  </p:clrMapOvr>
  <p:timing>
    <p:tnLst>
      <p:par>
        <p:cTn id="1" dur="indefinite" restart="never" nodeType="tmRoot"/>
      </p:par>
    </p:tnLst>
  </p:timing>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1490</TotalTime>
  <Words>2493</Words>
  <Application>Microsoft Office PowerPoint</Application>
  <PresentationFormat>On-screen Show (16:10)</PresentationFormat>
  <Paragraphs>442</Paragraphs>
  <Slides>42</Slides>
  <Notes>15</Notes>
  <HiddenSlides>0</HiddenSlides>
  <MMClips>0</MMClips>
  <ScaleCrop>false</ScaleCrop>
  <HeadingPairs>
    <vt:vector size="6" baseType="variant">
      <vt:variant>
        <vt:lpstr>Theme</vt:lpstr>
      </vt:variant>
      <vt:variant>
        <vt:i4>1</vt:i4>
      </vt:variant>
      <vt:variant>
        <vt:lpstr>Embedded OLE Servers</vt:lpstr>
      </vt:variant>
      <vt:variant>
        <vt:i4>2</vt:i4>
      </vt:variant>
      <vt:variant>
        <vt:lpstr>Slide Titles</vt:lpstr>
      </vt:variant>
      <vt:variant>
        <vt:i4>42</vt:i4>
      </vt:variant>
    </vt:vector>
  </HeadingPairs>
  <TitlesOfParts>
    <vt:vector size="45" baseType="lpstr">
      <vt:lpstr>Office Theme</vt:lpstr>
      <vt:lpstr>Worksheet</vt:lpstr>
      <vt:lpstr>Microsoft Excel Worksheet</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Questions and Suggestions</vt:lpstr>
      <vt:lpstr>PowerPoint Presentation</vt:lpstr>
      <vt:lpstr>PowerPoint Presentation</vt:lpstr>
    </vt:vector>
  </TitlesOfParts>
  <Company>Saint Louis University</Company>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Malcolm S. Townes</dc:creator>
  <cp:lastModifiedBy>Malcolm S. Townes</cp:lastModifiedBy>
  <cp:revision>267</cp:revision>
  <cp:lastPrinted>2018-11-28T15:13:03Z</cp:lastPrinted>
  <dcterms:created xsi:type="dcterms:W3CDTF">2018-11-26T20:29:52Z</dcterms:created>
  <dcterms:modified xsi:type="dcterms:W3CDTF">2019-04-15T23:25:14Z</dcterms:modified>
</cp:coreProperties>
</file>